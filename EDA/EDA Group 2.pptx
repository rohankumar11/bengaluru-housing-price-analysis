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72216B-F9EA-4195-B851-93AF630AE281}" v="2" dt="2026-01-07T19:21:54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L%20project%20Housing%20Data\bengaluru_housing_cleaned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L%20project%20Housing%20Data\bengaluru_housing_cleaned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L%20project%20Housing%20Data\bengaluru_housing_cleaned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L%20project%20Housing%20Data\bengaluru_housing_cleaned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L%20project%20Housing%20Data\bengaluru_housing_cleaned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E:\ML%20project%20Housing%20Data\bengaluru_housing_cleaned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Price Vs.</a:t>
            </a:r>
            <a:r>
              <a:rPr lang="en-US" baseline="0"/>
              <a:t> Total Square Ft.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bengaluru_housing_cleaned!$G$1</c:f>
              <c:strCache>
                <c:ptCount val="1"/>
                <c:pt idx="0">
                  <c:v>Price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bengaluru_housing_cleaned!$D$2:$D$10962</c:f>
              <c:numCache>
                <c:formatCode>General</c:formatCode>
                <c:ptCount val="10961"/>
                <c:pt idx="0">
                  <c:v>1056</c:v>
                </c:pt>
                <c:pt idx="1">
                  <c:v>2600</c:v>
                </c:pt>
                <c:pt idx="2">
                  <c:v>1440</c:v>
                </c:pt>
                <c:pt idx="3">
                  <c:v>1521</c:v>
                </c:pt>
                <c:pt idx="4">
                  <c:v>1200</c:v>
                </c:pt>
                <c:pt idx="5">
                  <c:v>1170</c:v>
                </c:pt>
                <c:pt idx="6">
                  <c:v>2732</c:v>
                </c:pt>
                <c:pt idx="7">
                  <c:v>1310</c:v>
                </c:pt>
                <c:pt idx="8">
                  <c:v>1800</c:v>
                </c:pt>
                <c:pt idx="9">
                  <c:v>1000</c:v>
                </c:pt>
                <c:pt idx="10">
                  <c:v>1100</c:v>
                </c:pt>
                <c:pt idx="11">
                  <c:v>2250</c:v>
                </c:pt>
                <c:pt idx="12">
                  <c:v>1175</c:v>
                </c:pt>
                <c:pt idx="13">
                  <c:v>1180</c:v>
                </c:pt>
                <c:pt idx="14">
                  <c:v>1540</c:v>
                </c:pt>
                <c:pt idx="15">
                  <c:v>1100</c:v>
                </c:pt>
                <c:pt idx="16">
                  <c:v>600</c:v>
                </c:pt>
                <c:pt idx="17">
                  <c:v>1755</c:v>
                </c:pt>
                <c:pt idx="18">
                  <c:v>1767</c:v>
                </c:pt>
                <c:pt idx="19">
                  <c:v>510</c:v>
                </c:pt>
                <c:pt idx="20">
                  <c:v>1250</c:v>
                </c:pt>
                <c:pt idx="21">
                  <c:v>660</c:v>
                </c:pt>
                <c:pt idx="22">
                  <c:v>1610</c:v>
                </c:pt>
                <c:pt idx="23">
                  <c:v>1151</c:v>
                </c:pt>
                <c:pt idx="24">
                  <c:v>1025</c:v>
                </c:pt>
                <c:pt idx="25">
                  <c:v>2475</c:v>
                </c:pt>
                <c:pt idx="26">
                  <c:v>1075</c:v>
                </c:pt>
                <c:pt idx="27">
                  <c:v>1760</c:v>
                </c:pt>
                <c:pt idx="28">
                  <c:v>1693</c:v>
                </c:pt>
                <c:pt idx="29">
                  <c:v>1925</c:v>
                </c:pt>
                <c:pt idx="30">
                  <c:v>700</c:v>
                </c:pt>
                <c:pt idx="31">
                  <c:v>1070</c:v>
                </c:pt>
                <c:pt idx="32">
                  <c:v>1724</c:v>
                </c:pt>
                <c:pt idx="33">
                  <c:v>1290</c:v>
                </c:pt>
                <c:pt idx="34">
                  <c:v>1143</c:v>
                </c:pt>
                <c:pt idx="35">
                  <c:v>1296</c:v>
                </c:pt>
                <c:pt idx="36">
                  <c:v>1254</c:v>
                </c:pt>
                <c:pt idx="37">
                  <c:v>600</c:v>
                </c:pt>
                <c:pt idx="38">
                  <c:v>660</c:v>
                </c:pt>
                <c:pt idx="39">
                  <c:v>1330.74</c:v>
                </c:pt>
                <c:pt idx="40">
                  <c:v>970</c:v>
                </c:pt>
                <c:pt idx="41">
                  <c:v>1459</c:v>
                </c:pt>
                <c:pt idx="42">
                  <c:v>869</c:v>
                </c:pt>
                <c:pt idx="43">
                  <c:v>1270</c:v>
                </c:pt>
                <c:pt idx="44">
                  <c:v>1670</c:v>
                </c:pt>
                <c:pt idx="45">
                  <c:v>2010</c:v>
                </c:pt>
                <c:pt idx="46">
                  <c:v>1185</c:v>
                </c:pt>
                <c:pt idx="47">
                  <c:v>1600</c:v>
                </c:pt>
                <c:pt idx="48">
                  <c:v>1200</c:v>
                </c:pt>
                <c:pt idx="49">
                  <c:v>3210</c:v>
                </c:pt>
                <c:pt idx="50">
                  <c:v>840</c:v>
                </c:pt>
                <c:pt idx="51">
                  <c:v>845</c:v>
                </c:pt>
                <c:pt idx="52">
                  <c:v>1160</c:v>
                </c:pt>
                <c:pt idx="53">
                  <c:v>3000</c:v>
                </c:pt>
                <c:pt idx="54">
                  <c:v>1100</c:v>
                </c:pt>
                <c:pt idx="55">
                  <c:v>1140</c:v>
                </c:pt>
                <c:pt idx="56">
                  <c:v>1220</c:v>
                </c:pt>
                <c:pt idx="57">
                  <c:v>1005</c:v>
                </c:pt>
                <c:pt idx="58">
                  <c:v>1358</c:v>
                </c:pt>
                <c:pt idx="59">
                  <c:v>1569</c:v>
                </c:pt>
                <c:pt idx="60">
                  <c:v>1240</c:v>
                </c:pt>
                <c:pt idx="61">
                  <c:v>2089</c:v>
                </c:pt>
                <c:pt idx="62">
                  <c:v>1206</c:v>
                </c:pt>
                <c:pt idx="63">
                  <c:v>1150</c:v>
                </c:pt>
                <c:pt idx="64">
                  <c:v>2511</c:v>
                </c:pt>
                <c:pt idx="65">
                  <c:v>4400</c:v>
                </c:pt>
                <c:pt idx="66">
                  <c:v>1660</c:v>
                </c:pt>
                <c:pt idx="67">
                  <c:v>3203.5</c:v>
                </c:pt>
                <c:pt idx="68">
                  <c:v>1326</c:v>
                </c:pt>
                <c:pt idx="69">
                  <c:v>1325</c:v>
                </c:pt>
                <c:pt idx="70">
                  <c:v>1499</c:v>
                </c:pt>
                <c:pt idx="71">
                  <c:v>3000</c:v>
                </c:pt>
                <c:pt idx="72">
                  <c:v>1665</c:v>
                </c:pt>
                <c:pt idx="73">
                  <c:v>708</c:v>
                </c:pt>
                <c:pt idx="74">
                  <c:v>1060</c:v>
                </c:pt>
                <c:pt idx="75">
                  <c:v>1000</c:v>
                </c:pt>
                <c:pt idx="76">
                  <c:v>1000</c:v>
                </c:pt>
                <c:pt idx="77">
                  <c:v>1450</c:v>
                </c:pt>
                <c:pt idx="78">
                  <c:v>1296</c:v>
                </c:pt>
                <c:pt idx="79">
                  <c:v>1540</c:v>
                </c:pt>
                <c:pt idx="80">
                  <c:v>2894</c:v>
                </c:pt>
                <c:pt idx="81">
                  <c:v>1330</c:v>
                </c:pt>
                <c:pt idx="82">
                  <c:v>1200</c:v>
                </c:pt>
                <c:pt idx="83">
                  <c:v>1200</c:v>
                </c:pt>
                <c:pt idx="84">
                  <c:v>2502</c:v>
                </c:pt>
                <c:pt idx="85">
                  <c:v>650</c:v>
                </c:pt>
                <c:pt idx="86">
                  <c:v>2400</c:v>
                </c:pt>
                <c:pt idx="87">
                  <c:v>1007</c:v>
                </c:pt>
                <c:pt idx="88">
                  <c:v>1200</c:v>
                </c:pt>
                <c:pt idx="89">
                  <c:v>966</c:v>
                </c:pt>
                <c:pt idx="90">
                  <c:v>1630</c:v>
                </c:pt>
                <c:pt idx="91">
                  <c:v>782</c:v>
                </c:pt>
                <c:pt idx="92">
                  <c:v>1260</c:v>
                </c:pt>
                <c:pt idx="93">
                  <c:v>1800</c:v>
                </c:pt>
                <c:pt idx="94">
                  <c:v>1413</c:v>
                </c:pt>
                <c:pt idx="95">
                  <c:v>1116</c:v>
                </c:pt>
                <c:pt idx="96">
                  <c:v>1530</c:v>
                </c:pt>
                <c:pt idx="97">
                  <c:v>2497</c:v>
                </c:pt>
                <c:pt idx="98">
                  <c:v>1540</c:v>
                </c:pt>
                <c:pt idx="99">
                  <c:v>1436</c:v>
                </c:pt>
                <c:pt idx="100">
                  <c:v>1100</c:v>
                </c:pt>
                <c:pt idx="101">
                  <c:v>1427</c:v>
                </c:pt>
                <c:pt idx="102">
                  <c:v>2061</c:v>
                </c:pt>
                <c:pt idx="103">
                  <c:v>2650</c:v>
                </c:pt>
                <c:pt idx="104">
                  <c:v>1282</c:v>
                </c:pt>
                <c:pt idx="105">
                  <c:v>1050</c:v>
                </c:pt>
                <c:pt idx="106">
                  <c:v>1600</c:v>
                </c:pt>
                <c:pt idx="107">
                  <c:v>945</c:v>
                </c:pt>
                <c:pt idx="108">
                  <c:v>1500</c:v>
                </c:pt>
                <c:pt idx="109">
                  <c:v>1870</c:v>
                </c:pt>
                <c:pt idx="110">
                  <c:v>1600</c:v>
                </c:pt>
                <c:pt idx="111">
                  <c:v>880</c:v>
                </c:pt>
                <c:pt idx="112">
                  <c:v>1535</c:v>
                </c:pt>
                <c:pt idx="113">
                  <c:v>950</c:v>
                </c:pt>
                <c:pt idx="114">
                  <c:v>1360</c:v>
                </c:pt>
                <c:pt idx="115">
                  <c:v>1073.5</c:v>
                </c:pt>
                <c:pt idx="116">
                  <c:v>1280</c:v>
                </c:pt>
                <c:pt idx="117">
                  <c:v>1260</c:v>
                </c:pt>
                <c:pt idx="118">
                  <c:v>5000</c:v>
                </c:pt>
                <c:pt idx="119">
                  <c:v>3050</c:v>
                </c:pt>
                <c:pt idx="120">
                  <c:v>1563.05</c:v>
                </c:pt>
                <c:pt idx="121">
                  <c:v>1000</c:v>
                </c:pt>
                <c:pt idx="122">
                  <c:v>1167</c:v>
                </c:pt>
                <c:pt idx="123">
                  <c:v>4000</c:v>
                </c:pt>
                <c:pt idx="124">
                  <c:v>1828</c:v>
                </c:pt>
                <c:pt idx="125">
                  <c:v>890</c:v>
                </c:pt>
                <c:pt idx="126">
                  <c:v>1612</c:v>
                </c:pt>
                <c:pt idx="127">
                  <c:v>1710</c:v>
                </c:pt>
                <c:pt idx="128">
                  <c:v>957</c:v>
                </c:pt>
                <c:pt idx="129">
                  <c:v>1250</c:v>
                </c:pt>
                <c:pt idx="130">
                  <c:v>1125</c:v>
                </c:pt>
                <c:pt idx="131">
                  <c:v>1020</c:v>
                </c:pt>
                <c:pt idx="132">
                  <c:v>1200</c:v>
                </c:pt>
                <c:pt idx="133">
                  <c:v>1735</c:v>
                </c:pt>
                <c:pt idx="134">
                  <c:v>2050</c:v>
                </c:pt>
                <c:pt idx="135">
                  <c:v>1350</c:v>
                </c:pt>
                <c:pt idx="136">
                  <c:v>1063</c:v>
                </c:pt>
                <c:pt idx="137">
                  <c:v>1904</c:v>
                </c:pt>
                <c:pt idx="138">
                  <c:v>2000</c:v>
                </c:pt>
                <c:pt idx="139">
                  <c:v>1242.5</c:v>
                </c:pt>
                <c:pt idx="140">
                  <c:v>1425</c:v>
                </c:pt>
                <c:pt idx="141">
                  <c:v>1500</c:v>
                </c:pt>
                <c:pt idx="142">
                  <c:v>1060</c:v>
                </c:pt>
                <c:pt idx="143">
                  <c:v>1470</c:v>
                </c:pt>
                <c:pt idx="144">
                  <c:v>450</c:v>
                </c:pt>
                <c:pt idx="145">
                  <c:v>1152</c:v>
                </c:pt>
                <c:pt idx="146">
                  <c:v>1350</c:v>
                </c:pt>
                <c:pt idx="147">
                  <c:v>1550</c:v>
                </c:pt>
                <c:pt idx="148">
                  <c:v>1500</c:v>
                </c:pt>
                <c:pt idx="149">
                  <c:v>400</c:v>
                </c:pt>
                <c:pt idx="150">
                  <c:v>705</c:v>
                </c:pt>
                <c:pt idx="151">
                  <c:v>770</c:v>
                </c:pt>
                <c:pt idx="152">
                  <c:v>1242</c:v>
                </c:pt>
                <c:pt idx="153">
                  <c:v>1700</c:v>
                </c:pt>
                <c:pt idx="154">
                  <c:v>2144</c:v>
                </c:pt>
                <c:pt idx="155">
                  <c:v>1704</c:v>
                </c:pt>
                <c:pt idx="156">
                  <c:v>1070</c:v>
                </c:pt>
                <c:pt idx="157">
                  <c:v>1340</c:v>
                </c:pt>
                <c:pt idx="158">
                  <c:v>1025</c:v>
                </c:pt>
                <c:pt idx="159">
                  <c:v>1277.5</c:v>
                </c:pt>
                <c:pt idx="160">
                  <c:v>1200</c:v>
                </c:pt>
                <c:pt idx="161">
                  <c:v>2250</c:v>
                </c:pt>
                <c:pt idx="162">
                  <c:v>1550</c:v>
                </c:pt>
                <c:pt idx="163">
                  <c:v>1200</c:v>
                </c:pt>
                <c:pt idx="164">
                  <c:v>1327</c:v>
                </c:pt>
                <c:pt idx="165">
                  <c:v>1186</c:v>
                </c:pt>
                <c:pt idx="166">
                  <c:v>1783</c:v>
                </c:pt>
                <c:pt idx="167">
                  <c:v>1400</c:v>
                </c:pt>
                <c:pt idx="168">
                  <c:v>980</c:v>
                </c:pt>
                <c:pt idx="169">
                  <c:v>1285</c:v>
                </c:pt>
                <c:pt idx="170">
                  <c:v>912</c:v>
                </c:pt>
                <c:pt idx="171">
                  <c:v>1225</c:v>
                </c:pt>
                <c:pt idx="172">
                  <c:v>1075</c:v>
                </c:pt>
                <c:pt idx="173">
                  <c:v>1260</c:v>
                </c:pt>
                <c:pt idx="174">
                  <c:v>1282</c:v>
                </c:pt>
                <c:pt idx="175">
                  <c:v>1909</c:v>
                </c:pt>
                <c:pt idx="176">
                  <c:v>1359</c:v>
                </c:pt>
                <c:pt idx="177">
                  <c:v>1207</c:v>
                </c:pt>
                <c:pt idx="178">
                  <c:v>1595</c:v>
                </c:pt>
                <c:pt idx="179">
                  <c:v>1798</c:v>
                </c:pt>
                <c:pt idx="180">
                  <c:v>1475</c:v>
                </c:pt>
                <c:pt idx="181">
                  <c:v>1580</c:v>
                </c:pt>
                <c:pt idx="182">
                  <c:v>1295</c:v>
                </c:pt>
                <c:pt idx="183">
                  <c:v>3600</c:v>
                </c:pt>
                <c:pt idx="184">
                  <c:v>589</c:v>
                </c:pt>
                <c:pt idx="185">
                  <c:v>1415</c:v>
                </c:pt>
                <c:pt idx="186">
                  <c:v>1787</c:v>
                </c:pt>
                <c:pt idx="187">
                  <c:v>1787</c:v>
                </c:pt>
                <c:pt idx="188">
                  <c:v>1475</c:v>
                </c:pt>
                <c:pt idx="189">
                  <c:v>2000</c:v>
                </c:pt>
                <c:pt idx="190">
                  <c:v>984</c:v>
                </c:pt>
                <c:pt idx="191">
                  <c:v>1630</c:v>
                </c:pt>
                <c:pt idx="192">
                  <c:v>1080</c:v>
                </c:pt>
                <c:pt idx="193">
                  <c:v>1500</c:v>
                </c:pt>
                <c:pt idx="194">
                  <c:v>1900</c:v>
                </c:pt>
                <c:pt idx="195">
                  <c:v>805</c:v>
                </c:pt>
                <c:pt idx="196">
                  <c:v>1153</c:v>
                </c:pt>
                <c:pt idx="197">
                  <c:v>1148</c:v>
                </c:pt>
                <c:pt idx="198">
                  <c:v>1110</c:v>
                </c:pt>
                <c:pt idx="199">
                  <c:v>1100</c:v>
                </c:pt>
                <c:pt idx="200">
                  <c:v>1290</c:v>
                </c:pt>
                <c:pt idx="201">
                  <c:v>1500</c:v>
                </c:pt>
                <c:pt idx="202">
                  <c:v>1080</c:v>
                </c:pt>
                <c:pt idx="203">
                  <c:v>1933</c:v>
                </c:pt>
                <c:pt idx="204">
                  <c:v>3500</c:v>
                </c:pt>
                <c:pt idx="205">
                  <c:v>1060</c:v>
                </c:pt>
                <c:pt idx="206">
                  <c:v>645</c:v>
                </c:pt>
                <c:pt idx="207">
                  <c:v>2600</c:v>
                </c:pt>
                <c:pt idx="208">
                  <c:v>645</c:v>
                </c:pt>
                <c:pt idx="209">
                  <c:v>1644</c:v>
                </c:pt>
                <c:pt idx="210">
                  <c:v>1285</c:v>
                </c:pt>
                <c:pt idx="211">
                  <c:v>1200</c:v>
                </c:pt>
                <c:pt idx="212">
                  <c:v>910</c:v>
                </c:pt>
                <c:pt idx="213">
                  <c:v>1577</c:v>
                </c:pt>
                <c:pt idx="214">
                  <c:v>2420</c:v>
                </c:pt>
                <c:pt idx="215">
                  <c:v>800</c:v>
                </c:pt>
                <c:pt idx="216">
                  <c:v>1060</c:v>
                </c:pt>
                <c:pt idx="217">
                  <c:v>1270</c:v>
                </c:pt>
                <c:pt idx="218">
                  <c:v>900</c:v>
                </c:pt>
                <c:pt idx="219">
                  <c:v>1280</c:v>
                </c:pt>
                <c:pt idx="220">
                  <c:v>1200</c:v>
                </c:pt>
                <c:pt idx="221">
                  <c:v>1025</c:v>
                </c:pt>
                <c:pt idx="222">
                  <c:v>1108</c:v>
                </c:pt>
                <c:pt idx="223">
                  <c:v>2900</c:v>
                </c:pt>
                <c:pt idx="224">
                  <c:v>1500</c:v>
                </c:pt>
                <c:pt idx="225">
                  <c:v>1295</c:v>
                </c:pt>
                <c:pt idx="226">
                  <c:v>1162</c:v>
                </c:pt>
                <c:pt idx="227">
                  <c:v>1035</c:v>
                </c:pt>
                <c:pt idx="228">
                  <c:v>1600</c:v>
                </c:pt>
                <c:pt idx="229">
                  <c:v>1464</c:v>
                </c:pt>
                <c:pt idx="230">
                  <c:v>1866</c:v>
                </c:pt>
                <c:pt idx="231">
                  <c:v>700</c:v>
                </c:pt>
                <c:pt idx="232">
                  <c:v>1804</c:v>
                </c:pt>
                <c:pt idx="233">
                  <c:v>913</c:v>
                </c:pt>
                <c:pt idx="234">
                  <c:v>1868</c:v>
                </c:pt>
                <c:pt idx="235">
                  <c:v>883</c:v>
                </c:pt>
                <c:pt idx="236">
                  <c:v>1664</c:v>
                </c:pt>
                <c:pt idx="237">
                  <c:v>2026</c:v>
                </c:pt>
                <c:pt idx="238">
                  <c:v>1210</c:v>
                </c:pt>
                <c:pt idx="239">
                  <c:v>1762</c:v>
                </c:pt>
                <c:pt idx="240">
                  <c:v>1252</c:v>
                </c:pt>
                <c:pt idx="241">
                  <c:v>861</c:v>
                </c:pt>
                <c:pt idx="242">
                  <c:v>1420</c:v>
                </c:pt>
                <c:pt idx="243">
                  <c:v>1490</c:v>
                </c:pt>
                <c:pt idx="244">
                  <c:v>1075</c:v>
                </c:pt>
                <c:pt idx="245">
                  <c:v>1425</c:v>
                </c:pt>
                <c:pt idx="246">
                  <c:v>1200</c:v>
                </c:pt>
                <c:pt idx="247">
                  <c:v>1280</c:v>
                </c:pt>
                <c:pt idx="248">
                  <c:v>1084</c:v>
                </c:pt>
                <c:pt idx="249">
                  <c:v>1015</c:v>
                </c:pt>
                <c:pt idx="250">
                  <c:v>1017</c:v>
                </c:pt>
                <c:pt idx="251">
                  <c:v>1027</c:v>
                </c:pt>
                <c:pt idx="252">
                  <c:v>1069</c:v>
                </c:pt>
                <c:pt idx="253">
                  <c:v>1349</c:v>
                </c:pt>
                <c:pt idx="254">
                  <c:v>1005</c:v>
                </c:pt>
                <c:pt idx="255">
                  <c:v>1417</c:v>
                </c:pt>
                <c:pt idx="256">
                  <c:v>1475</c:v>
                </c:pt>
                <c:pt idx="257">
                  <c:v>950</c:v>
                </c:pt>
                <c:pt idx="258">
                  <c:v>2000</c:v>
                </c:pt>
                <c:pt idx="259">
                  <c:v>1863</c:v>
                </c:pt>
                <c:pt idx="260">
                  <c:v>1010</c:v>
                </c:pt>
                <c:pt idx="261">
                  <c:v>1425</c:v>
                </c:pt>
                <c:pt idx="262">
                  <c:v>1450</c:v>
                </c:pt>
                <c:pt idx="263">
                  <c:v>1847</c:v>
                </c:pt>
                <c:pt idx="264">
                  <c:v>1100</c:v>
                </c:pt>
                <c:pt idx="265">
                  <c:v>525</c:v>
                </c:pt>
                <c:pt idx="266">
                  <c:v>1665</c:v>
                </c:pt>
                <c:pt idx="267">
                  <c:v>1664</c:v>
                </c:pt>
                <c:pt idx="268">
                  <c:v>1850</c:v>
                </c:pt>
                <c:pt idx="269">
                  <c:v>1438</c:v>
                </c:pt>
                <c:pt idx="270">
                  <c:v>1560</c:v>
                </c:pt>
                <c:pt idx="271">
                  <c:v>1350</c:v>
                </c:pt>
                <c:pt idx="272">
                  <c:v>1550</c:v>
                </c:pt>
                <c:pt idx="273">
                  <c:v>1140</c:v>
                </c:pt>
                <c:pt idx="274">
                  <c:v>850</c:v>
                </c:pt>
                <c:pt idx="275">
                  <c:v>1280</c:v>
                </c:pt>
                <c:pt idx="276">
                  <c:v>1170</c:v>
                </c:pt>
                <c:pt idx="277">
                  <c:v>1113</c:v>
                </c:pt>
                <c:pt idx="278">
                  <c:v>1385</c:v>
                </c:pt>
                <c:pt idx="279">
                  <c:v>1128</c:v>
                </c:pt>
                <c:pt idx="280">
                  <c:v>1464</c:v>
                </c:pt>
                <c:pt idx="281">
                  <c:v>1200</c:v>
                </c:pt>
                <c:pt idx="282">
                  <c:v>1200</c:v>
                </c:pt>
                <c:pt idx="283">
                  <c:v>1150</c:v>
                </c:pt>
                <c:pt idx="284">
                  <c:v>1645</c:v>
                </c:pt>
                <c:pt idx="285">
                  <c:v>1000</c:v>
                </c:pt>
                <c:pt idx="286">
                  <c:v>2650</c:v>
                </c:pt>
                <c:pt idx="287">
                  <c:v>1192</c:v>
                </c:pt>
                <c:pt idx="288">
                  <c:v>2135</c:v>
                </c:pt>
                <c:pt idx="289">
                  <c:v>1173</c:v>
                </c:pt>
                <c:pt idx="290">
                  <c:v>1020</c:v>
                </c:pt>
                <c:pt idx="291">
                  <c:v>3122</c:v>
                </c:pt>
                <c:pt idx="292">
                  <c:v>1600</c:v>
                </c:pt>
                <c:pt idx="293">
                  <c:v>1200</c:v>
                </c:pt>
                <c:pt idx="294">
                  <c:v>1230</c:v>
                </c:pt>
                <c:pt idx="295">
                  <c:v>1250</c:v>
                </c:pt>
                <c:pt idx="296">
                  <c:v>1325</c:v>
                </c:pt>
                <c:pt idx="297">
                  <c:v>1850</c:v>
                </c:pt>
                <c:pt idx="298">
                  <c:v>525</c:v>
                </c:pt>
                <c:pt idx="299">
                  <c:v>1200</c:v>
                </c:pt>
                <c:pt idx="300">
                  <c:v>1350</c:v>
                </c:pt>
                <c:pt idx="301">
                  <c:v>1260</c:v>
                </c:pt>
                <c:pt idx="302">
                  <c:v>1800</c:v>
                </c:pt>
                <c:pt idx="303">
                  <c:v>1100</c:v>
                </c:pt>
                <c:pt idx="304">
                  <c:v>1508</c:v>
                </c:pt>
                <c:pt idx="305">
                  <c:v>1592</c:v>
                </c:pt>
                <c:pt idx="306">
                  <c:v>1388</c:v>
                </c:pt>
                <c:pt idx="307">
                  <c:v>630</c:v>
                </c:pt>
                <c:pt idx="308">
                  <c:v>1762</c:v>
                </c:pt>
                <c:pt idx="309">
                  <c:v>950</c:v>
                </c:pt>
                <c:pt idx="310">
                  <c:v>3252</c:v>
                </c:pt>
                <c:pt idx="311">
                  <c:v>1116</c:v>
                </c:pt>
                <c:pt idx="312">
                  <c:v>1308</c:v>
                </c:pt>
                <c:pt idx="313">
                  <c:v>1200</c:v>
                </c:pt>
                <c:pt idx="314">
                  <c:v>500</c:v>
                </c:pt>
                <c:pt idx="315">
                  <c:v>1075</c:v>
                </c:pt>
                <c:pt idx="316">
                  <c:v>530</c:v>
                </c:pt>
                <c:pt idx="317">
                  <c:v>1205</c:v>
                </c:pt>
                <c:pt idx="318">
                  <c:v>1075</c:v>
                </c:pt>
                <c:pt idx="319">
                  <c:v>930</c:v>
                </c:pt>
                <c:pt idx="320">
                  <c:v>1380</c:v>
                </c:pt>
                <c:pt idx="321">
                  <c:v>2483</c:v>
                </c:pt>
                <c:pt idx="322">
                  <c:v>1166</c:v>
                </c:pt>
                <c:pt idx="323">
                  <c:v>1050</c:v>
                </c:pt>
                <c:pt idx="324">
                  <c:v>1200</c:v>
                </c:pt>
                <c:pt idx="325">
                  <c:v>1600</c:v>
                </c:pt>
                <c:pt idx="326">
                  <c:v>1935</c:v>
                </c:pt>
                <c:pt idx="327">
                  <c:v>451</c:v>
                </c:pt>
                <c:pt idx="328">
                  <c:v>1800</c:v>
                </c:pt>
                <c:pt idx="329">
                  <c:v>1400</c:v>
                </c:pt>
                <c:pt idx="330">
                  <c:v>1801</c:v>
                </c:pt>
                <c:pt idx="331">
                  <c:v>1451</c:v>
                </c:pt>
                <c:pt idx="332">
                  <c:v>1200</c:v>
                </c:pt>
                <c:pt idx="333">
                  <c:v>1160</c:v>
                </c:pt>
                <c:pt idx="334">
                  <c:v>1000</c:v>
                </c:pt>
                <c:pt idx="335">
                  <c:v>950</c:v>
                </c:pt>
                <c:pt idx="336">
                  <c:v>1629</c:v>
                </c:pt>
                <c:pt idx="337">
                  <c:v>1580</c:v>
                </c:pt>
                <c:pt idx="338">
                  <c:v>1826</c:v>
                </c:pt>
                <c:pt idx="339">
                  <c:v>1245</c:v>
                </c:pt>
                <c:pt idx="340">
                  <c:v>1145</c:v>
                </c:pt>
                <c:pt idx="341">
                  <c:v>825</c:v>
                </c:pt>
                <c:pt idx="342">
                  <c:v>1693</c:v>
                </c:pt>
                <c:pt idx="343">
                  <c:v>1113.27</c:v>
                </c:pt>
                <c:pt idx="344">
                  <c:v>1460</c:v>
                </c:pt>
                <c:pt idx="345">
                  <c:v>1050</c:v>
                </c:pt>
                <c:pt idx="346">
                  <c:v>1260</c:v>
                </c:pt>
                <c:pt idx="347">
                  <c:v>1656</c:v>
                </c:pt>
                <c:pt idx="348">
                  <c:v>1208</c:v>
                </c:pt>
                <c:pt idx="349">
                  <c:v>1910</c:v>
                </c:pt>
                <c:pt idx="350">
                  <c:v>3252</c:v>
                </c:pt>
                <c:pt idx="351">
                  <c:v>1200</c:v>
                </c:pt>
                <c:pt idx="352">
                  <c:v>1175</c:v>
                </c:pt>
                <c:pt idx="353">
                  <c:v>1200</c:v>
                </c:pt>
                <c:pt idx="354">
                  <c:v>1185</c:v>
                </c:pt>
                <c:pt idx="355">
                  <c:v>750</c:v>
                </c:pt>
                <c:pt idx="356">
                  <c:v>1550</c:v>
                </c:pt>
                <c:pt idx="357">
                  <c:v>1760</c:v>
                </c:pt>
                <c:pt idx="358">
                  <c:v>1125</c:v>
                </c:pt>
                <c:pt idx="359">
                  <c:v>1000</c:v>
                </c:pt>
                <c:pt idx="360">
                  <c:v>1090</c:v>
                </c:pt>
                <c:pt idx="361">
                  <c:v>1200</c:v>
                </c:pt>
                <c:pt idx="362">
                  <c:v>1991</c:v>
                </c:pt>
                <c:pt idx="363">
                  <c:v>1060</c:v>
                </c:pt>
                <c:pt idx="364">
                  <c:v>1105</c:v>
                </c:pt>
                <c:pt idx="365">
                  <c:v>985</c:v>
                </c:pt>
                <c:pt idx="366">
                  <c:v>1533</c:v>
                </c:pt>
                <c:pt idx="367">
                  <c:v>1590</c:v>
                </c:pt>
                <c:pt idx="368">
                  <c:v>1120</c:v>
                </c:pt>
                <c:pt idx="369">
                  <c:v>1069</c:v>
                </c:pt>
                <c:pt idx="370">
                  <c:v>1933</c:v>
                </c:pt>
                <c:pt idx="371">
                  <c:v>1194</c:v>
                </c:pt>
                <c:pt idx="372">
                  <c:v>1150</c:v>
                </c:pt>
                <c:pt idx="373">
                  <c:v>1240</c:v>
                </c:pt>
                <c:pt idx="374">
                  <c:v>1419</c:v>
                </c:pt>
                <c:pt idx="375">
                  <c:v>1450</c:v>
                </c:pt>
                <c:pt idx="376">
                  <c:v>1630</c:v>
                </c:pt>
                <c:pt idx="377">
                  <c:v>708</c:v>
                </c:pt>
                <c:pt idx="378">
                  <c:v>1250</c:v>
                </c:pt>
                <c:pt idx="379">
                  <c:v>1400</c:v>
                </c:pt>
                <c:pt idx="380">
                  <c:v>1670</c:v>
                </c:pt>
                <c:pt idx="381">
                  <c:v>1750</c:v>
                </c:pt>
                <c:pt idx="382">
                  <c:v>1404</c:v>
                </c:pt>
                <c:pt idx="383">
                  <c:v>1715</c:v>
                </c:pt>
                <c:pt idx="384">
                  <c:v>630</c:v>
                </c:pt>
                <c:pt idx="385">
                  <c:v>1752.12</c:v>
                </c:pt>
                <c:pt idx="386">
                  <c:v>1650</c:v>
                </c:pt>
                <c:pt idx="387">
                  <c:v>1295</c:v>
                </c:pt>
                <c:pt idx="388">
                  <c:v>1346</c:v>
                </c:pt>
                <c:pt idx="389">
                  <c:v>1150</c:v>
                </c:pt>
                <c:pt idx="390">
                  <c:v>3309</c:v>
                </c:pt>
                <c:pt idx="391">
                  <c:v>1190</c:v>
                </c:pt>
                <c:pt idx="392">
                  <c:v>1620</c:v>
                </c:pt>
                <c:pt idx="393">
                  <c:v>950</c:v>
                </c:pt>
                <c:pt idx="394">
                  <c:v>5000</c:v>
                </c:pt>
                <c:pt idx="395">
                  <c:v>2450</c:v>
                </c:pt>
                <c:pt idx="396">
                  <c:v>1220</c:v>
                </c:pt>
                <c:pt idx="397">
                  <c:v>850</c:v>
                </c:pt>
                <c:pt idx="398">
                  <c:v>1020</c:v>
                </c:pt>
                <c:pt idx="399">
                  <c:v>1100</c:v>
                </c:pt>
                <c:pt idx="400">
                  <c:v>1760</c:v>
                </c:pt>
                <c:pt idx="401">
                  <c:v>1800</c:v>
                </c:pt>
                <c:pt idx="402">
                  <c:v>1070</c:v>
                </c:pt>
                <c:pt idx="403">
                  <c:v>1440</c:v>
                </c:pt>
                <c:pt idx="404">
                  <c:v>900</c:v>
                </c:pt>
                <c:pt idx="405">
                  <c:v>1130</c:v>
                </c:pt>
                <c:pt idx="406">
                  <c:v>1270</c:v>
                </c:pt>
                <c:pt idx="407">
                  <c:v>1200</c:v>
                </c:pt>
                <c:pt idx="408">
                  <c:v>1200</c:v>
                </c:pt>
                <c:pt idx="409">
                  <c:v>929</c:v>
                </c:pt>
                <c:pt idx="410">
                  <c:v>1464</c:v>
                </c:pt>
                <c:pt idx="411">
                  <c:v>2000</c:v>
                </c:pt>
                <c:pt idx="412">
                  <c:v>1208</c:v>
                </c:pt>
                <c:pt idx="413">
                  <c:v>1130</c:v>
                </c:pt>
                <c:pt idx="414">
                  <c:v>1753</c:v>
                </c:pt>
                <c:pt idx="415">
                  <c:v>1196</c:v>
                </c:pt>
                <c:pt idx="416">
                  <c:v>1150</c:v>
                </c:pt>
                <c:pt idx="417">
                  <c:v>1128</c:v>
                </c:pt>
                <c:pt idx="418">
                  <c:v>1000</c:v>
                </c:pt>
                <c:pt idx="419">
                  <c:v>1035</c:v>
                </c:pt>
                <c:pt idx="420">
                  <c:v>950</c:v>
                </c:pt>
                <c:pt idx="421">
                  <c:v>1075</c:v>
                </c:pt>
                <c:pt idx="422">
                  <c:v>1040</c:v>
                </c:pt>
                <c:pt idx="423">
                  <c:v>720</c:v>
                </c:pt>
                <c:pt idx="424">
                  <c:v>1511</c:v>
                </c:pt>
                <c:pt idx="425">
                  <c:v>1300</c:v>
                </c:pt>
                <c:pt idx="426">
                  <c:v>1545</c:v>
                </c:pt>
                <c:pt idx="427">
                  <c:v>375</c:v>
                </c:pt>
                <c:pt idx="428">
                  <c:v>1062</c:v>
                </c:pt>
                <c:pt idx="429">
                  <c:v>1115</c:v>
                </c:pt>
                <c:pt idx="430">
                  <c:v>1000</c:v>
                </c:pt>
                <c:pt idx="431">
                  <c:v>883</c:v>
                </c:pt>
                <c:pt idx="432">
                  <c:v>1195</c:v>
                </c:pt>
                <c:pt idx="433">
                  <c:v>700</c:v>
                </c:pt>
                <c:pt idx="434">
                  <c:v>1246</c:v>
                </c:pt>
                <c:pt idx="435">
                  <c:v>1600</c:v>
                </c:pt>
                <c:pt idx="436">
                  <c:v>2805</c:v>
                </c:pt>
                <c:pt idx="437">
                  <c:v>1584</c:v>
                </c:pt>
                <c:pt idx="438">
                  <c:v>3000</c:v>
                </c:pt>
                <c:pt idx="439">
                  <c:v>1175</c:v>
                </c:pt>
                <c:pt idx="440">
                  <c:v>1595</c:v>
                </c:pt>
                <c:pt idx="441">
                  <c:v>1353</c:v>
                </c:pt>
                <c:pt idx="442">
                  <c:v>1599</c:v>
                </c:pt>
                <c:pt idx="443">
                  <c:v>1150</c:v>
                </c:pt>
                <c:pt idx="444">
                  <c:v>1155</c:v>
                </c:pt>
                <c:pt idx="445">
                  <c:v>1000</c:v>
                </c:pt>
                <c:pt idx="446">
                  <c:v>3000</c:v>
                </c:pt>
                <c:pt idx="447">
                  <c:v>1867</c:v>
                </c:pt>
                <c:pt idx="448">
                  <c:v>1251</c:v>
                </c:pt>
                <c:pt idx="449">
                  <c:v>1028</c:v>
                </c:pt>
                <c:pt idx="450">
                  <c:v>1222</c:v>
                </c:pt>
                <c:pt idx="451">
                  <c:v>1170</c:v>
                </c:pt>
                <c:pt idx="452">
                  <c:v>2400</c:v>
                </c:pt>
                <c:pt idx="453">
                  <c:v>1385</c:v>
                </c:pt>
                <c:pt idx="454">
                  <c:v>1372</c:v>
                </c:pt>
                <c:pt idx="455">
                  <c:v>1282</c:v>
                </c:pt>
                <c:pt idx="456">
                  <c:v>5000</c:v>
                </c:pt>
                <c:pt idx="457">
                  <c:v>1135</c:v>
                </c:pt>
                <c:pt idx="458">
                  <c:v>1768</c:v>
                </c:pt>
                <c:pt idx="459">
                  <c:v>1325</c:v>
                </c:pt>
                <c:pt idx="460">
                  <c:v>1599</c:v>
                </c:pt>
                <c:pt idx="461">
                  <c:v>1500</c:v>
                </c:pt>
                <c:pt idx="462">
                  <c:v>1286</c:v>
                </c:pt>
                <c:pt idx="463">
                  <c:v>2845</c:v>
                </c:pt>
                <c:pt idx="464">
                  <c:v>1600</c:v>
                </c:pt>
                <c:pt idx="465">
                  <c:v>1317.5</c:v>
                </c:pt>
                <c:pt idx="466">
                  <c:v>1102</c:v>
                </c:pt>
                <c:pt idx="467">
                  <c:v>1350</c:v>
                </c:pt>
                <c:pt idx="468">
                  <c:v>1200</c:v>
                </c:pt>
                <c:pt idx="469">
                  <c:v>950</c:v>
                </c:pt>
                <c:pt idx="470">
                  <c:v>525</c:v>
                </c:pt>
                <c:pt idx="471">
                  <c:v>656</c:v>
                </c:pt>
                <c:pt idx="472">
                  <c:v>1780</c:v>
                </c:pt>
                <c:pt idx="473">
                  <c:v>1056</c:v>
                </c:pt>
                <c:pt idx="474">
                  <c:v>595</c:v>
                </c:pt>
                <c:pt idx="475">
                  <c:v>1080</c:v>
                </c:pt>
                <c:pt idx="476">
                  <c:v>2225</c:v>
                </c:pt>
                <c:pt idx="477">
                  <c:v>1126</c:v>
                </c:pt>
                <c:pt idx="478">
                  <c:v>1490</c:v>
                </c:pt>
                <c:pt idx="479">
                  <c:v>1550</c:v>
                </c:pt>
                <c:pt idx="480">
                  <c:v>1160</c:v>
                </c:pt>
                <c:pt idx="481">
                  <c:v>2100</c:v>
                </c:pt>
                <c:pt idx="482">
                  <c:v>1404</c:v>
                </c:pt>
                <c:pt idx="483">
                  <c:v>2230</c:v>
                </c:pt>
                <c:pt idx="484">
                  <c:v>1544</c:v>
                </c:pt>
                <c:pt idx="485">
                  <c:v>1305</c:v>
                </c:pt>
                <c:pt idx="486">
                  <c:v>1230</c:v>
                </c:pt>
                <c:pt idx="487">
                  <c:v>1200</c:v>
                </c:pt>
                <c:pt idx="488">
                  <c:v>1460</c:v>
                </c:pt>
                <c:pt idx="489">
                  <c:v>967</c:v>
                </c:pt>
                <c:pt idx="490">
                  <c:v>540</c:v>
                </c:pt>
                <c:pt idx="491">
                  <c:v>715</c:v>
                </c:pt>
                <c:pt idx="492">
                  <c:v>1020</c:v>
                </c:pt>
                <c:pt idx="493">
                  <c:v>1020</c:v>
                </c:pt>
                <c:pt idx="494">
                  <c:v>1253</c:v>
                </c:pt>
                <c:pt idx="495">
                  <c:v>1180</c:v>
                </c:pt>
                <c:pt idx="496">
                  <c:v>961</c:v>
                </c:pt>
                <c:pt idx="497">
                  <c:v>1419</c:v>
                </c:pt>
                <c:pt idx="498">
                  <c:v>1709</c:v>
                </c:pt>
                <c:pt idx="499">
                  <c:v>1600</c:v>
                </c:pt>
                <c:pt idx="500">
                  <c:v>416</c:v>
                </c:pt>
                <c:pt idx="501">
                  <c:v>1100</c:v>
                </c:pt>
                <c:pt idx="502">
                  <c:v>1430</c:v>
                </c:pt>
                <c:pt idx="503">
                  <c:v>1260</c:v>
                </c:pt>
                <c:pt idx="504">
                  <c:v>1630</c:v>
                </c:pt>
                <c:pt idx="505">
                  <c:v>1249</c:v>
                </c:pt>
                <c:pt idx="506">
                  <c:v>1450</c:v>
                </c:pt>
                <c:pt idx="507">
                  <c:v>834</c:v>
                </c:pt>
                <c:pt idx="508">
                  <c:v>1125</c:v>
                </c:pt>
                <c:pt idx="509">
                  <c:v>2060</c:v>
                </c:pt>
                <c:pt idx="510">
                  <c:v>891</c:v>
                </c:pt>
                <c:pt idx="511">
                  <c:v>1133</c:v>
                </c:pt>
                <c:pt idx="512">
                  <c:v>1075</c:v>
                </c:pt>
                <c:pt idx="513">
                  <c:v>3000</c:v>
                </c:pt>
                <c:pt idx="514">
                  <c:v>1200</c:v>
                </c:pt>
                <c:pt idx="515">
                  <c:v>1075</c:v>
                </c:pt>
                <c:pt idx="516">
                  <c:v>1140</c:v>
                </c:pt>
                <c:pt idx="517">
                  <c:v>1090</c:v>
                </c:pt>
                <c:pt idx="518">
                  <c:v>1500</c:v>
                </c:pt>
                <c:pt idx="519">
                  <c:v>1790</c:v>
                </c:pt>
                <c:pt idx="520">
                  <c:v>1920</c:v>
                </c:pt>
                <c:pt idx="521">
                  <c:v>1374</c:v>
                </c:pt>
                <c:pt idx="522">
                  <c:v>1445</c:v>
                </c:pt>
                <c:pt idx="523">
                  <c:v>711</c:v>
                </c:pt>
                <c:pt idx="524">
                  <c:v>1500</c:v>
                </c:pt>
                <c:pt idx="525">
                  <c:v>1720</c:v>
                </c:pt>
                <c:pt idx="526">
                  <c:v>1400</c:v>
                </c:pt>
                <c:pt idx="527">
                  <c:v>1030</c:v>
                </c:pt>
                <c:pt idx="528">
                  <c:v>1200</c:v>
                </c:pt>
                <c:pt idx="529">
                  <c:v>1375</c:v>
                </c:pt>
                <c:pt idx="530">
                  <c:v>1050</c:v>
                </c:pt>
                <c:pt idx="531">
                  <c:v>2250</c:v>
                </c:pt>
                <c:pt idx="532">
                  <c:v>1000</c:v>
                </c:pt>
                <c:pt idx="533">
                  <c:v>469</c:v>
                </c:pt>
                <c:pt idx="534">
                  <c:v>883</c:v>
                </c:pt>
                <c:pt idx="535">
                  <c:v>1820</c:v>
                </c:pt>
                <c:pt idx="536">
                  <c:v>1440</c:v>
                </c:pt>
                <c:pt idx="537">
                  <c:v>3600</c:v>
                </c:pt>
                <c:pt idx="538">
                  <c:v>1225</c:v>
                </c:pt>
                <c:pt idx="539">
                  <c:v>875</c:v>
                </c:pt>
                <c:pt idx="540">
                  <c:v>750</c:v>
                </c:pt>
                <c:pt idx="541">
                  <c:v>1180</c:v>
                </c:pt>
                <c:pt idx="542">
                  <c:v>1194</c:v>
                </c:pt>
                <c:pt idx="543">
                  <c:v>1500</c:v>
                </c:pt>
                <c:pt idx="544">
                  <c:v>1160</c:v>
                </c:pt>
                <c:pt idx="545">
                  <c:v>1128</c:v>
                </c:pt>
                <c:pt idx="546">
                  <c:v>1500</c:v>
                </c:pt>
                <c:pt idx="547">
                  <c:v>1220</c:v>
                </c:pt>
                <c:pt idx="548">
                  <c:v>1210</c:v>
                </c:pt>
                <c:pt idx="549">
                  <c:v>1100</c:v>
                </c:pt>
                <c:pt idx="550">
                  <c:v>1200</c:v>
                </c:pt>
                <c:pt idx="551">
                  <c:v>3385</c:v>
                </c:pt>
                <c:pt idx="552">
                  <c:v>1641</c:v>
                </c:pt>
                <c:pt idx="553">
                  <c:v>1200</c:v>
                </c:pt>
                <c:pt idx="554">
                  <c:v>1260</c:v>
                </c:pt>
                <c:pt idx="555">
                  <c:v>1720</c:v>
                </c:pt>
                <c:pt idx="556">
                  <c:v>1132.5</c:v>
                </c:pt>
                <c:pt idx="557">
                  <c:v>1210</c:v>
                </c:pt>
                <c:pt idx="558">
                  <c:v>2200</c:v>
                </c:pt>
                <c:pt idx="559">
                  <c:v>1075</c:v>
                </c:pt>
                <c:pt idx="560">
                  <c:v>1702</c:v>
                </c:pt>
                <c:pt idx="561">
                  <c:v>1141</c:v>
                </c:pt>
                <c:pt idx="562">
                  <c:v>2072</c:v>
                </c:pt>
                <c:pt idx="563">
                  <c:v>1200</c:v>
                </c:pt>
                <c:pt idx="564">
                  <c:v>1350</c:v>
                </c:pt>
                <c:pt idx="565">
                  <c:v>1180</c:v>
                </c:pt>
                <c:pt idx="566">
                  <c:v>1355</c:v>
                </c:pt>
                <c:pt idx="567">
                  <c:v>600</c:v>
                </c:pt>
                <c:pt idx="568">
                  <c:v>1640</c:v>
                </c:pt>
                <c:pt idx="569">
                  <c:v>1190</c:v>
                </c:pt>
                <c:pt idx="570">
                  <c:v>1019</c:v>
                </c:pt>
                <c:pt idx="571">
                  <c:v>1875</c:v>
                </c:pt>
                <c:pt idx="572">
                  <c:v>1250</c:v>
                </c:pt>
                <c:pt idx="573">
                  <c:v>1140</c:v>
                </c:pt>
                <c:pt idx="574">
                  <c:v>1683</c:v>
                </c:pt>
                <c:pt idx="575">
                  <c:v>1515</c:v>
                </c:pt>
                <c:pt idx="576">
                  <c:v>2118</c:v>
                </c:pt>
                <c:pt idx="577">
                  <c:v>1380</c:v>
                </c:pt>
                <c:pt idx="578">
                  <c:v>1083</c:v>
                </c:pt>
                <c:pt idx="579">
                  <c:v>600</c:v>
                </c:pt>
                <c:pt idx="580">
                  <c:v>2300</c:v>
                </c:pt>
                <c:pt idx="581">
                  <c:v>1240</c:v>
                </c:pt>
                <c:pt idx="582">
                  <c:v>1750</c:v>
                </c:pt>
                <c:pt idx="583">
                  <c:v>1230</c:v>
                </c:pt>
                <c:pt idx="584">
                  <c:v>1500</c:v>
                </c:pt>
                <c:pt idx="585">
                  <c:v>985</c:v>
                </c:pt>
                <c:pt idx="586">
                  <c:v>1500</c:v>
                </c:pt>
                <c:pt idx="587">
                  <c:v>1125</c:v>
                </c:pt>
                <c:pt idx="588">
                  <c:v>950</c:v>
                </c:pt>
                <c:pt idx="589">
                  <c:v>1580</c:v>
                </c:pt>
                <c:pt idx="590">
                  <c:v>1092</c:v>
                </c:pt>
                <c:pt idx="591">
                  <c:v>1090</c:v>
                </c:pt>
                <c:pt idx="592">
                  <c:v>2264</c:v>
                </c:pt>
                <c:pt idx="593">
                  <c:v>1033</c:v>
                </c:pt>
                <c:pt idx="594">
                  <c:v>810</c:v>
                </c:pt>
                <c:pt idx="595">
                  <c:v>1045</c:v>
                </c:pt>
                <c:pt idx="596">
                  <c:v>1337</c:v>
                </c:pt>
                <c:pt idx="597">
                  <c:v>1200</c:v>
                </c:pt>
                <c:pt idx="598">
                  <c:v>1580</c:v>
                </c:pt>
                <c:pt idx="599">
                  <c:v>1500</c:v>
                </c:pt>
                <c:pt idx="600">
                  <c:v>1640</c:v>
                </c:pt>
                <c:pt idx="601">
                  <c:v>1570</c:v>
                </c:pt>
                <c:pt idx="602">
                  <c:v>1470</c:v>
                </c:pt>
                <c:pt idx="603">
                  <c:v>1160</c:v>
                </c:pt>
                <c:pt idx="604">
                  <c:v>1050</c:v>
                </c:pt>
                <c:pt idx="605">
                  <c:v>1460</c:v>
                </c:pt>
                <c:pt idx="606">
                  <c:v>1823</c:v>
                </c:pt>
                <c:pt idx="607">
                  <c:v>1094</c:v>
                </c:pt>
                <c:pt idx="608">
                  <c:v>1153</c:v>
                </c:pt>
                <c:pt idx="609">
                  <c:v>1325</c:v>
                </c:pt>
                <c:pt idx="610">
                  <c:v>1200</c:v>
                </c:pt>
                <c:pt idx="611">
                  <c:v>1590</c:v>
                </c:pt>
                <c:pt idx="612">
                  <c:v>1202</c:v>
                </c:pt>
                <c:pt idx="613">
                  <c:v>1202</c:v>
                </c:pt>
                <c:pt idx="614">
                  <c:v>1200</c:v>
                </c:pt>
                <c:pt idx="615">
                  <c:v>1688</c:v>
                </c:pt>
                <c:pt idx="616">
                  <c:v>1020</c:v>
                </c:pt>
                <c:pt idx="617">
                  <c:v>1185</c:v>
                </c:pt>
                <c:pt idx="618">
                  <c:v>1235</c:v>
                </c:pt>
                <c:pt idx="619">
                  <c:v>1077</c:v>
                </c:pt>
                <c:pt idx="620">
                  <c:v>1415</c:v>
                </c:pt>
                <c:pt idx="621">
                  <c:v>2330</c:v>
                </c:pt>
                <c:pt idx="622">
                  <c:v>805</c:v>
                </c:pt>
                <c:pt idx="623">
                  <c:v>425</c:v>
                </c:pt>
                <c:pt idx="624">
                  <c:v>1155</c:v>
                </c:pt>
                <c:pt idx="625">
                  <c:v>656</c:v>
                </c:pt>
                <c:pt idx="626">
                  <c:v>1100</c:v>
                </c:pt>
                <c:pt idx="627">
                  <c:v>1150</c:v>
                </c:pt>
                <c:pt idx="628">
                  <c:v>600</c:v>
                </c:pt>
                <c:pt idx="629">
                  <c:v>1468</c:v>
                </c:pt>
                <c:pt idx="630">
                  <c:v>2280</c:v>
                </c:pt>
                <c:pt idx="631">
                  <c:v>1341</c:v>
                </c:pt>
                <c:pt idx="632">
                  <c:v>1279</c:v>
                </c:pt>
                <c:pt idx="633">
                  <c:v>2225</c:v>
                </c:pt>
                <c:pt idx="634">
                  <c:v>1185</c:v>
                </c:pt>
                <c:pt idx="635">
                  <c:v>1750</c:v>
                </c:pt>
                <c:pt idx="636">
                  <c:v>1152</c:v>
                </c:pt>
                <c:pt idx="637">
                  <c:v>1300</c:v>
                </c:pt>
                <c:pt idx="638">
                  <c:v>2760</c:v>
                </c:pt>
                <c:pt idx="639">
                  <c:v>1070</c:v>
                </c:pt>
                <c:pt idx="640">
                  <c:v>1101</c:v>
                </c:pt>
                <c:pt idx="641">
                  <c:v>775</c:v>
                </c:pt>
                <c:pt idx="642">
                  <c:v>667</c:v>
                </c:pt>
                <c:pt idx="643">
                  <c:v>1070</c:v>
                </c:pt>
                <c:pt idx="644">
                  <c:v>1875</c:v>
                </c:pt>
                <c:pt idx="645">
                  <c:v>735</c:v>
                </c:pt>
                <c:pt idx="646">
                  <c:v>1750</c:v>
                </c:pt>
                <c:pt idx="647">
                  <c:v>1215</c:v>
                </c:pt>
                <c:pt idx="648">
                  <c:v>820</c:v>
                </c:pt>
                <c:pt idx="649">
                  <c:v>1177.5</c:v>
                </c:pt>
                <c:pt idx="650">
                  <c:v>1779</c:v>
                </c:pt>
                <c:pt idx="651">
                  <c:v>1105</c:v>
                </c:pt>
                <c:pt idx="652">
                  <c:v>1650</c:v>
                </c:pt>
                <c:pt idx="653">
                  <c:v>1694</c:v>
                </c:pt>
                <c:pt idx="654">
                  <c:v>2376</c:v>
                </c:pt>
                <c:pt idx="655">
                  <c:v>1975</c:v>
                </c:pt>
                <c:pt idx="656">
                  <c:v>674</c:v>
                </c:pt>
                <c:pt idx="657">
                  <c:v>1185</c:v>
                </c:pt>
                <c:pt idx="658">
                  <c:v>445</c:v>
                </c:pt>
                <c:pt idx="659">
                  <c:v>1475</c:v>
                </c:pt>
                <c:pt idx="660">
                  <c:v>1618</c:v>
                </c:pt>
                <c:pt idx="661">
                  <c:v>1120</c:v>
                </c:pt>
                <c:pt idx="662">
                  <c:v>2181</c:v>
                </c:pt>
                <c:pt idx="663">
                  <c:v>1200</c:v>
                </c:pt>
                <c:pt idx="664">
                  <c:v>1556</c:v>
                </c:pt>
                <c:pt idx="665">
                  <c:v>1179</c:v>
                </c:pt>
                <c:pt idx="666">
                  <c:v>1296</c:v>
                </c:pt>
                <c:pt idx="667">
                  <c:v>1275</c:v>
                </c:pt>
                <c:pt idx="668">
                  <c:v>1400</c:v>
                </c:pt>
                <c:pt idx="669">
                  <c:v>1222</c:v>
                </c:pt>
                <c:pt idx="670">
                  <c:v>940</c:v>
                </c:pt>
                <c:pt idx="671">
                  <c:v>1185</c:v>
                </c:pt>
                <c:pt idx="672">
                  <c:v>1779</c:v>
                </c:pt>
                <c:pt idx="673">
                  <c:v>1615</c:v>
                </c:pt>
                <c:pt idx="674">
                  <c:v>1056</c:v>
                </c:pt>
                <c:pt idx="675">
                  <c:v>1100</c:v>
                </c:pt>
                <c:pt idx="676">
                  <c:v>920</c:v>
                </c:pt>
                <c:pt idx="677">
                  <c:v>1602</c:v>
                </c:pt>
                <c:pt idx="678">
                  <c:v>1176</c:v>
                </c:pt>
                <c:pt idx="679">
                  <c:v>1352</c:v>
                </c:pt>
                <c:pt idx="680">
                  <c:v>1717</c:v>
                </c:pt>
                <c:pt idx="681">
                  <c:v>2119</c:v>
                </c:pt>
                <c:pt idx="682">
                  <c:v>1246</c:v>
                </c:pt>
                <c:pt idx="683">
                  <c:v>1141</c:v>
                </c:pt>
                <c:pt idx="684">
                  <c:v>1157</c:v>
                </c:pt>
                <c:pt idx="685">
                  <c:v>1025</c:v>
                </c:pt>
                <c:pt idx="686">
                  <c:v>650</c:v>
                </c:pt>
                <c:pt idx="687">
                  <c:v>1349</c:v>
                </c:pt>
                <c:pt idx="688">
                  <c:v>1566</c:v>
                </c:pt>
                <c:pt idx="689">
                  <c:v>2830</c:v>
                </c:pt>
                <c:pt idx="690">
                  <c:v>1320</c:v>
                </c:pt>
                <c:pt idx="691">
                  <c:v>1780</c:v>
                </c:pt>
                <c:pt idx="692">
                  <c:v>1091</c:v>
                </c:pt>
                <c:pt idx="693">
                  <c:v>918</c:v>
                </c:pt>
                <c:pt idx="694">
                  <c:v>1950</c:v>
                </c:pt>
                <c:pt idx="695">
                  <c:v>1695</c:v>
                </c:pt>
                <c:pt idx="696">
                  <c:v>1705</c:v>
                </c:pt>
                <c:pt idx="697">
                  <c:v>1375</c:v>
                </c:pt>
                <c:pt idx="698">
                  <c:v>525</c:v>
                </c:pt>
                <c:pt idx="699">
                  <c:v>1447</c:v>
                </c:pt>
                <c:pt idx="700">
                  <c:v>1114</c:v>
                </c:pt>
                <c:pt idx="701">
                  <c:v>1450</c:v>
                </c:pt>
                <c:pt idx="702">
                  <c:v>1022</c:v>
                </c:pt>
                <c:pt idx="703">
                  <c:v>1000</c:v>
                </c:pt>
                <c:pt idx="704">
                  <c:v>1128</c:v>
                </c:pt>
                <c:pt idx="705">
                  <c:v>1180</c:v>
                </c:pt>
                <c:pt idx="706">
                  <c:v>1339</c:v>
                </c:pt>
                <c:pt idx="707">
                  <c:v>1400</c:v>
                </c:pt>
                <c:pt idx="708">
                  <c:v>1040</c:v>
                </c:pt>
                <c:pt idx="709">
                  <c:v>1198</c:v>
                </c:pt>
                <c:pt idx="710">
                  <c:v>1200</c:v>
                </c:pt>
                <c:pt idx="711">
                  <c:v>1691</c:v>
                </c:pt>
                <c:pt idx="712">
                  <c:v>1075</c:v>
                </c:pt>
                <c:pt idx="713">
                  <c:v>1240</c:v>
                </c:pt>
                <c:pt idx="714">
                  <c:v>1122.5</c:v>
                </c:pt>
                <c:pt idx="715">
                  <c:v>1665</c:v>
                </c:pt>
                <c:pt idx="716">
                  <c:v>2489</c:v>
                </c:pt>
                <c:pt idx="717">
                  <c:v>1142</c:v>
                </c:pt>
                <c:pt idx="718">
                  <c:v>1976</c:v>
                </c:pt>
                <c:pt idx="719">
                  <c:v>1853</c:v>
                </c:pt>
                <c:pt idx="720">
                  <c:v>1567</c:v>
                </c:pt>
                <c:pt idx="721">
                  <c:v>1090</c:v>
                </c:pt>
                <c:pt idx="722">
                  <c:v>1175</c:v>
                </c:pt>
                <c:pt idx="723">
                  <c:v>1200</c:v>
                </c:pt>
                <c:pt idx="724">
                  <c:v>995</c:v>
                </c:pt>
                <c:pt idx="725">
                  <c:v>884</c:v>
                </c:pt>
                <c:pt idx="726">
                  <c:v>1170</c:v>
                </c:pt>
                <c:pt idx="727">
                  <c:v>1225</c:v>
                </c:pt>
                <c:pt idx="728">
                  <c:v>1342</c:v>
                </c:pt>
                <c:pt idx="729">
                  <c:v>1345</c:v>
                </c:pt>
                <c:pt idx="730">
                  <c:v>1320</c:v>
                </c:pt>
                <c:pt idx="731">
                  <c:v>1140</c:v>
                </c:pt>
                <c:pt idx="732">
                  <c:v>1300</c:v>
                </c:pt>
                <c:pt idx="733">
                  <c:v>1652</c:v>
                </c:pt>
                <c:pt idx="734">
                  <c:v>2072</c:v>
                </c:pt>
                <c:pt idx="735">
                  <c:v>1740</c:v>
                </c:pt>
                <c:pt idx="736">
                  <c:v>1360</c:v>
                </c:pt>
                <c:pt idx="737">
                  <c:v>1145</c:v>
                </c:pt>
                <c:pt idx="738">
                  <c:v>1540</c:v>
                </c:pt>
                <c:pt idx="739">
                  <c:v>1278</c:v>
                </c:pt>
                <c:pt idx="740">
                  <c:v>630</c:v>
                </c:pt>
                <c:pt idx="741">
                  <c:v>1100</c:v>
                </c:pt>
                <c:pt idx="742">
                  <c:v>1200</c:v>
                </c:pt>
                <c:pt idx="743">
                  <c:v>2500</c:v>
                </c:pt>
                <c:pt idx="744">
                  <c:v>582.5</c:v>
                </c:pt>
                <c:pt idx="745">
                  <c:v>1015</c:v>
                </c:pt>
                <c:pt idx="746">
                  <c:v>3300</c:v>
                </c:pt>
                <c:pt idx="747">
                  <c:v>1356</c:v>
                </c:pt>
                <c:pt idx="748">
                  <c:v>823</c:v>
                </c:pt>
                <c:pt idx="749">
                  <c:v>1200</c:v>
                </c:pt>
                <c:pt idx="750">
                  <c:v>1050</c:v>
                </c:pt>
                <c:pt idx="751">
                  <c:v>1180</c:v>
                </c:pt>
                <c:pt idx="752">
                  <c:v>1116</c:v>
                </c:pt>
                <c:pt idx="753">
                  <c:v>1070</c:v>
                </c:pt>
                <c:pt idx="754">
                  <c:v>1385</c:v>
                </c:pt>
                <c:pt idx="755">
                  <c:v>1897</c:v>
                </c:pt>
                <c:pt idx="756">
                  <c:v>1005</c:v>
                </c:pt>
                <c:pt idx="757">
                  <c:v>1575</c:v>
                </c:pt>
                <c:pt idx="758">
                  <c:v>975</c:v>
                </c:pt>
                <c:pt idx="759">
                  <c:v>1904</c:v>
                </c:pt>
                <c:pt idx="760">
                  <c:v>525</c:v>
                </c:pt>
                <c:pt idx="761">
                  <c:v>686</c:v>
                </c:pt>
                <c:pt idx="762">
                  <c:v>2238</c:v>
                </c:pt>
                <c:pt idx="763">
                  <c:v>1174</c:v>
                </c:pt>
                <c:pt idx="764">
                  <c:v>2225</c:v>
                </c:pt>
                <c:pt idx="765">
                  <c:v>918</c:v>
                </c:pt>
                <c:pt idx="766">
                  <c:v>1250</c:v>
                </c:pt>
                <c:pt idx="767">
                  <c:v>1800</c:v>
                </c:pt>
                <c:pt idx="768">
                  <c:v>1170</c:v>
                </c:pt>
                <c:pt idx="769">
                  <c:v>793</c:v>
                </c:pt>
                <c:pt idx="770">
                  <c:v>1710</c:v>
                </c:pt>
                <c:pt idx="771">
                  <c:v>1082</c:v>
                </c:pt>
                <c:pt idx="772">
                  <c:v>1001</c:v>
                </c:pt>
                <c:pt idx="773">
                  <c:v>1590</c:v>
                </c:pt>
                <c:pt idx="774">
                  <c:v>2400</c:v>
                </c:pt>
                <c:pt idx="775">
                  <c:v>1554</c:v>
                </c:pt>
                <c:pt idx="776">
                  <c:v>1142.5</c:v>
                </c:pt>
                <c:pt idx="777">
                  <c:v>4239</c:v>
                </c:pt>
                <c:pt idx="778">
                  <c:v>884</c:v>
                </c:pt>
                <c:pt idx="779">
                  <c:v>1045</c:v>
                </c:pt>
                <c:pt idx="780">
                  <c:v>1019</c:v>
                </c:pt>
                <c:pt idx="781">
                  <c:v>1935</c:v>
                </c:pt>
                <c:pt idx="782">
                  <c:v>1135</c:v>
                </c:pt>
                <c:pt idx="783">
                  <c:v>1680</c:v>
                </c:pt>
                <c:pt idx="784">
                  <c:v>2470</c:v>
                </c:pt>
                <c:pt idx="785">
                  <c:v>2825</c:v>
                </c:pt>
                <c:pt idx="786">
                  <c:v>1800</c:v>
                </c:pt>
                <c:pt idx="787">
                  <c:v>1799</c:v>
                </c:pt>
                <c:pt idx="788">
                  <c:v>400</c:v>
                </c:pt>
                <c:pt idx="789">
                  <c:v>1047</c:v>
                </c:pt>
                <c:pt idx="790">
                  <c:v>1282</c:v>
                </c:pt>
                <c:pt idx="791">
                  <c:v>1020</c:v>
                </c:pt>
                <c:pt idx="792">
                  <c:v>1495</c:v>
                </c:pt>
                <c:pt idx="793">
                  <c:v>3260</c:v>
                </c:pt>
                <c:pt idx="794">
                  <c:v>1611</c:v>
                </c:pt>
                <c:pt idx="795">
                  <c:v>1500</c:v>
                </c:pt>
                <c:pt idx="796">
                  <c:v>1500</c:v>
                </c:pt>
                <c:pt idx="797">
                  <c:v>3206</c:v>
                </c:pt>
                <c:pt idx="798">
                  <c:v>1540</c:v>
                </c:pt>
                <c:pt idx="799">
                  <c:v>1639</c:v>
                </c:pt>
                <c:pt idx="800">
                  <c:v>1303</c:v>
                </c:pt>
                <c:pt idx="801">
                  <c:v>657.5</c:v>
                </c:pt>
                <c:pt idx="802">
                  <c:v>1305</c:v>
                </c:pt>
                <c:pt idx="803">
                  <c:v>1300</c:v>
                </c:pt>
                <c:pt idx="804">
                  <c:v>1440</c:v>
                </c:pt>
                <c:pt idx="805">
                  <c:v>901</c:v>
                </c:pt>
                <c:pt idx="806">
                  <c:v>900</c:v>
                </c:pt>
                <c:pt idx="807">
                  <c:v>1060</c:v>
                </c:pt>
                <c:pt idx="808">
                  <c:v>1020</c:v>
                </c:pt>
                <c:pt idx="809">
                  <c:v>1535</c:v>
                </c:pt>
                <c:pt idx="810">
                  <c:v>530</c:v>
                </c:pt>
                <c:pt idx="811">
                  <c:v>1464</c:v>
                </c:pt>
                <c:pt idx="812">
                  <c:v>1350</c:v>
                </c:pt>
                <c:pt idx="813">
                  <c:v>1115</c:v>
                </c:pt>
                <c:pt idx="814">
                  <c:v>1175</c:v>
                </c:pt>
                <c:pt idx="815">
                  <c:v>1113</c:v>
                </c:pt>
                <c:pt idx="816">
                  <c:v>650</c:v>
                </c:pt>
                <c:pt idx="817">
                  <c:v>1325</c:v>
                </c:pt>
                <c:pt idx="818">
                  <c:v>950</c:v>
                </c:pt>
                <c:pt idx="819">
                  <c:v>1396</c:v>
                </c:pt>
                <c:pt idx="820">
                  <c:v>1050</c:v>
                </c:pt>
                <c:pt idx="821">
                  <c:v>1825</c:v>
                </c:pt>
                <c:pt idx="822">
                  <c:v>1190</c:v>
                </c:pt>
                <c:pt idx="823">
                  <c:v>1220</c:v>
                </c:pt>
                <c:pt idx="824">
                  <c:v>1565</c:v>
                </c:pt>
                <c:pt idx="825">
                  <c:v>1891</c:v>
                </c:pt>
                <c:pt idx="826">
                  <c:v>900</c:v>
                </c:pt>
                <c:pt idx="827">
                  <c:v>1161</c:v>
                </c:pt>
                <c:pt idx="828">
                  <c:v>649.5</c:v>
                </c:pt>
                <c:pt idx="829">
                  <c:v>2400</c:v>
                </c:pt>
                <c:pt idx="830">
                  <c:v>665</c:v>
                </c:pt>
                <c:pt idx="831">
                  <c:v>1175</c:v>
                </c:pt>
                <c:pt idx="832">
                  <c:v>1425</c:v>
                </c:pt>
                <c:pt idx="833">
                  <c:v>1200</c:v>
                </c:pt>
                <c:pt idx="834">
                  <c:v>1255</c:v>
                </c:pt>
                <c:pt idx="835">
                  <c:v>2112.9499999999998</c:v>
                </c:pt>
                <c:pt idx="836">
                  <c:v>600</c:v>
                </c:pt>
                <c:pt idx="837">
                  <c:v>1810</c:v>
                </c:pt>
                <c:pt idx="838">
                  <c:v>1200</c:v>
                </c:pt>
                <c:pt idx="839">
                  <c:v>1033</c:v>
                </c:pt>
                <c:pt idx="840">
                  <c:v>1548</c:v>
                </c:pt>
                <c:pt idx="841">
                  <c:v>1611</c:v>
                </c:pt>
                <c:pt idx="842">
                  <c:v>1400</c:v>
                </c:pt>
                <c:pt idx="843">
                  <c:v>1485</c:v>
                </c:pt>
                <c:pt idx="844">
                  <c:v>1025</c:v>
                </c:pt>
                <c:pt idx="845">
                  <c:v>1225</c:v>
                </c:pt>
                <c:pt idx="846">
                  <c:v>1256</c:v>
                </c:pt>
                <c:pt idx="847">
                  <c:v>2268</c:v>
                </c:pt>
                <c:pt idx="848">
                  <c:v>1100</c:v>
                </c:pt>
                <c:pt idx="849">
                  <c:v>1141</c:v>
                </c:pt>
                <c:pt idx="850">
                  <c:v>400</c:v>
                </c:pt>
                <c:pt idx="851">
                  <c:v>1400</c:v>
                </c:pt>
                <c:pt idx="852">
                  <c:v>4100</c:v>
                </c:pt>
                <c:pt idx="853">
                  <c:v>1175</c:v>
                </c:pt>
                <c:pt idx="854">
                  <c:v>1100</c:v>
                </c:pt>
                <c:pt idx="855">
                  <c:v>1843</c:v>
                </c:pt>
                <c:pt idx="856">
                  <c:v>1460</c:v>
                </c:pt>
                <c:pt idx="857">
                  <c:v>1530</c:v>
                </c:pt>
                <c:pt idx="858">
                  <c:v>1467</c:v>
                </c:pt>
                <c:pt idx="859">
                  <c:v>1246</c:v>
                </c:pt>
                <c:pt idx="860">
                  <c:v>711</c:v>
                </c:pt>
                <c:pt idx="861">
                  <c:v>1194</c:v>
                </c:pt>
                <c:pt idx="862">
                  <c:v>1358</c:v>
                </c:pt>
                <c:pt idx="863">
                  <c:v>1500</c:v>
                </c:pt>
                <c:pt idx="864">
                  <c:v>1420</c:v>
                </c:pt>
                <c:pt idx="865">
                  <c:v>1250</c:v>
                </c:pt>
                <c:pt idx="866">
                  <c:v>1280</c:v>
                </c:pt>
                <c:pt idx="867">
                  <c:v>1209</c:v>
                </c:pt>
                <c:pt idx="868">
                  <c:v>4200</c:v>
                </c:pt>
                <c:pt idx="869">
                  <c:v>1315</c:v>
                </c:pt>
                <c:pt idx="870">
                  <c:v>1800</c:v>
                </c:pt>
                <c:pt idx="871">
                  <c:v>1600</c:v>
                </c:pt>
                <c:pt idx="872">
                  <c:v>1600</c:v>
                </c:pt>
                <c:pt idx="873">
                  <c:v>1563</c:v>
                </c:pt>
                <c:pt idx="874">
                  <c:v>1560</c:v>
                </c:pt>
                <c:pt idx="875">
                  <c:v>2169</c:v>
                </c:pt>
                <c:pt idx="876">
                  <c:v>1050</c:v>
                </c:pt>
                <c:pt idx="877">
                  <c:v>1200</c:v>
                </c:pt>
                <c:pt idx="878">
                  <c:v>1140</c:v>
                </c:pt>
                <c:pt idx="879">
                  <c:v>1560</c:v>
                </c:pt>
                <c:pt idx="880">
                  <c:v>1100</c:v>
                </c:pt>
                <c:pt idx="881">
                  <c:v>1260</c:v>
                </c:pt>
                <c:pt idx="882">
                  <c:v>1036</c:v>
                </c:pt>
                <c:pt idx="883">
                  <c:v>1662</c:v>
                </c:pt>
                <c:pt idx="884">
                  <c:v>1464</c:v>
                </c:pt>
                <c:pt idx="885">
                  <c:v>1234</c:v>
                </c:pt>
                <c:pt idx="886">
                  <c:v>1403</c:v>
                </c:pt>
                <c:pt idx="887">
                  <c:v>1150</c:v>
                </c:pt>
                <c:pt idx="888">
                  <c:v>929</c:v>
                </c:pt>
                <c:pt idx="889">
                  <c:v>1350</c:v>
                </c:pt>
                <c:pt idx="890">
                  <c:v>1135</c:v>
                </c:pt>
                <c:pt idx="891">
                  <c:v>1405</c:v>
                </c:pt>
                <c:pt idx="892">
                  <c:v>1200</c:v>
                </c:pt>
                <c:pt idx="893">
                  <c:v>2805</c:v>
                </c:pt>
                <c:pt idx="894">
                  <c:v>1161</c:v>
                </c:pt>
                <c:pt idx="895">
                  <c:v>1290</c:v>
                </c:pt>
                <c:pt idx="896">
                  <c:v>2557</c:v>
                </c:pt>
                <c:pt idx="897">
                  <c:v>1480</c:v>
                </c:pt>
                <c:pt idx="898">
                  <c:v>1350</c:v>
                </c:pt>
                <c:pt idx="899">
                  <c:v>1580</c:v>
                </c:pt>
                <c:pt idx="900">
                  <c:v>1470</c:v>
                </c:pt>
                <c:pt idx="901">
                  <c:v>500</c:v>
                </c:pt>
                <c:pt idx="902">
                  <c:v>1346</c:v>
                </c:pt>
                <c:pt idx="903">
                  <c:v>1600</c:v>
                </c:pt>
                <c:pt idx="904">
                  <c:v>1200</c:v>
                </c:pt>
                <c:pt idx="905">
                  <c:v>1340</c:v>
                </c:pt>
                <c:pt idx="906">
                  <c:v>918</c:v>
                </c:pt>
                <c:pt idx="907">
                  <c:v>1500</c:v>
                </c:pt>
                <c:pt idx="908">
                  <c:v>1315</c:v>
                </c:pt>
                <c:pt idx="909">
                  <c:v>1390</c:v>
                </c:pt>
                <c:pt idx="910">
                  <c:v>1330</c:v>
                </c:pt>
                <c:pt idx="911">
                  <c:v>3100</c:v>
                </c:pt>
                <c:pt idx="912">
                  <c:v>1824</c:v>
                </c:pt>
                <c:pt idx="913">
                  <c:v>1420</c:v>
                </c:pt>
                <c:pt idx="914">
                  <c:v>750</c:v>
                </c:pt>
                <c:pt idx="915">
                  <c:v>1260</c:v>
                </c:pt>
                <c:pt idx="916">
                  <c:v>1561</c:v>
                </c:pt>
                <c:pt idx="917">
                  <c:v>1060</c:v>
                </c:pt>
                <c:pt idx="918">
                  <c:v>1225</c:v>
                </c:pt>
                <c:pt idx="919">
                  <c:v>2144</c:v>
                </c:pt>
                <c:pt idx="920">
                  <c:v>880</c:v>
                </c:pt>
                <c:pt idx="921">
                  <c:v>1639</c:v>
                </c:pt>
                <c:pt idx="922">
                  <c:v>1240</c:v>
                </c:pt>
                <c:pt idx="923">
                  <c:v>1500</c:v>
                </c:pt>
                <c:pt idx="924">
                  <c:v>1243</c:v>
                </c:pt>
                <c:pt idx="925">
                  <c:v>1575</c:v>
                </c:pt>
                <c:pt idx="926">
                  <c:v>1027</c:v>
                </c:pt>
                <c:pt idx="927">
                  <c:v>1082</c:v>
                </c:pt>
                <c:pt idx="928">
                  <c:v>1637</c:v>
                </c:pt>
                <c:pt idx="929">
                  <c:v>1665</c:v>
                </c:pt>
                <c:pt idx="930">
                  <c:v>1265</c:v>
                </c:pt>
                <c:pt idx="931">
                  <c:v>1691</c:v>
                </c:pt>
                <c:pt idx="932">
                  <c:v>1100</c:v>
                </c:pt>
                <c:pt idx="933">
                  <c:v>1500</c:v>
                </c:pt>
                <c:pt idx="934">
                  <c:v>1666</c:v>
                </c:pt>
                <c:pt idx="935">
                  <c:v>1115</c:v>
                </c:pt>
                <c:pt idx="936">
                  <c:v>1070</c:v>
                </c:pt>
                <c:pt idx="937">
                  <c:v>1128</c:v>
                </c:pt>
                <c:pt idx="938">
                  <c:v>1162</c:v>
                </c:pt>
                <c:pt idx="939">
                  <c:v>1339</c:v>
                </c:pt>
                <c:pt idx="940">
                  <c:v>1192</c:v>
                </c:pt>
                <c:pt idx="941">
                  <c:v>1920</c:v>
                </c:pt>
                <c:pt idx="942">
                  <c:v>1255</c:v>
                </c:pt>
                <c:pt idx="943">
                  <c:v>1357</c:v>
                </c:pt>
                <c:pt idx="944">
                  <c:v>1600</c:v>
                </c:pt>
                <c:pt idx="945">
                  <c:v>1225</c:v>
                </c:pt>
                <c:pt idx="946">
                  <c:v>2400</c:v>
                </c:pt>
                <c:pt idx="947">
                  <c:v>1570</c:v>
                </c:pt>
                <c:pt idx="948">
                  <c:v>1093</c:v>
                </c:pt>
                <c:pt idx="949">
                  <c:v>1865</c:v>
                </c:pt>
                <c:pt idx="950">
                  <c:v>1039</c:v>
                </c:pt>
                <c:pt idx="951">
                  <c:v>1246</c:v>
                </c:pt>
                <c:pt idx="952">
                  <c:v>1985</c:v>
                </c:pt>
                <c:pt idx="953">
                  <c:v>1590</c:v>
                </c:pt>
                <c:pt idx="954">
                  <c:v>775</c:v>
                </c:pt>
                <c:pt idx="955">
                  <c:v>1000</c:v>
                </c:pt>
                <c:pt idx="956">
                  <c:v>1800</c:v>
                </c:pt>
                <c:pt idx="957">
                  <c:v>1035</c:v>
                </c:pt>
                <c:pt idx="958">
                  <c:v>1520</c:v>
                </c:pt>
                <c:pt idx="959">
                  <c:v>1360</c:v>
                </c:pt>
                <c:pt idx="960">
                  <c:v>1117</c:v>
                </c:pt>
                <c:pt idx="961">
                  <c:v>1200</c:v>
                </c:pt>
                <c:pt idx="962">
                  <c:v>1330</c:v>
                </c:pt>
                <c:pt idx="963">
                  <c:v>1937</c:v>
                </c:pt>
                <c:pt idx="964">
                  <c:v>1128</c:v>
                </c:pt>
                <c:pt idx="965">
                  <c:v>1053</c:v>
                </c:pt>
                <c:pt idx="966">
                  <c:v>1198</c:v>
                </c:pt>
                <c:pt idx="967">
                  <c:v>1152</c:v>
                </c:pt>
                <c:pt idx="968">
                  <c:v>1625</c:v>
                </c:pt>
                <c:pt idx="969">
                  <c:v>1397</c:v>
                </c:pt>
                <c:pt idx="970">
                  <c:v>883</c:v>
                </c:pt>
                <c:pt idx="971">
                  <c:v>700</c:v>
                </c:pt>
                <c:pt idx="972">
                  <c:v>1170</c:v>
                </c:pt>
                <c:pt idx="973">
                  <c:v>1200</c:v>
                </c:pt>
                <c:pt idx="974">
                  <c:v>2400</c:v>
                </c:pt>
                <c:pt idx="975">
                  <c:v>1480</c:v>
                </c:pt>
                <c:pt idx="976">
                  <c:v>1897</c:v>
                </c:pt>
                <c:pt idx="977">
                  <c:v>996</c:v>
                </c:pt>
                <c:pt idx="978">
                  <c:v>1875</c:v>
                </c:pt>
                <c:pt idx="979">
                  <c:v>1500</c:v>
                </c:pt>
                <c:pt idx="980">
                  <c:v>1450</c:v>
                </c:pt>
                <c:pt idx="981">
                  <c:v>697</c:v>
                </c:pt>
                <c:pt idx="982">
                  <c:v>710</c:v>
                </c:pt>
                <c:pt idx="983">
                  <c:v>910</c:v>
                </c:pt>
                <c:pt idx="984">
                  <c:v>1025</c:v>
                </c:pt>
                <c:pt idx="985">
                  <c:v>1000</c:v>
                </c:pt>
                <c:pt idx="986">
                  <c:v>1453</c:v>
                </c:pt>
                <c:pt idx="987">
                  <c:v>3335</c:v>
                </c:pt>
                <c:pt idx="988">
                  <c:v>971.5</c:v>
                </c:pt>
                <c:pt idx="989">
                  <c:v>1281</c:v>
                </c:pt>
                <c:pt idx="990">
                  <c:v>565</c:v>
                </c:pt>
                <c:pt idx="991">
                  <c:v>1024</c:v>
                </c:pt>
                <c:pt idx="992">
                  <c:v>1620</c:v>
                </c:pt>
                <c:pt idx="993">
                  <c:v>1254</c:v>
                </c:pt>
                <c:pt idx="994">
                  <c:v>1300</c:v>
                </c:pt>
                <c:pt idx="995">
                  <c:v>1233</c:v>
                </c:pt>
                <c:pt idx="996">
                  <c:v>1510</c:v>
                </c:pt>
                <c:pt idx="997">
                  <c:v>950</c:v>
                </c:pt>
                <c:pt idx="998">
                  <c:v>1945</c:v>
                </c:pt>
                <c:pt idx="999">
                  <c:v>1008</c:v>
                </c:pt>
                <c:pt idx="1000">
                  <c:v>1265</c:v>
                </c:pt>
                <c:pt idx="1001">
                  <c:v>1255</c:v>
                </c:pt>
                <c:pt idx="1002">
                  <c:v>2689</c:v>
                </c:pt>
                <c:pt idx="1003">
                  <c:v>1200</c:v>
                </c:pt>
                <c:pt idx="1004">
                  <c:v>1403</c:v>
                </c:pt>
                <c:pt idx="1005">
                  <c:v>1535</c:v>
                </c:pt>
                <c:pt idx="1006">
                  <c:v>1500</c:v>
                </c:pt>
                <c:pt idx="1007">
                  <c:v>1475</c:v>
                </c:pt>
                <c:pt idx="1008">
                  <c:v>1390</c:v>
                </c:pt>
                <c:pt idx="1009">
                  <c:v>1278</c:v>
                </c:pt>
                <c:pt idx="1010">
                  <c:v>1133</c:v>
                </c:pt>
                <c:pt idx="1011">
                  <c:v>1560</c:v>
                </c:pt>
                <c:pt idx="1012">
                  <c:v>2900</c:v>
                </c:pt>
                <c:pt idx="1013">
                  <c:v>1170</c:v>
                </c:pt>
                <c:pt idx="1014">
                  <c:v>1697</c:v>
                </c:pt>
                <c:pt idx="1015">
                  <c:v>1651</c:v>
                </c:pt>
                <c:pt idx="1016">
                  <c:v>1192</c:v>
                </c:pt>
                <c:pt idx="1017">
                  <c:v>1078</c:v>
                </c:pt>
                <c:pt idx="1018">
                  <c:v>1349</c:v>
                </c:pt>
                <c:pt idx="1019">
                  <c:v>2300</c:v>
                </c:pt>
                <c:pt idx="1020">
                  <c:v>1680</c:v>
                </c:pt>
                <c:pt idx="1021">
                  <c:v>1314</c:v>
                </c:pt>
                <c:pt idx="1022">
                  <c:v>1060</c:v>
                </c:pt>
                <c:pt idx="1023">
                  <c:v>820</c:v>
                </c:pt>
                <c:pt idx="1024">
                  <c:v>2000</c:v>
                </c:pt>
                <c:pt idx="1025">
                  <c:v>856</c:v>
                </c:pt>
                <c:pt idx="1026">
                  <c:v>1621</c:v>
                </c:pt>
                <c:pt idx="1027">
                  <c:v>1200</c:v>
                </c:pt>
                <c:pt idx="1028">
                  <c:v>1484</c:v>
                </c:pt>
                <c:pt idx="1029">
                  <c:v>500</c:v>
                </c:pt>
                <c:pt idx="1030">
                  <c:v>485</c:v>
                </c:pt>
                <c:pt idx="1031">
                  <c:v>1050</c:v>
                </c:pt>
                <c:pt idx="1032">
                  <c:v>1617</c:v>
                </c:pt>
                <c:pt idx="1033">
                  <c:v>550</c:v>
                </c:pt>
                <c:pt idx="1034">
                  <c:v>1384</c:v>
                </c:pt>
                <c:pt idx="1035">
                  <c:v>1408</c:v>
                </c:pt>
                <c:pt idx="1036">
                  <c:v>1150</c:v>
                </c:pt>
                <c:pt idx="1037">
                  <c:v>1410</c:v>
                </c:pt>
                <c:pt idx="1038">
                  <c:v>2150</c:v>
                </c:pt>
                <c:pt idx="1039">
                  <c:v>1508</c:v>
                </c:pt>
                <c:pt idx="1040">
                  <c:v>1040</c:v>
                </c:pt>
                <c:pt idx="1041">
                  <c:v>1240</c:v>
                </c:pt>
                <c:pt idx="1042">
                  <c:v>1535</c:v>
                </c:pt>
                <c:pt idx="1043">
                  <c:v>1180</c:v>
                </c:pt>
                <c:pt idx="1044">
                  <c:v>2200</c:v>
                </c:pt>
                <c:pt idx="1045">
                  <c:v>1400</c:v>
                </c:pt>
                <c:pt idx="1046">
                  <c:v>500</c:v>
                </c:pt>
                <c:pt idx="1047">
                  <c:v>1984</c:v>
                </c:pt>
                <c:pt idx="1048">
                  <c:v>3000</c:v>
                </c:pt>
                <c:pt idx="1049">
                  <c:v>1960</c:v>
                </c:pt>
                <c:pt idx="1050">
                  <c:v>1035</c:v>
                </c:pt>
                <c:pt idx="1051">
                  <c:v>2150</c:v>
                </c:pt>
                <c:pt idx="1052">
                  <c:v>1700</c:v>
                </c:pt>
                <c:pt idx="1053">
                  <c:v>3024</c:v>
                </c:pt>
                <c:pt idx="1054">
                  <c:v>1586</c:v>
                </c:pt>
                <c:pt idx="1055">
                  <c:v>2264</c:v>
                </c:pt>
                <c:pt idx="1056">
                  <c:v>2325</c:v>
                </c:pt>
                <c:pt idx="1057">
                  <c:v>1120</c:v>
                </c:pt>
                <c:pt idx="1058">
                  <c:v>1662</c:v>
                </c:pt>
                <c:pt idx="1059">
                  <c:v>1128</c:v>
                </c:pt>
                <c:pt idx="1060">
                  <c:v>924</c:v>
                </c:pt>
                <c:pt idx="1061">
                  <c:v>1600</c:v>
                </c:pt>
                <c:pt idx="1062">
                  <c:v>1006</c:v>
                </c:pt>
                <c:pt idx="1063">
                  <c:v>1200</c:v>
                </c:pt>
                <c:pt idx="1064">
                  <c:v>1250</c:v>
                </c:pt>
                <c:pt idx="1065">
                  <c:v>957</c:v>
                </c:pt>
                <c:pt idx="1066">
                  <c:v>1140</c:v>
                </c:pt>
                <c:pt idx="1067">
                  <c:v>1050</c:v>
                </c:pt>
                <c:pt idx="1068">
                  <c:v>1565</c:v>
                </c:pt>
                <c:pt idx="1069">
                  <c:v>1190</c:v>
                </c:pt>
                <c:pt idx="1070">
                  <c:v>1558.67</c:v>
                </c:pt>
                <c:pt idx="1071">
                  <c:v>630</c:v>
                </c:pt>
                <c:pt idx="1072">
                  <c:v>1403</c:v>
                </c:pt>
                <c:pt idx="1073">
                  <c:v>1542</c:v>
                </c:pt>
                <c:pt idx="1074">
                  <c:v>2750</c:v>
                </c:pt>
                <c:pt idx="1075">
                  <c:v>1635</c:v>
                </c:pt>
                <c:pt idx="1076">
                  <c:v>1239</c:v>
                </c:pt>
                <c:pt idx="1077">
                  <c:v>1194</c:v>
                </c:pt>
                <c:pt idx="1078">
                  <c:v>1596</c:v>
                </c:pt>
                <c:pt idx="1079">
                  <c:v>1009</c:v>
                </c:pt>
                <c:pt idx="1080">
                  <c:v>1726</c:v>
                </c:pt>
                <c:pt idx="1081">
                  <c:v>1535</c:v>
                </c:pt>
                <c:pt idx="1082">
                  <c:v>1300</c:v>
                </c:pt>
                <c:pt idx="1083">
                  <c:v>1800</c:v>
                </c:pt>
                <c:pt idx="1084">
                  <c:v>665</c:v>
                </c:pt>
                <c:pt idx="1085">
                  <c:v>1500</c:v>
                </c:pt>
                <c:pt idx="1086">
                  <c:v>925</c:v>
                </c:pt>
                <c:pt idx="1087">
                  <c:v>3356</c:v>
                </c:pt>
                <c:pt idx="1088">
                  <c:v>1395</c:v>
                </c:pt>
                <c:pt idx="1089">
                  <c:v>1415</c:v>
                </c:pt>
                <c:pt idx="1090">
                  <c:v>1419</c:v>
                </c:pt>
                <c:pt idx="1091">
                  <c:v>1121</c:v>
                </c:pt>
                <c:pt idx="1092">
                  <c:v>1082</c:v>
                </c:pt>
                <c:pt idx="1093">
                  <c:v>1100</c:v>
                </c:pt>
                <c:pt idx="1094">
                  <c:v>1606</c:v>
                </c:pt>
                <c:pt idx="1095">
                  <c:v>1650</c:v>
                </c:pt>
                <c:pt idx="1096">
                  <c:v>1206</c:v>
                </c:pt>
                <c:pt idx="1097">
                  <c:v>1495</c:v>
                </c:pt>
                <c:pt idx="1098">
                  <c:v>710</c:v>
                </c:pt>
                <c:pt idx="1099">
                  <c:v>1210</c:v>
                </c:pt>
                <c:pt idx="1100">
                  <c:v>1523</c:v>
                </c:pt>
                <c:pt idx="1101">
                  <c:v>1232</c:v>
                </c:pt>
                <c:pt idx="1102">
                  <c:v>680</c:v>
                </c:pt>
                <c:pt idx="1103">
                  <c:v>1355</c:v>
                </c:pt>
                <c:pt idx="1104">
                  <c:v>1430</c:v>
                </c:pt>
                <c:pt idx="1105">
                  <c:v>1275</c:v>
                </c:pt>
                <c:pt idx="1106">
                  <c:v>1070</c:v>
                </c:pt>
                <c:pt idx="1107">
                  <c:v>1200</c:v>
                </c:pt>
                <c:pt idx="1108">
                  <c:v>2000</c:v>
                </c:pt>
                <c:pt idx="1109">
                  <c:v>1200</c:v>
                </c:pt>
                <c:pt idx="1110">
                  <c:v>1610</c:v>
                </c:pt>
                <c:pt idx="1111">
                  <c:v>1140</c:v>
                </c:pt>
                <c:pt idx="1112">
                  <c:v>1143</c:v>
                </c:pt>
                <c:pt idx="1113">
                  <c:v>1530</c:v>
                </c:pt>
                <c:pt idx="1114">
                  <c:v>980</c:v>
                </c:pt>
                <c:pt idx="1115">
                  <c:v>1485</c:v>
                </c:pt>
                <c:pt idx="1116">
                  <c:v>1500</c:v>
                </c:pt>
                <c:pt idx="1117">
                  <c:v>1280</c:v>
                </c:pt>
                <c:pt idx="1118">
                  <c:v>1265</c:v>
                </c:pt>
                <c:pt idx="1119">
                  <c:v>1132</c:v>
                </c:pt>
                <c:pt idx="1120">
                  <c:v>1262</c:v>
                </c:pt>
                <c:pt idx="1121">
                  <c:v>940</c:v>
                </c:pt>
                <c:pt idx="1122">
                  <c:v>1515</c:v>
                </c:pt>
                <c:pt idx="1123">
                  <c:v>1840</c:v>
                </c:pt>
                <c:pt idx="1124">
                  <c:v>890</c:v>
                </c:pt>
                <c:pt idx="1125">
                  <c:v>1655</c:v>
                </c:pt>
                <c:pt idx="1126">
                  <c:v>2060</c:v>
                </c:pt>
                <c:pt idx="1127">
                  <c:v>1730</c:v>
                </c:pt>
                <c:pt idx="1128">
                  <c:v>2195</c:v>
                </c:pt>
                <c:pt idx="1129">
                  <c:v>1650</c:v>
                </c:pt>
                <c:pt idx="1130">
                  <c:v>1200</c:v>
                </c:pt>
                <c:pt idx="1131">
                  <c:v>1079</c:v>
                </c:pt>
                <c:pt idx="1132">
                  <c:v>1085</c:v>
                </c:pt>
                <c:pt idx="1133">
                  <c:v>5000</c:v>
                </c:pt>
                <c:pt idx="1134">
                  <c:v>1075</c:v>
                </c:pt>
                <c:pt idx="1135">
                  <c:v>1380</c:v>
                </c:pt>
                <c:pt idx="1136">
                  <c:v>1450</c:v>
                </c:pt>
                <c:pt idx="1137">
                  <c:v>1200</c:v>
                </c:pt>
                <c:pt idx="1138">
                  <c:v>1639</c:v>
                </c:pt>
                <c:pt idx="1139">
                  <c:v>1200</c:v>
                </c:pt>
                <c:pt idx="1140">
                  <c:v>1739</c:v>
                </c:pt>
                <c:pt idx="1141">
                  <c:v>935</c:v>
                </c:pt>
                <c:pt idx="1142">
                  <c:v>510</c:v>
                </c:pt>
                <c:pt idx="1143">
                  <c:v>1178</c:v>
                </c:pt>
                <c:pt idx="1144">
                  <c:v>1375</c:v>
                </c:pt>
                <c:pt idx="1145">
                  <c:v>1065</c:v>
                </c:pt>
                <c:pt idx="1146">
                  <c:v>1450</c:v>
                </c:pt>
                <c:pt idx="1147">
                  <c:v>999</c:v>
                </c:pt>
                <c:pt idx="1148">
                  <c:v>1350</c:v>
                </c:pt>
                <c:pt idx="1149">
                  <c:v>1100</c:v>
                </c:pt>
                <c:pt idx="1150">
                  <c:v>1835</c:v>
                </c:pt>
                <c:pt idx="1151">
                  <c:v>2090</c:v>
                </c:pt>
                <c:pt idx="1152">
                  <c:v>1519</c:v>
                </c:pt>
                <c:pt idx="1153">
                  <c:v>1267</c:v>
                </c:pt>
                <c:pt idx="1154">
                  <c:v>1150</c:v>
                </c:pt>
                <c:pt idx="1155">
                  <c:v>1146</c:v>
                </c:pt>
                <c:pt idx="1156">
                  <c:v>1550</c:v>
                </c:pt>
                <c:pt idx="1157">
                  <c:v>850</c:v>
                </c:pt>
                <c:pt idx="1158">
                  <c:v>2200</c:v>
                </c:pt>
                <c:pt idx="1159">
                  <c:v>785</c:v>
                </c:pt>
                <c:pt idx="1160">
                  <c:v>1610</c:v>
                </c:pt>
                <c:pt idx="1161">
                  <c:v>921</c:v>
                </c:pt>
                <c:pt idx="1162">
                  <c:v>2700</c:v>
                </c:pt>
                <c:pt idx="1163">
                  <c:v>1700</c:v>
                </c:pt>
                <c:pt idx="1164">
                  <c:v>1020</c:v>
                </c:pt>
                <c:pt idx="1165">
                  <c:v>1090</c:v>
                </c:pt>
                <c:pt idx="1166">
                  <c:v>1027</c:v>
                </c:pt>
                <c:pt idx="1167">
                  <c:v>1185</c:v>
                </c:pt>
                <c:pt idx="1168">
                  <c:v>850</c:v>
                </c:pt>
                <c:pt idx="1169">
                  <c:v>1197</c:v>
                </c:pt>
                <c:pt idx="1170">
                  <c:v>920</c:v>
                </c:pt>
                <c:pt idx="1171">
                  <c:v>1105</c:v>
                </c:pt>
                <c:pt idx="1172">
                  <c:v>1850</c:v>
                </c:pt>
                <c:pt idx="1173">
                  <c:v>1300</c:v>
                </c:pt>
                <c:pt idx="1174">
                  <c:v>1595</c:v>
                </c:pt>
                <c:pt idx="1175">
                  <c:v>755</c:v>
                </c:pt>
                <c:pt idx="1176">
                  <c:v>4050</c:v>
                </c:pt>
                <c:pt idx="1177">
                  <c:v>1300</c:v>
                </c:pt>
                <c:pt idx="1178">
                  <c:v>1215</c:v>
                </c:pt>
                <c:pt idx="1179">
                  <c:v>900</c:v>
                </c:pt>
                <c:pt idx="1180">
                  <c:v>1145</c:v>
                </c:pt>
                <c:pt idx="1181">
                  <c:v>1093</c:v>
                </c:pt>
                <c:pt idx="1182">
                  <c:v>1213</c:v>
                </c:pt>
                <c:pt idx="1183">
                  <c:v>1654</c:v>
                </c:pt>
                <c:pt idx="1184">
                  <c:v>1105</c:v>
                </c:pt>
                <c:pt idx="1185">
                  <c:v>1611</c:v>
                </c:pt>
                <c:pt idx="1186">
                  <c:v>1367</c:v>
                </c:pt>
                <c:pt idx="1187">
                  <c:v>1010</c:v>
                </c:pt>
                <c:pt idx="1188">
                  <c:v>750</c:v>
                </c:pt>
                <c:pt idx="1189">
                  <c:v>1535</c:v>
                </c:pt>
                <c:pt idx="1190">
                  <c:v>620</c:v>
                </c:pt>
                <c:pt idx="1191">
                  <c:v>982</c:v>
                </c:pt>
                <c:pt idx="1192">
                  <c:v>1700</c:v>
                </c:pt>
                <c:pt idx="1193">
                  <c:v>1330</c:v>
                </c:pt>
                <c:pt idx="1194">
                  <c:v>2500</c:v>
                </c:pt>
                <c:pt idx="1195">
                  <c:v>1475</c:v>
                </c:pt>
                <c:pt idx="1196">
                  <c:v>1410</c:v>
                </c:pt>
                <c:pt idx="1197">
                  <c:v>440</c:v>
                </c:pt>
                <c:pt idx="1198">
                  <c:v>1614</c:v>
                </c:pt>
                <c:pt idx="1199">
                  <c:v>1363</c:v>
                </c:pt>
                <c:pt idx="1200">
                  <c:v>650</c:v>
                </c:pt>
                <c:pt idx="1201">
                  <c:v>1015</c:v>
                </c:pt>
                <c:pt idx="1202">
                  <c:v>1156</c:v>
                </c:pt>
                <c:pt idx="1203">
                  <c:v>1100</c:v>
                </c:pt>
                <c:pt idx="1204">
                  <c:v>1455</c:v>
                </c:pt>
                <c:pt idx="1205">
                  <c:v>930</c:v>
                </c:pt>
                <c:pt idx="1206">
                  <c:v>1650</c:v>
                </c:pt>
                <c:pt idx="1207">
                  <c:v>1200</c:v>
                </c:pt>
                <c:pt idx="1208">
                  <c:v>2900</c:v>
                </c:pt>
                <c:pt idx="1209">
                  <c:v>1890</c:v>
                </c:pt>
                <c:pt idx="1210">
                  <c:v>1240</c:v>
                </c:pt>
                <c:pt idx="1211">
                  <c:v>1440</c:v>
                </c:pt>
                <c:pt idx="1212">
                  <c:v>650</c:v>
                </c:pt>
                <c:pt idx="1213">
                  <c:v>764</c:v>
                </c:pt>
                <c:pt idx="1214">
                  <c:v>1693</c:v>
                </c:pt>
                <c:pt idx="1215">
                  <c:v>1445</c:v>
                </c:pt>
                <c:pt idx="1216">
                  <c:v>900</c:v>
                </c:pt>
                <c:pt idx="1217">
                  <c:v>1030</c:v>
                </c:pt>
                <c:pt idx="1218">
                  <c:v>1381</c:v>
                </c:pt>
                <c:pt idx="1219">
                  <c:v>1100</c:v>
                </c:pt>
                <c:pt idx="1220">
                  <c:v>1575</c:v>
                </c:pt>
                <c:pt idx="1221">
                  <c:v>1200</c:v>
                </c:pt>
                <c:pt idx="1222">
                  <c:v>1200</c:v>
                </c:pt>
                <c:pt idx="1223">
                  <c:v>1080</c:v>
                </c:pt>
                <c:pt idx="1224">
                  <c:v>2280</c:v>
                </c:pt>
                <c:pt idx="1225">
                  <c:v>1360</c:v>
                </c:pt>
                <c:pt idx="1226">
                  <c:v>1865</c:v>
                </c:pt>
                <c:pt idx="1227">
                  <c:v>1157</c:v>
                </c:pt>
                <c:pt idx="1228">
                  <c:v>674</c:v>
                </c:pt>
                <c:pt idx="1229">
                  <c:v>1405</c:v>
                </c:pt>
                <c:pt idx="1230">
                  <c:v>1160</c:v>
                </c:pt>
                <c:pt idx="1231">
                  <c:v>1790</c:v>
                </c:pt>
                <c:pt idx="1232">
                  <c:v>1128</c:v>
                </c:pt>
                <c:pt idx="1233">
                  <c:v>1180</c:v>
                </c:pt>
                <c:pt idx="1234">
                  <c:v>1450</c:v>
                </c:pt>
                <c:pt idx="1235">
                  <c:v>340</c:v>
                </c:pt>
                <c:pt idx="1236">
                  <c:v>2000</c:v>
                </c:pt>
                <c:pt idx="1237">
                  <c:v>1050</c:v>
                </c:pt>
                <c:pt idx="1238">
                  <c:v>1125</c:v>
                </c:pt>
                <c:pt idx="1239">
                  <c:v>1246</c:v>
                </c:pt>
                <c:pt idx="1240">
                  <c:v>1372</c:v>
                </c:pt>
                <c:pt idx="1241">
                  <c:v>1330</c:v>
                </c:pt>
                <c:pt idx="1242">
                  <c:v>2465</c:v>
                </c:pt>
                <c:pt idx="1243">
                  <c:v>1300</c:v>
                </c:pt>
                <c:pt idx="1244">
                  <c:v>1065</c:v>
                </c:pt>
                <c:pt idx="1245">
                  <c:v>700</c:v>
                </c:pt>
                <c:pt idx="1246">
                  <c:v>687.32500000000005</c:v>
                </c:pt>
                <c:pt idx="1247">
                  <c:v>1050</c:v>
                </c:pt>
                <c:pt idx="1248">
                  <c:v>1250</c:v>
                </c:pt>
                <c:pt idx="1249">
                  <c:v>865</c:v>
                </c:pt>
                <c:pt idx="1250">
                  <c:v>1200</c:v>
                </c:pt>
                <c:pt idx="1251">
                  <c:v>1756</c:v>
                </c:pt>
                <c:pt idx="1252">
                  <c:v>628</c:v>
                </c:pt>
                <c:pt idx="1253">
                  <c:v>1207</c:v>
                </c:pt>
                <c:pt idx="1254">
                  <c:v>1765</c:v>
                </c:pt>
                <c:pt idx="1255">
                  <c:v>1130</c:v>
                </c:pt>
                <c:pt idx="1256">
                  <c:v>1532</c:v>
                </c:pt>
                <c:pt idx="1257">
                  <c:v>1650</c:v>
                </c:pt>
                <c:pt idx="1258">
                  <c:v>1200</c:v>
                </c:pt>
                <c:pt idx="1259">
                  <c:v>804.1</c:v>
                </c:pt>
                <c:pt idx="1260">
                  <c:v>1200</c:v>
                </c:pt>
                <c:pt idx="1261">
                  <c:v>1197</c:v>
                </c:pt>
                <c:pt idx="1262">
                  <c:v>1200</c:v>
                </c:pt>
                <c:pt idx="1263">
                  <c:v>1385</c:v>
                </c:pt>
                <c:pt idx="1264">
                  <c:v>2225</c:v>
                </c:pt>
                <c:pt idx="1265">
                  <c:v>1180</c:v>
                </c:pt>
                <c:pt idx="1266">
                  <c:v>1525</c:v>
                </c:pt>
                <c:pt idx="1267">
                  <c:v>1100</c:v>
                </c:pt>
                <c:pt idx="1268">
                  <c:v>1435</c:v>
                </c:pt>
                <c:pt idx="1269">
                  <c:v>400</c:v>
                </c:pt>
                <c:pt idx="1270">
                  <c:v>1200</c:v>
                </c:pt>
                <c:pt idx="1271">
                  <c:v>1272</c:v>
                </c:pt>
                <c:pt idx="1272">
                  <c:v>1205</c:v>
                </c:pt>
                <c:pt idx="1273">
                  <c:v>980</c:v>
                </c:pt>
                <c:pt idx="1274">
                  <c:v>1225</c:v>
                </c:pt>
                <c:pt idx="1275">
                  <c:v>1541</c:v>
                </c:pt>
                <c:pt idx="1276">
                  <c:v>1610</c:v>
                </c:pt>
                <c:pt idx="1277">
                  <c:v>1694</c:v>
                </c:pt>
                <c:pt idx="1278">
                  <c:v>950</c:v>
                </c:pt>
                <c:pt idx="1279">
                  <c:v>1560</c:v>
                </c:pt>
                <c:pt idx="1280">
                  <c:v>1201</c:v>
                </c:pt>
                <c:pt idx="1281">
                  <c:v>1500</c:v>
                </c:pt>
                <c:pt idx="1282">
                  <c:v>1785</c:v>
                </c:pt>
                <c:pt idx="1283">
                  <c:v>1258</c:v>
                </c:pt>
                <c:pt idx="1284">
                  <c:v>910</c:v>
                </c:pt>
                <c:pt idx="1285">
                  <c:v>1297</c:v>
                </c:pt>
                <c:pt idx="1286">
                  <c:v>1291</c:v>
                </c:pt>
                <c:pt idx="1287">
                  <c:v>1070</c:v>
                </c:pt>
                <c:pt idx="1288">
                  <c:v>1012</c:v>
                </c:pt>
                <c:pt idx="1289">
                  <c:v>1260</c:v>
                </c:pt>
                <c:pt idx="1290">
                  <c:v>1282</c:v>
                </c:pt>
                <c:pt idx="1291">
                  <c:v>1843</c:v>
                </c:pt>
                <c:pt idx="1292">
                  <c:v>2400</c:v>
                </c:pt>
                <c:pt idx="1293">
                  <c:v>3356</c:v>
                </c:pt>
                <c:pt idx="1294">
                  <c:v>2790</c:v>
                </c:pt>
                <c:pt idx="1295">
                  <c:v>1330</c:v>
                </c:pt>
                <c:pt idx="1296">
                  <c:v>1400</c:v>
                </c:pt>
                <c:pt idx="1297">
                  <c:v>1192</c:v>
                </c:pt>
                <c:pt idx="1298">
                  <c:v>1297</c:v>
                </c:pt>
                <c:pt idx="1299">
                  <c:v>615</c:v>
                </c:pt>
                <c:pt idx="1300">
                  <c:v>1490</c:v>
                </c:pt>
                <c:pt idx="1301">
                  <c:v>1373</c:v>
                </c:pt>
                <c:pt idx="1302">
                  <c:v>1035</c:v>
                </c:pt>
                <c:pt idx="1303">
                  <c:v>1010</c:v>
                </c:pt>
                <c:pt idx="1304">
                  <c:v>1195</c:v>
                </c:pt>
                <c:pt idx="1305">
                  <c:v>1750</c:v>
                </c:pt>
                <c:pt idx="1306">
                  <c:v>1052</c:v>
                </c:pt>
                <c:pt idx="1307">
                  <c:v>1180</c:v>
                </c:pt>
                <c:pt idx="1308">
                  <c:v>2100</c:v>
                </c:pt>
                <c:pt idx="1309">
                  <c:v>2863</c:v>
                </c:pt>
                <c:pt idx="1310">
                  <c:v>1128</c:v>
                </c:pt>
                <c:pt idx="1311">
                  <c:v>1120</c:v>
                </c:pt>
                <c:pt idx="1312">
                  <c:v>2424</c:v>
                </c:pt>
                <c:pt idx="1313">
                  <c:v>1300</c:v>
                </c:pt>
                <c:pt idx="1314">
                  <c:v>1090</c:v>
                </c:pt>
                <c:pt idx="1315">
                  <c:v>1330</c:v>
                </c:pt>
                <c:pt idx="1316">
                  <c:v>1427</c:v>
                </c:pt>
                <c:pt idx="1317">
                  <c:v>1294</c:v>
                </c:pt>
                <c:pt idx="1318">
                  <c:v>1580</c:v>
                </c:pt>
                <c:pt idx="1319">
                  <c:v>1808</c:v>
                </c:pt>
                <c:pt idx="1320">
                  <c:v>1194</c:v>
                </c:pt>
                <c:pt idx="1321">
                  <c:v>900</c:v>
                </c:pt>
                <c:pt idx="1322">
                  <c:v>1310</c:v>
                </c:pt>
                <c:pt idx="1323">
                  <c:v>900</c:v>
                </c:pt>
                <c:pt idx="1324">
                  <c:v>1290</c:v>
                </c:pt>
                <c:pt idx="1325">
                  <c:v>3770</c:v>
                </c:pt>
                <c:pt idx="1326">
                  <c:v>1390</c:v>
                </c:pt>
                <c:pt idx="1327">
                  <c:v>1200</c:v>
                </c:pt>
                <c:pt idx="1328">
                  <c:v>845</c:v>
                </c:pt>
                <c:pt idx="1329">
                  <c:v>1537</c:v>
                </c:pt>
                <c:pt idx="1330">
                  <c:v>1135</c:v>
                </c:pt>
                <c:pt idx="1331">
                  <c:v>1512</c:v>
                </c:pt>
                <c:pt idx="1332">
                  <c:v>900</c:v>
                </c:pt>
                <c:pt idx="1333">
                  <c:v>1230</c:v>
                </c:pt>
                <c:pt idx="1334">
                  <c:v>1378</c:v>
                </c:pt>
                <c:pt idx="1335">
                  <c:v>1277</c:v>
                </c:pt>
                <c:pt idx="1336">
                  <c:v>1985</c:v>
                </c:pt>
                <c:pt idx="1337">
                  <c:v>1210</c:v>
                </c:pt>
                <c:pt idx="1338">
                  <c:v>890</c:v>
                </c:pt>
                <c:pt idx="1339">
                  <c:v>1200</c:v>
                </c:pt>
                <c:pt idx="1340">
                  <c:v>3198</c:v>
                </c:pt>
                <c:pt idx="1341">
                  <c:v>1464</c:v>
                </c:pt>
                <c:pt idx="1342">
                  <c:v>2483</c:v>
                </c:pt>
                <c:pt idx="1343">
                  <c:v>1550</c:v>
                </c:pt>
                <c:pt idx="1344">
                  <c:v>975</c:v>
                </c:pt>
                <c:pt idx="1345">
                  <c:v>2500</c:v>
                </c:pt>
                <c:pt idx="1346">
                  <c:v>1690</c:v>
                </c:pt>
                <c:pt idx="1347">
                  <c:v>1063</c:v>
                </c:pt>
                <c:pt idx="1348">
                  <c:v>1600</c:v>
                </c:pt>
                <c:pt idx="1349">
                  <c:v>1250</c:v>
                </c:pt>
                <c:pt idx="1350">
                  <c:v>520</c:v>
                </c:pt>
                <c:pt idx="1351">
                  <c:v>1390</c:v>
                </c:pt>
                <c:pt idx="1352">
                  <c:v>1185</c:v>
                </c:pt>
                <c:pt idx="1353">
                  <c:v>1219</c:v>
                </c:pt>
                <c:pt idx="1354">
                  <c:v>1564</c:v>
                </c:pt>
                <c:pt idx="1355">
                  <c:v>1100</c:v>
                </c:pt>
                <c:pt idx="1356">
                  <c:v>1300</c:v>
                </c:pt>
                <c:pt idx="1357">
                  <c:v>1600</c:v>
                </c:pt>
                <c:pt idx="1358">
                  <c:v>1600</c:v>
                </c:pt>
                <c:pt idx="1359">
                  <c:v>1482</c:v>
                </c:pt>
                <c:pt idx="1360">
                  <c:v>1000</c:v>
                </c:pt>
                <c:pt idx="1361">
                  <c:v>1200</c:v>
                </c:pt>
                <c:pt idx="1362">
                  <c:v>1200</c:v>
                </c:pt>
                <c:pt idx="1363">
                  <c:v>2400</c:v>
                </c:pt>
                <c:pt idx="1364">
                  <c:v>1469</c:v>
                </c:pt>
                <c:pt idx="1365">
                  <c:v>551</c:v>
                </c:pt>
                <c:pt idx="1366">
                  <c:v>1160</c:v>
                </c:pt>
                <c:pt idx="1367">
                  <c:v>1205</c:v>
                </c:pt>
                <c:pt idx="1368">
                  <c:v>1550</c:v>
                </c:pt>
                <c:pt idx="1369">
                  <c:v>1745</c:v>
                </c:pt>
                <c:pt idx="1370">
                  <c:v>1028</c:v>
                </c:pt>
                <c:pt idx="1371">
                  <c:v>1200</c:v>
                </c:pt>
                <c:pt idx="1372">
                  <c:v>1100</c:v>
                </c:pt>
                <c:pt idx="1373">
                  <c:v>1200</c:v>
                </c:pt>
                <c:pt idx="1374">
                  <c:v>1269.72</c:v>
                </c:pt>
                <c:pt idx="1375">
                  <c:v>1266</c:v>
                </c:pt>
                <c:pt idx="1376">
                  <c:v>1060</c:v>
                </c:pt>
                <c:pt idx="1377">
                  <c:v>1168</c:v>
                </c:pt>
                <c:pt idx="1378">
                  <c:v>1552</c:v>
                </c:pt>
                <c:pt idx="1379">
                  <c:v>2038.5</c:v>
                </c:pt>
                <c:pt idx="1380">
                  <c:v>500</c:v>
                </c:pt>
                <c:pt idx="1381">
                  <c:v>1080</c:v>
                </c:pt>
                <c:pt idx="1382">
                  <c:v>2100</c:v>
                </c:pt>
                <c:pt idx="1383">
                  <c:v>1300</c:v>
                </c:pt>
                <c:pt idx="1384">
                  <c:v>920</c:v>
                </c:pt>
                <c:pt idx="1385">
                  <c:v>1310</c:v>
                </c:pt>
                <c:pt idx="1386">
                  <c:v>1650</c:v>
                </c:pt>
                <c:pt idx="1387">
                  <c:v>1515</c:v>
                </c:pt>
                <c:pt idx="1388">
                  <c:v>1157</c:v>
                </c:pt>
                <c:pt idx="1389">
                  <c:v>2400</c:v>
                </c:pt>
                <c:pt idx="1390">
                  <c:v>3000</c:v>
                </c:pt>
                <c:pt idx="1391">
                  <c:v>2200</c:v>
                </c:pt>
                <c:pt idx="1392">
                  <c:v>1243</c:v>
                </c:pt>
                <c:pt idx="1393">
                  <c:v>1530</c:v>
                </c:pt>
                <c:pt idx="1394">
                  <c:v>2070</c:v>
                </c:pt>
                <c:pt idx="1395">
                  <c:v>1815</c:v>
                </c:pt>
                <c:pt idx="1396">
                  <c:v>1000</c:v>
                </c:pt>
                <c:pt idx="1397">
                  <c:v>982</c:v>
                </c:pt>
                <c:pt idx="1398">
                  <c:v>1232</c:v>
                </c:pt>
                <c:pt idx="1399">
                  <c:v>654</c:v>
                </c:pt>
                <c:pt idx="1400">
                  <c:v>1181</c:v>
                </c:pt>
                <c:pt idx="1401">
                  <c:v>1075</c:v>
                </c:pt>
                <c:pt idx="1402">
                  <c:v>1616</c:v>
                </c:pt>
                <c:pt idx="1403">
                  <c:v>1800</c:v>
                </c:pt>
                <c:pt idx="1404">
                  <c:v>1306</c:v>
                </c:pt>
                <c:pt idx="1405">
                  <c:v>1626</c:v>
                </c:pt>
                <c:pt idx="1406">
                  <c:v>2700</c:v>
                </c:pt>
                <c:pt idx="1407">
                  <c:v>1585</c:v>
                </c:pt>
                <c:pt idx="1408">
                  <c:v>1370</c:v>
                </c:pt>
                <c:pt idx="1409">
                  <c:v>1495</c:v>
                </c:pt>
                <c:pt idx="1410">
                  <c:v>2000</c:v>
                </c:pt>
                <c:pt idx="1411">
                  <c:v>1375</c:v>
                </c:pt>
                <c:pt idx="1412">
                  <c:v>1400</c:v>
                </c:pt>
                <c:pt idx="1413">
                  <c:v>665</c:v>
                </c:pt>
                <c:pt idx="1414">
                  <c:v>1150</c:v>
                </c:pt>
                <c:pt idx="1415">
                  <c:v>1080</c:v>
                </c:pt>
                <c:pt idx="1416">
                  <c:v>1645</c:v>
                </c:pt>
                <c:pt idx="1417">
                  <c:v>1760</c:v>
                </c:pt>
                <c:pt idx="1418">
                  <c:v>595</c:v>
                </c:pt>
                <c:pt idx="1419">
                  <c:v>1200</c:v>
                </c:pt>
                <c:pt idx="1420">
                  <c:v>1410</c:v>
                </c:pt>
                <c:pt idx="1421">
                  <c:v>1090</c:v>
                </c:pt>
                <c:pt idx="1422">
                  <c:v>540</c:v>
                </c:pt>
                <c:pt idx="1423">
                  <c:v>1300</c:v>
                </c:pt>
                <c:pt idx="1424">
                  <c:v>1890</c:v>
                </c:pt>
                <c:pt idx="1425">
                  <c:v>1254</c:v>
                </c:pt>
                <c:pt idx="1426">
                  <c:v>2800</c:v>
                </c:pt>
                <c:pt idx="1427">
                  <c:v>1275</c:v>
                </c:pt>
                <c:pt idx="1428">
                  <c:v>1245</c:v>
                </c:pt>
                <c:pt idx="1429">
                  <c:v>1170</c:v>
                </c:pt>
                <c:pt idx="1430">
                  <c:v>1193</c:v>
                </c:pt>
                <c:pt idx="1431">
                  <c:v>850</c:v>
                </c:pt>
                <c:pt idx="1432">
                  <c:v>1678</c:v>
                </c:pt>
                <c:pt idx="1433">
                  <c:v>1600</c:v>
                </c:pt>
                <c:pt idx="1434">
                  <c:v>1750</c:v>
                </c:pt>
                <c:pt idx="1435">
                  <c:v>1125</c:v>
                </c:pt>
                <c:pt idx="1436">
                  <c:v>1200</c:v>
                </c:pt>
                <c:pt idx="1437">
                  <c:v>1000</c:v>
                </c:pt>
                <c:pt idx="1438">
                  <c:v>1320</c:v>
                </c:pt>
                <c:pt idx="1439">
                  <c:v>8000</c:v>
                </c:pt>
                <c:pt idx="1440">
                  <c:v>2422</c:v>
                </c:pt>
                <c:pt idx="1441">
                  <c:v>1100</c:v>
                </c:pt>
                <c:pt idx="1442">
                  <c:v>882</c:v>
                </c:pt>
                <c:pt idx="1443">
                  <c:v>845</c:v>
                </c:pt>
                <c:pt idx="1444">
                  <c:v>883</c:v>
                </c:pt>
                <c:pt idx="1445">
                  <c:v>776.5</c:v>
                </c:pt>
                <c:pt idx="1446">
                  <c:v>1595</c:v>
                </c:pt>
                <c:pt idx="1447">
                  <c:v>1280</c:v>
                </c:pt>
                <c:pt idx="1448">
                  <c:v>920</c:v>
                </c:pt>
                <c:pt idx="1449">
                  <c:v>1300</c:v>
                </c:pt>
                <c:pt idx="1450">
                  <c:v>1757</c:v>
                </c:pt>
                <c:pt idx="1451">
                  <c:v>600</c:v>
                </c:pt>
                <c:pt idx="1452">
                  <c:v>2400</c:v>
                </c:pt>
                <c:pt idx="1453">
                  <c:v>1240</c:v>
                </c:pt>
                <c:pt idx="1454">
                  <c:v>1330</c:v>
                </c:pt>
                <c:pt idx="1455">
                  <c:v>1062</c:v>
                </c:pt>
                <c:pt idx="1456">
                  <c:v>1078</c:v>
                </c:pt>
                <c:pt idx="1457">
                  <c:v>1460</c:v>
                </c:pt>
                <c:pt idx="1458">
                  <c:v>1200</c:v>
                </c:pt>
                <c:pt idx="1459">
                  <c:v>912</c:v>
                </c:pt>
                <c:pt idx="1460">
                  <c:v>2028</c:v>
                </c:pt>
                <c:pt idx="1461">
                  <c:v>980</c:v>
                </c:pt>
                <c:pt idx="1462">
                  <c:v>1000</c:v>
                </c:pt>
                <c:pt idx="1463">
                  <c:v>1050</c:v>
                </c:pt>
                <c:pt idx="1464">
                  <c:v>1875</c:v>
                </c:pt>
                <c:pt idx="1465">
                  <c:v>1065</c:v>
                </c:pt>
                <c:pt idx="1466">
                  <c:v>1800</c:v>
                </c:pt>
                <c:pt idx="1467">
                  <c:v>1163</c:v>
                </c:pt>
                <c:pt idx="1468">
                  <c:v>1098</c:v>
                </c:pt>
                <c:pt idx="1469">
                  <c:v>1725</c:v>
                </c:pt>
                <c:pt idx="1470">
                  <c:v>1128</c:v>
                </c:pt>
                <c:pt idx="1471">
                  <c:v>1705</c:v>
                </c:pt>
                <c:pt idx="1472">
                  <c:v>1418</c:v>
                </c:pt>
                <c:pt idx="1473">
                  <c:v>1100</c:v>
                </c:pt>
                <c:pt idx="1474">
                  <c:v>1464</c:v>
                </c:pt>
                <c:pt idx="1475">
                  <c:v>812</c:v>
                </c:pt>
                <c:pt idx="1476">
                  <c:v>2817.5</c:v>
                </c:pt>
                <c:pt idx="1477">
                  <c:v>1280</c:v>
                </c:pt>
                <c:pt idx="1478">
                  <c:v>1420</c:v>
                </c:pt>
                <c:pt idx="1479">
                  <c:v>2774</c:v>
                </c:pt>
                <c:pt idx="1480">
                  <c:v>2000</c:v>
                </c:pt>
                <c:pt idx="1481">
                  <c:v>1722</c:v>
                </c:pt>
                <c:pt idx="1482">
                  <c:v>840</c:v>
                </c:pt>
                <c:pt idx="1483">
                  <c:v>914</c:v>
                </c:pt>
                <c:pt idx="1484">
                  <c:v>1482</c:v>
                </c:pt>
                <c:pt idx="1485">
                  <c:v>1724</c:v>
                </c:pt>
                <c:pt idx="1486">
                  <c:v>1670</c:v>
                </c:pt>
                <c:pt idx="1487">
                  <c:v>1184</c:v>
                </c:pt>
                <c:pt idx="1488">
                  <c:v>1200</c:v>
                </c:pt>
                <c:pt idx="1489">
                  <c:v>1200</c:v>
                </c:pt>
                <c:pt idx="1490">
                  <c:v>927</c:v>
                </c:pt>
                <c:pt idx="1491">
                  <c:v>1242</c:v>
                </c:pt>
                <c:pt idx="1492">
                  <c:v>1220</c:v>
                </c:pt>
                <c:pt idx="1493">
                  <c:v>1360</c:v>
                </c:pt>
                <c:pt idx="1494">
                  <c:v>2800</c:v>
                </c:pt>
                <c:pt idx="1495">
                  <c:v>1180</c:v>
                </c:pt>
                <c:pt idx="1496">
                  <c:v>1697</c:v>
                </c:pt>
                <c:pt idx="1497">
                  <c:v>550</c:v>
                </c:pt>
                <c:pt idx="1498">
                  <c:v>1225</c:v>
                </c:pt>
                <c:pt idx="1499">
                  <c:v>1690</c:v>
                </c:pt>
                <c:pt idx="1500">
                  <c:v>1488</c:v>
                </c:pt>
                <c:pt idx="1501">
                  <c:v>1250</c:v>
                </c:pt>
                <c:pt idx="1502">
                  <c:v>1027</c:v>
                </c:pt>
                <c:pt idx="1503">
                  <c:v>1699</c:v>
                </c:pt>
                <c:pt idx="1504">
                  <c:v>1205</c:v>
                </c:pt>
                <c:pt idx="1505">
                  <c:v>950</c:v>
                </c:pt>
                <c:pt idx="1506">
                  <c:v>1200</c:v>
                </c:pt>
                <c:pt idx="1507">
                  <c:v>1476</c:v>
                </c:pt>
                <c:pt idx="1508">
                  <c:v>1070</c:v>
                </c:pt>
                <c:pt idx="1509">
                  <c:v>2160</c:v>
                </c:pt>
                <c:pt idx="1510">
                  <c:v>1296</c:v>
                </c:pt>
                <c:pt idx="1511">
                  <c:v>1570</c:v>
                </c:pt>
                <c:pt idx="1512">
                  <c:v>1300</c:v>
                </c:pt>
                <c:pt idx="1513">
                  <c:v>1550</c:v>
                </c:pt>
                <c:pt idx="1514">
                  <c:v>770</c:v>
                </c:pt>
                <c:pt idx="1515">
                  <c:v>1870</c:v>
                </c:pt>
                <c:pt idx="1516">
                  <c:v>1650</c:v>
                </c:pt>
                <c:pt idx="1517">
                  <c:v>1429</c:v>
                </c:pt>
                <c:pt idx="1518">
                  <c:v>1167</c:v>
                </c:pt>
                <c:pt idx="1519">
                  <c:v>1035</c:v>
                </c:pt>
                <c:pt idx="1520">
                  <c:v>1188</c:v>
                </c:pt>
                <c:pt idx="1521">
                  <c:v>1194</c:v>
                </c:pt>
                <c:pt idx="1522">
                  <c:v>1026</c:v>
                </c:pt>
                <c:pt idx="1523">
                  <c:v>1115</c:v>
                </c:pt>
                <c:pt idx="1524">
                  <c:v>1200</c:v>
                </c:pt>
                <c:pt idx="1525">
                  <c:v>2690</c:v>
                </c:pt>
                <c:pt idx="1526">
                  <c:v>975</c:v>
                </c:pt>
                <c:pt idx="1527">
                  <c:v>1900</c:v>
                </c:pt>
                <c:pt idx="1528">
                  <c:v>1101</c:v>
                </c:pt>
                <c:pt idx="1529">
                  <c:v>1700</c:v>
                </c:pt>
                <c:pt idx="1530">
                  <c:v>1258</c:v>
                </c:pt>
                <c:pt idx="1531">
                  <c:v>1560</c:v>
                </c:pt>
                <c:pt idx="1532">
                  <c:v>2790</c:v>
                </c:pt>
                <c:pt idx="1533">
                  <c:v>1494</c:v>
                </c:pt>
                <c:pt idx="1534">
                  <c:v>1482</c:v>
                </c:pt>
                <c:pt idx="1535">
                  <c:v>800</c:v>
                </c:pt>
                <c:pt idx="1536">
                  <c:v>1185</c:v>
                </c:pt>
                <c:pt idx="1537">
                  <c:v>1100</c:v>
                </c:pt>
                <c:pt idx="1538">
                  <c:v>1300</c:v>
                </c:pt>
                <c:pt idx="1539">
                  <c:v>1758</c:v>
                </c:pt>
                <c:pt idx="1540">
                  <c:v>1145</c:v>
                </c:pt>
                <c:pt idx="1541">
                  <c:v>1180</c:v>
                </c:pt>
                <c:pt idx="1542">
                  <c:v>1260</c:v>
                </c:pt>
                <c:pt idx="1543">
                  <c:v>1190</c:v>
                </c:pt>
                <c:pt idx="1544">
                  <c:v>1691</c:v>
                </c:pt>
                <c:pt idx="1545">
                  <c:v>1305</c:v>
                </c:pt>
                <c:pt idx="1546">
                  <c:v>1350</c:v>
                </c:pt>
                <c:pt idx="1547">
                  <c:v>1140</c:v>
                </c:pt>
                <c:pt idx="1548">
                  <c:v>1250</c:v>
                </c:pt>
                <c:pt idx="1549">
                  <c:v>1225</c:v>
                </c:pt>
                <c:pt idx="1550">
                  <c:v>800</c:v>
                </c:pt>
                <c:pt idx="1551">
                  <c:v>1020</c:v>
                </c:pt>
                <c:pt idx="1552">
                  <c:v>2100</c:v>
                </c:pt>
                <c:pt idx="1553">
                  <c:v>1350</c:v>
                </c:pt>
                <c:pt idx="1554">
                  <c:v>925</c:v>
                </c:pt>
                <c:pt idx="1555">
                  <c:v>2000</c:v>
                </c:pt>
                <c:pt idx="1556">
                  <c:v>1510</c:v>
                </c:pt>
                <c:pt idx="1557">
                  <c:v>1614</c:v>
                </c:pt>
                <c:pt idx="1558">
                  <c:v>1200</c:v>
                </c:pt>
                <c:pt idx="1559">
                  <c:v>900</c:v>
                </c:pt>
                <c:pt idx="1560">
                  <c:v>1632</c:v>
                </c:pt>
                <c:pt idx="1561">
                  <c:v>1041</c:v>
                </c:pt>
                <c:pt idx="1562">
                  <c:v>5080</c:v>
                </c:pt>
                <c:pt idx="1563">
                  <c:v>3012</c:v>
                </c:pt>
                <c:pt idx="1564">
                  <c:v>1530</c:v>
                </c:pt>
                <c:pt idx="1565">
                  <c:v>1450</c:v>
                </c:pt>
                <c:pt idx="1566">
                  <c:v>1200</c:v>
                </c:pt>
                <c:pt idx="1567">
                  <c:v>1508</c:v>
                </c:pt>
                <c:pt idx="1568">
                  <c:v>1188</c:v>
                </c:pt>
                <c:pt idx="1569">
                  <c:v>2690</c:v>
                </c:pt>
                <c:pt idx="1570">
                  <c:v>1174</c:v>
                </c:pt>
                <c:pt idx="1571">
                  <c:v>1350</c:v>
                </c:pt>
                <c:pt idx="1572">
                  <c:v>1870</c:v>
                </c:pt>
                <c:pt idx="1573">
                  <c:v>1072</c:v>
                </c:pt>
                <c:pt idx="1574">
                  <c:v>726</c:v>
                </c:pt>
                <c:pt idx="1575">
                  <c:v>1345</c:v>
                </c:pt>
                <c:pt idx="1576">
                  <c:v>1200</c:v>
                </c:pt>
                <c:pt idx="1577">
                  <c:v>980</c:v>
                </c:pt>
                <c:pt idx="1578">
                  <c:v>1050</c:v>
                </c:pt>
                <c:pt idx="1579">
                  <c:v>993</c:v>
                </c:pt>
                <c:pt idx="1580">
                  <c:v>1300</c:v>
                </c:pt>
                <c:pt idx="1581">
                  <c:v>1743</c:v>
                </c:pt>
                <c:pt idx="1582">
                  <c:v>1204</c:v>
                </c:pt>
                <c:pt idx="1583">
                  <c:v>1200</c:v>
                </c:pt>
                <c:pt idx="1584">
                  <c:v>1480</c:v>
                </c:pt>
                <c:pt idx="1585">
                  <c:v>950</c:v>
                </c:pt>
                <c:pt idx="1586">
                  <c:v>640</c:v>
                </c:pt>
                <c:pt idx="1587">
                  <c:v>972</c:v>
                </c:pt>
                <c:pt idx="1588">
                  <c:v>1840</c:v>
                </c:pt>
                <c:pt idx="1589">
                  <c:v>1128</c:v>
                </c:pt>
                <c:pt idx="1590">
                  <c:v>680</c:v>
                </c:pt>
                <c:pt idx="1591">
                  <c:v>1045</c:v>
                </c:pt>
                <c:pt idx="1592">
                  <c:v>955</c:v>
                </c:pt>
                <c:pt idx="1593">
                  <c:v>1360</c:v>
                </c:pt>
                <c:pt idx="1594">
                  <c:v>1150</c:v>
                </c:pt>
                <c:pt idx="1595">
                  <c:v>1115</c:v>
                </c:pt>
                <c:pt idx="1596">
                  <c:v>920</c:v>
                </c:pt>
                <c:pt idx="1597">
                  <c:v>1030</c:v>
                </c:pt>
                <c:pt idx="1598">
                  <c:v>1564</c:v>
                </c:pt>
                <c:pt idx="1599">
                  <c:v>1045</c:v>
                </c:pt>
                <c:pt idx="1600">
                  <c:v>1200</c:v>
                </c:pt>
                <c:pt idx="1601">
                  <c:v>1277</c:v>
                </c:pt>
                <c:pt idx="1602">
                  <c:v>2479.13</c:v>
                </c:pt>
                <c:pt idx="1603">
                  <c:v>1846</c:v>
                </c:pt>
                <c:pt idx="1604">
                  <c:v>1100</c:v>
                </c:pt>
                <c:pt idx="1605">
                  <c:v>1690</c:v>
                </c:pt>
                <c:pt idx="1606">
                  <c:v>1200</c:v>
                </c:pt>
                <c:pt idx="1607">
                  <c:v>3042</c:v>
                </c:pt>
                <c:pt idx="1608">
                  <c:v>1068</c:v>
                </c:pt>
                <c:pt idx="1609">
                  <c:v>1135</c:v>
                </c:pt>
                <c:pt idx="1610">
                  <c:v>1925</c:v>
                </c:pt>
                <c:pt idx="1611">
                  <c:v>1615</c:v>
                </c:pt>
                <c:pt idx="1612">
                  <c:v>650</c:v>
                </c:pt>
                <c:pt idx="1613">
                  <c:v>1150</c:v>
                </c:pt>
                <c:pt idx="1614">
                  <c:v>1410</c:v>
                </c:pt>
                <c:pt idx="1615">
                  <c:v>2000</c:v>
                </c:pt>
                <c:pt idx="1616">
                  <c:v>1354</c:v>
                </c:pt>
                <c:pt idx="1617">
                  <c:v>1050</c:v>
                </c:pt>
                <c:pt idx="1618">
                  <c:v>600</c:v>
                </c:pt>
                <c:pt idx="1619">
                  <c:v>1320</c:v>
                </c:pt>
                <c:pt idx="1620">
                  <c:v>1600</c:v>
                </c:pt>
                <c:pt idx="1621">
                  <c:v>1000</c:v>
                </c:pt>
                <c:pt idx="1622">
                  <c:v>1130</c:v>
                </c:pt>
                <c:pt idx="1623">
                  <c:v>1238</c:v>
                </c:pt>
                <c:pt idx="1624">
                  <c:v>1364</c:v>
                </c:pt>
                <c:pt idx="1625">
                  <c:v>900</c:v>
                </c:pt>
                <c:pt idx="1626">
                  <c:v>1745</c:v>
                </c:pt>
                <c:pt idx="1627">
                  <c:v>1200</c:v>
                </c:pt>
                <c:pt idx="1628">
                  <c:v>1020</c:v>
                </c:pt>
                <c:pt idx="1629">
                  <c:v>1650</c:v>
                </c:pt>
                <c:pt idx="1630">
                  <c:v>1550</c:v>
                </c:pt>
                <c:pt idx="1631">
                  <c:v>1440</c:v>
                </c:pt>
                <c:pt idx="1632">
                  <c:v>1329</c:v>
                </c:pt>
                <c:pt idx="1633">
                  <c:v>916</c:v>
                </c:pt>
                <c:pt idx="1634">
                  <c:v>688</c:v>
                </c:pt>
                <c:pt idx="1635">
                  <c:v>1358</c:v>
                </c:pt>
                <c:pt idx="1636">
                  <c:v>1331</c:v>
                </c:pt>
                <c:pt idx="1637">
                  <c:v>686</c:v>
                </c:pt>
                <c:pt idx="1638">
                  <c:v>1050</c:v>
                </c:pt>
                <c:pt idx="1639">
                  <c:v>2106</c:v>
                </c:pt>
                <c:pt idx="1640">
                  <c:v>1718</c:v>
                </c:pt>
                <c:pt idx="1641">
                  <c:v>1530</c:v>
                </c:pt>
                <c:pt idx="1642">
                  <c:v>1206</c:v>
                </c:pt>
                <c:pt idx="1643">
                  <c:v>1075</c:v>
                </c:pt>
                <c:pt idx="1644">
                  <c:v>1200</c:v>
                </c:pt>
                <c:pt idx="1645">
                  <c:v>1936</c:v>
                </c:pt>
                <c:pt idx="1646">
                  <c:v>2172.65</c:v>
                </c:pt>
                <c:pt idx="1647">
                  <c:v>1100</c:v>
                </c:pt>
                <c:pt idx="1648">
                  <c:v>800</c:v>
                </c:pt>
                <c:pt idx="1649">
                  <c:v>1117</c:v>
                </c:pt>
                <c:pt idx="1650">
                  <c:v>1685</c:v>
                </c:pt>
                <c:pt idx="1651">
                  <c:v>740</c:v>
                </c:pt>
                <c:pt idx="1652">
                  <c:v>1500</c:v>
                </c:pt>
                <c:pt idx="1653">
                  <c:v>1800</c:v>
                </c:pt>
                <c:pt idx="1654">
                  <c:v>1700</c:v>
                </c:pt>
                <c:pt idx="1655">
                  <c:v>850</c:v>
                </c:pt>
                <c:pt idx="1656">
                  <c:v>1891</c:v>
                </c:pt>
                <c:pt idx="1657">
                  <c:v>1400</c:v>
                </c:pt>
                <c:pt idx="1658">
                  <c:v>1172</c:v>
                </c:pt>
                <c:pt idx="1659">
                  <c:v>1400</c:v>
                </c:pt>
                <c:pt idx="1660">
                  <c:v>896</c:v>
                </c:pt>
                <c:pt idx="1661">
                  <c:v>1180</c:v>
                </c:pt>
                <c:pt idx="1662">
                  <c:v>850</c:v>
                </c:pt>
                <c:pt idx="1663">
                  <c:v>530</c:v>
                </c:pt>
                <c:pt idx="1664">
                  <c:v>1550</c:v>
                </c:pt>
                <c:pt idx="1665">
                  <c:v>1699</c:v>
                </c:pt>
                <c:pt idx="1666">
                  <c:v>2025</c:v>
                </c:pt>
                <c:pt idx="1667">
                  <c:v>500</c:v>
                </c:pt>
                <c:pt idx="1668">
                  <c:v>500</c:v>
                </c:pt>
                <c:pt idx="1669">
                  <c:v>1146</c:v>
                </c:pt>
                <c:pt idx="1670">
                  <c:v>1455</c:v>
                </c:pt>
                <c:pt idx="1671">
                  <c:v>800</c:v>
                </c:pt>
                <c:pt idx="1672">
                  <c:v>765</c:v>
                </c:pt>
                <c:pt idx="1673">
                  <c:v>1521</c:v>
                </c:pt>
                <c:pt idx="1674">
                  <c:v>1600</c:v>
                </c:pt>
                <c:pt idx="1675">
                  <c:v>1765</c:v>
                </c:pt>
                <c:pt idx="1676">
                  <c:v>1980</c:v>
                </c:pt>
                <c:pt idx="1677">
                  <c:v>1900</c:v>
                </c:pt>
                <c:pt idx="1678">
                  <c:v>1265</c:v>
                </c:pt>
                <c:pt idx="1679">
                  <c:v>1034</c:v>
                </c:pt>
                <c:pt idx="1680">
                  <c:v>1012</c:v>
                </c:pt>
                <c:pt idx="1681">
                  <c:v>1070</c:v>
                </c:pt>
                <c:pt idx="1682">
                  <c:v>1270</c:v>
                </c:pt>
                <c:pt idx="1683">
                  <c:v>2045</c:v>
                </c:pt>
                <c:pt idx="1684">
                  <c:v>1490</c:v>
                </c:pt>
                <c:pt idx="1685">
                  <c:v>883</c:v>
                </c:pt>
                <c:pt idx="1686">
                  <c:v>671</c:v>
                </c:pt>
                <c:pt idx="1687">
                  <c:v>1156</c:v>
                </c:pt>
                <c:pt idx="1688">
                  <c:v>2017</c:v>
                </c:pt>
                <c:pt idx="1689">
                  <c:v>3122</c:v>
                </c:pt>
                <c:pt idx="1690">
                  <c:v>1635</c:v>
                </c:pt>
                <c:pt idx="1691">
                  <c:v>4400</c:v>
                </c:pt>
                <c:pt idx="1692">
                  <c:v>1296</c:v>
                </c:pt>
                <c:pt idx="1693">
                  <c:v>1139</c:v>
                </c:pt>
                <c:pt idx="1694">
                  <c:v>1230</c:v>
                </c:pt>
                <c:pt idx="1695">
                  <c:v>581.91</c:v>
                </c:pt>
                <c:pt idx="1696">
                  <c:v>1245</c:v>
                </c:pt>
                <c:pt idx="1697">
                  <c:v>1158</c:v>
                </c:pt>
                <c:pt idx="1698">
                  <c:v>550</c:v>
                </c:pt>
                <c:pt idx="1699">
                  <c:v>360</c:v>
                </c:pt>
                <c:pt idx="1700">
                  <c:v>1350</c:v>
                </c:pt>
                <c:pt idx="1701">
                  <c:v>1670</c:v>
                </c:pt>
                <c:pt idx="1702">
                  <c:v>1600</c:v>
                </c:pt>
                <c:pt idx="1703">
                  <c:v>1307</c:v>
                </c:pt>
                <c:pt idx="1704">
                  <c:v>1050</c:v>
                </c:pt>
                <c:pt idx="1705">
                  <c:v>1703</c:v>
                </c:pt>
                <c:pt idx="1706">
                  <c:v>1210</c:v>
                </c:pt>
                <c:pt idx="1707">
                  <c:v>1025</c:v>
                </c:pt>
                <c:pt idx="1708">
                  <c:v>1140</c:v>
                </c:pt>
                <c:pt idx="1709">
                  <c:v>1343</c:v>
                </c:pt>
                <c:pt idx="1710">
                  <c:v>1560</c:v>
                </c:pt>
                <c:pt idx="1711">
                  <c:v>925</c:v>
                </c:pt>
                <c:pt idx="1712">
                  <c:v>1420</c:v>
                </c:pt>
                <c:pt idx="1713">
                  <c:v>1415</c:v>
                </c:pt>
                <c:pt idx="1714">
                  <c:v>1210</c:v>
                </c:pt>
                <c:pt idx="1715">
                  <c:v>1852</c:v>
                </c:pt>
                <c:pt idx="1716">
                  <c:v>1250</c:v>
                </c:pt>
                <c:pt idx="1717">
                  <c:v>1100</c:v>
                </c:pt>
                <c:pt idx="1718">
                  <c:v>1150</c:v>
                </c:pt>
                <c:pt idx="1719">
                  <c:v>1100</c:v>
                </c:pt>
                <c:pt idx="1720">
                  <c:v>1350</c:v>
                </c:pt>
                <c:pt idx="1721">
                  <c:v>1546</c:v>
                </c:pt>
                <c:pt idx="1722">
                  <c:v>1424</c:v>
                </c:pt>
                <c:pt idx="1723">
                  <c:v>1398</c:v>
                </c:pt>
                <c:pt idx="1724">
                  <c:v>1200</c:v>
                </c:pt>
                <c:pt idx="1725">
                  <c:v>1476</c:v>
                </c:pt>
                <c:pt idx="1726">
                  <c:v>1322</c:v>
                </c:pt>
                <c:pt idx="1727">
                  <c:v>1100</c:v>
                </c:pt>
                <c:pt idx="1728">
                  <c:v>1285</c:v>
                </c:pt>
                <c:pt idx="1729">
                  <c:v>1150</c:v>
                </c:pt>
                <c:pt idx="1730">
                  <c:v>1430</c:v>
                </c:pt>
                <c:pt idx="1731">
                  <c:v>1350</c:v>
                </c:pt>
                <c:pt idx="1732">
                  <c:v>1185</c:v>
                </c:pt>
                <c:pt idx="1733">
                  <c:v>1760</c:v>
                </c:pt>
                <c:pt idx="1734">
                  <c:v>900</c:v>
                </c:pt>
                <c:pt idx="1735">
                  <c:v>1297</c:v>
                </c:pt>
                <c:pt idx="1736">
                  <c:v>1840</c:v>
                </c:pt>
                <c:pt idx="1737">
                  <c:v>950</c:v>
                </c:pt>
                <c:pt idx="1738">
                  <c:v>950</c:v>
                </c:pt>
                <c:pt idx="1739">
                  <c:v>1277.5</c:v>
                </c:pt>
                <c:pt idx="1740">
                  <c:v>1571</c:v>
                </c:pt>
                <c:pt idx="1741">
                  <c:v>1031</c:v>
                </c:pt>
                <c:pt idx="1742">
                  <c:v>1485</c:v>
                </c:pt>
                <c:pt idx="1743">
                  <c:v>1109</c:v>
                </c:pt>
                <c:pt idx="1744">
                  <c:v>2200</c:v>
                </c:pt>
                <c:pt idx="1745">
                  <c:v>1161</c:v>
                </c:pt>
                <c:pt idx="1746">
                  <c:v>1003</c:v>
                </c:pt>
                <c:pt idx="1747">
                  <c:v>1080</c:v>
                </c:pt>
                <c:pt idx="1748">
                  <c:v>1255</c:v>
                </c:pt>
                <c:pt idx="1749">
                  <c:v>1250</c:v>
                </c:pt>
                <c:pt idx="1750">
                  <c:v>1700</c:v>
                </c:pt>
                <c:pt idx="1751">
                  <c:v>1200</c:v>
                </c:pt>
                <c:pt idx="1752">
                  <c:v>824</c:v>
                </c:pt>
                <c:pt idx="1753">
                  <c:v>1875</c:v>
                </c:pt>
                <c:pt idx="1754">
                  <c:v>1320</c:v>
                </c:pt>
                <c:pt idx="1755">
                  <c:v>1330</c:v>
                </c:pt>
                <c:pt idx="1756">
                  <c:v>1220</c:v>
                </c:pt>
                <c:pt idx="1757">
                  <c:v>1111</c:v>
                </c:pt>
                <c:pt idx="1758">
                  <c:v>1197</c:v>
                </c:pt>
                <c:pt idx="1759">
                  <c:v>2519</c:v>
                </c:pt>
                <c:pt idx="1760">
                  <c:v>1340</c:v>
                </c:pt>
                <c:pt idx="1761">
                  <c:v>1450</c:v>
                </c:pt>
                <c:pt idx="1762">
                  <c:v>1837</c:v>
                </c:pt>
                <c:pt idx="1763">
                  <c:v>1238</c:v>
                </c:pt>
                <c:pt idx="1764">
                  <c:v>1405</c:v>
                </c:pt>
                <c:pt idx="1765">
                  <c:v>1690</c:v>
                </c:pt>
                <c:pt idx="1766">
                  <c:v>1620</c:v>
                </c:pt>
                <c:pt idx="1767">
                  <c:v>1673</c:v>
                </c:pt>
                <c:pt idx="1768">
                  <c:v>1090</c:v>
                </c:pt>
                <c:pt idx="1769">
                  <c:v>1112</c:v>
                </c:pt>
                <c:pt idx="1770">
                  <c:v>1385</c:v>
                </c:pt>
                <c:pt idx="1771">
                  <c:v>545</c:v>
                </c:pt>
                <c:pt idx="1772">
                  <c:v>985</c:v>
                </c:pt>
                <c:pt idx="1773">
                  <c:v>825</c:v>
                </c:pt>
                <c:pt idx="1774">
                  <c:v>1080</c:v>
                </c:pt>
                <c:pt idx="1775">
                  <c:v>1430</c:v>
                </c:pt>
                <c:pt idx="1776">
                  <c:v>1050</c:v>
                </c:pt>
                <c:pt idx="1777">
                  <c:v>2000</c:v>
                </c:pt>
                <c:pt idx="1778">
                  <c:v>1533</c:v>
                </c:pt>
                <c:pt idx="1779">
                  <c:v>1750</c:v>
                </c:pt>
                <c:pt idx="1780">
                  <c:v>1200</c:v>
                </c:pt>
                <c:pt idx="1781">
                  <c:v>1352</c:v>
                </c:pt>
                <c:pt idx="1782">
                  <c:v>1754</c:v>
                </c:pt>
                <c:pt idx="1783">
                  <c:v>1560</c:v>
                </c:pt>
                <c:pt idx="1784">
                  <c:v>3012</c:v>
                </c:pt>
                <c:pt idx="1785">
                  <c:v>1470</c:v>
                </c:pt>
                <c:pt idx="1786">
                  <c:v>1035</c:v>
                </c:pt>
                <c:pt idx="1787">
                  <c:v>1160</c:v>
                </c:pt>
                <c:pt idx="1788">
                  <c:v>1100</c:v>
                </c:pt>
                <c:pt idx="1789">
                  <c:v>1170</c:v>
                </c:pt>
                <c:pt idx="1790">
                  <c:v>595</c:v>
                </c:pt>
                <c:pt idx="1791">
                  <c:v>1650</c:v>
                </c:pt>
                <c:pt idx="1792">
                  <c:v>1375</c:v>
                </c:pt>
                <c:pt idx="1793">
                  <c:v>1235</c:v>
                </c:pt>
                <c:pt idx="1794">
                  <c:v>750</c:v>
                </c:pt>
                <c:pt idx="1795">
                  <c:v>1400</c:v>
                </c:pt>
                <c:pt idx="1796">
                  <c:v>1270</c:v>
                </c:pt>
                <c:pt idx="1797">
                  <c:v>1105</c:v>
                </c:pt>
                <c:pt idx="1798">
                  <c:v>1375</c:v>
                </c:pt>
                <c:pt idx="1799">
                  <c:v>2168</c:v>
                </c:pt>
                <c:pt idx="1800">
                  <c:v>1065</c:v>
                </c:pt>
                <c:pt idx="1801">
                  <c:v>825</c:v>
                </c:pt>
                <c:pt idx="1802">
                  <c:v>1095</c:v>
                </c:pt>
                <c:pt idx="1803">
                  <c:v>1440</c:v>
                </c:pt>
                <c:pt idx="1804">
                  <c:v>870</c:v>
                </c:pt>
                <c:pt idx="1805">
                  <c:v>1195</c:v>
                </c:pt>
                <c:pt idx="1806">
                  <c:v>1200</c:v>
                </c:pt>
                <c:pt idx="1807">
                  <c:v>1530</c:v>
                </c:pt>
                <c:pt idx="1808">
                  <c:v>1708</c:v>
                </c:pt>
                <c:pt idx="1809">
                  <c:v>975</c:v>
                </c:pt>
                <c:pt idx="1810">
                  <c:v>750</c:v>
                </c:pt>
                <c:pt idx="1811">
                  <c:v>1920</c:v>
                </c:pt>
                <c:pt idx="1812">
                  <c:v>1183</c:v>
                </c:pt>
                <c:pt idx="1813">
                  <c:v>1140</c:v>
                </c:pt>
                <c:pt idx="1814">
                  <c:v>1550</c:v>
                </c:pt>
                <c:pt idx="1815">
                  <c:v>1110</c:v>
                </c:pt>
                <c:pt idx="1816">
                  <c:v>1105</c:v>
                </c:pt>
                <c:pt idx="1817">
                  <c:v>1800</c:v>
                </c:pt>
                <c:pt idx="1818">
                  <c:v>2800</c:v>
                </c:pt>
                <c:pt idx="1819">
                  <c:v>1000</c:v>
                </c:pt>
                <c:pt idx="1820">
                  <c:v>1190</c:v>
                </c:pt>
                <c:pt idx="1821">
                  <c:v>3067</c:v>
                </c:pt>
                <c:pt idx="1822">
                  <c:v>1929</c:v>
                </c:pt>
                <c:pt idx="1823">
                  <c:v>1525</c:v>
                </c:pt>
                <c:pt idx="1824">
                  <c:v>1775</c:v>
                </c:pt>
                <c:pt idx="1825">
                  <c:v>1125</c:v>
                </c:pt>
                <c:pt idx="1826">
                  <c:v>900</c:v>
                </c:pt>
                <c:pt idx="1827">
                  <c:v>1155</c:v>
                </c:pt>
                <c:pt idx="1828">
                  <c:v>1200</c:v>
                </c:pt>
                <c:pt idx="1829">
                  <c:v>1268</c:v>
                </c:pt>
                <c:pt idx="1830">
                  <c:v>1500</c:v>
                </c:pt>
                <c:pt idx="1831">
                  <c:v>630</c:v>
                </c:pt>
                <c:pt idx="1832">
                  <c:v>1525</c:v>
                </c:pt>
                <c:pt idx="1833">
                  <c:v>1060</c:v>
                </c:pt>
                <c:pt idx="1834">
                  <c:v>1687</c:v>
                </c:pt>
                <c:pt idx="1835">
                  <c:v>1847</c:v>
                </c:pt>
                <c:pt idx="1836">
                  <c:v>1410</c:v>
                </c:pt>
                <c:pt idx="1837">
                  <c:v>1075</c:v>
                </c:pt>
                <c:pt idx="1838">
                  <c:v>1500</c:v>
                </c:pt>
                <c:pt idx="1839">
                  <c:v>1010</c:v>
                </c:pt>
                <c:pt idx="1840">
                  <c:v>1875</c:v>
                </c:pt>
                <c:pt idx="1841">
                  <c:v>983</c:v>
                </c:pt>
                <c:pt idx="1842">
                  <c:v>1101</c:v>
                </c:pt>
                <c:pt idx="1843">
                  <c:v>1140</c:v>
                </c:pt>
                <c:pt idx="1844">
                  <c:v>1215</c:v>
                </c:pt>
                <c:pt idx="1845">
                  <c:v>1007</c:v>
                </c:pt>
                <c:pt idx="1846">
                  <c:v>2039</c:v>
                </c:pt>
                <c:pt idx="1847">
                  <c:v>1198</c:v>
                </c:pt>
                <c:pt idx="1848">
                  <c:v>1470</c:v>
                </c:pt>
                <c:pt idx="1849">
                  <c:v>1370</c:v>
                </c:pt>
                <c:pt idx="1850">
                  <c:v>1316</c:v>
                </c:pt>
                <c:pt idx="1851">
                  <c:v>1350</c:v>
                </c:pt>
                <c:pt idx="1852">
                  <c:v>1050</c:v>
                </c:pt>
                <c:pt idx="1853">
                  <c:v>1128.76</c:v>
                </c:pt>
                <c:pt idx="1854">
                  <c:v>921</c:v>
                </c:pt>
                <c:pt idx="1855">
                  <c:v>1010</c:v>
                </c:pt>
                <c:pt idx="1856">
                  <c:v>1015</c:v>
                </c:pt>
                <c:pt idx="1857">
                  <c:v>1200</c:v>
                </c:pt>
                <c:pt idx="1858">
                  <c:v>1179</c:v>
                </c:pt>
                <c:pt idx="1859">
                  <c:v>1850</c:v>
                </c:pt>
                <c:pt idx="1860">
                  <c:v>870</c:v>
                </c:pt>
                <c:pt idx="1861">
                  <c:v>1605</c:v>
                </c:pt>
                <c:pt idx="1862">
                  <c:v>2800</c:v>
                </c:pt>
                <c:pt idx="1863">
                  <c:v>2400</c:v>
                </c:pt>
                <c:pt idx="1864">
                  <c:v>1000</c:v>
                </c:pt>
                <c:pt idx="1865">
                  <c:v>1200</c:v>
                </c:pt>
                <c:pt idx="1866">
                  <c:v>1200</c:v>
                </c:pt>
                <c:pt idx="1867">
                  <c:v>1200</c:v>
                </c:pt>
                <c:pt idx="1868">
                  <c:v>1200</c:v>
                </c:pt>
                <c:pt idx="1869">
                  <c:v>1255</c:v>
                </c:pt>
                <c:pt idx="1870">
                  <c:v>1085</c:v>
                </c:pt>
                <c:pt idx="1871">
                  <c:v>1592</c:v>
                </c:pt>
                <c:pt idx="1872">
                  <c:v>1313</c:v>
                </c:pt>
                <c:pt idx="1873">
                  <c:v>1934</c:v>
                </c:pt>
                <c:pt idx="1874">
                  <c:v>1200</c:v>
                </c:pt>
                <c:pt idx="1875">
                  <c:v>3600</c:v>
                </c:pt>
                <c:pt idx="1876">
                  <c:v>935</c:v>
                </c:pt>
                <c:pt idx="1877">
                  <c:v>877</c:v>
                </c:pt>
                <c:pt idx="1878">
                  <c:v>936</c:v>
                </c:pt>
                <c:pt idx="1879">
                  <c:v>1470</c:v>
                </c:pt>
                <c:pt idx="1880">
                  <c:v>1232</c:v>
                </c:pt>
                <c:pt idx="1881">
                  <c:v>2225</c:v>
                </c:pt>
                <c:pt idx="1882">
                  <c:v>1200</c:v>
                </c:pt>
                <c:pt idx="1883">
                  <c:v>1901</c:v>
                </c:pt>
                <c:pt idx="1884">
                  <c:v>1819</c:v>
                </c:pt>
                <c:pt idx="1885">
                  <c:v>1464</c:v>
                </c:pt>
                <c:pt idx="1886">
                  <c:v>1256</c:v>
                </c:pt>
                <c:pt idx="1887">
                  <c:v>1100</c:v>
                </c:pt>
                <c:pt idx="1888">
                  <c:v>1435</c:v>
                </c:pt>
                <c:pt idx="1889">
                  <c:v>3245</c:v>
                </c:pt>
                <c:pt idx="1890">
                  <c:v>1845</c:v>
                </c:pt>
                <c:pt idx="1891">
                  <c:v>2400</c:v>
                </c:pt>
                <c:pt idx="1892">
                  <c:v>1140</c:v>
                </c:pt>
                <c:pt idx="1893">
                  <c:v>1200</c:v>
                </c:pt>
                <c:pt idx="1894">
                  <c:v>2254</c:v>
                </c:pt>
                <c:pt idx="1895">
                  <c:v>1750</c:v>
                </c:pt>
                <c:pt idx="1896">
                  <c:v>1020</c:v>
                </c:pt>
                <c:pt idx="1897">
                  <c:v>515</c:v>
                </c:pt>
                <c:pt idx="1898">
                  <c:v>1893</c:v>
                </c:pt>
                <c:pt idx="1899">
                  <c:v>830</c:v>
                </c:pt>
                <c:pt idx="1900">
                  <c:v>600</c:v>
                </c:pt>
                <c:pt idx="1901">
                  <c:v>1075</c:v>
                </c:pt>
                <c:pt idx="1902">
                  <c:v>1200</c:v>
                </c:pt>
                <c:pt idx="1903">
                  <c:v>1233</c:v>
                </c:pt>
                <c:pt idx="1904">
                  <c:v>1255</c:v>
                </c:pt>
                <c:pt idx="1905">
                  <c:v>1200</c:v>
                </c:pt>
                <c:pt idx="1906">
                  <c:v>2145</c:v>
                </c:pt>
                <c:pt idx="1907">
                  <c:v>1500</c:v>
                </c:pt>
                <c:pt idx="1908">
                  <c:v>740</c:v>
                </c:pt>
                <c:pt idx="1909">
                  <c:v>1250</c:v>
                </c:pt>
                <c:pt idx="1910">
                  <c:v>1210</c:v>
                </c:pt>
                <c:pt idx="1911">
                  <c:v>1525</c:v>
                </c:pt>
                <c:pt idx="1912">
                  <c:v>540</c:v>
                </c:pt>
                <c:pt idx="1913">
                  <c:v>1240</c:v>
                </c:pt>
                <c:pt idx="1914">
                  <c:v>1245</c:v>
                </c:pt>
                <c:pt idx="1915">
                  <c:v>1104</c:v>
                </c:pt>
                <c:pt idx="1916">
                  <c:v>1075</c:v>
                </c:pt>
                <c:pt idx="1917">
                  <c:v>1155</c:v>
                </c:pt>
                <c:pt idx="1918">
                  <c:v>1520</c:v>
                </c:pt>
                <c:pt idx="1919">
                  <c:v>3122</c:v>
                </c:pt>
                <c:pt idx="1920">
                  <c:v>1290</c:v>
                </c:pt>
                <c:pt idx="1921">
                  <c:v>2300</c:v>
                </c:pt>
                <c:pt idx="1922">
                  <c:v>3000</c:v>
                </c:pt>
                <c:pt idx="1923">
                  <c:v>400</c:v>
                </c:pt>
                <c:pt idx="1924">
                  <c:v>1340</c:v>
                </c:pt>
                <c:pt idx="1925">
                  <c:v>987</c:v>
                </c:pt>
                <c:pt idx="1926">
                  <c:v>1720</c:v>
                </c:pt>
                <c:pt idx="1927">
                  <c:v>1040</c:v>
                </c:pt>
                <c:pt idx="1928">
                  <c:v>900</c:v>
                </c:pt>
                <c:pt idx="1929">
                  <c:v>1030</c:v>
                </c:pt>
                <c:pt idx="1930">
                  <c:v>2556</c:v>
                </c:pt>
                <c:pt idx="1931">
                  <c:v>1850</c:v>
                </c:pt>
                <c:pt idx="1932">
                  <c:v>1028</c:v>
                </c:pt>
                <c:pt idx="1933">
                  <c:v>1270</c:v>
                </c:pt>
                <c:pt idx="1934">
                  <c:v>1655</c:v>
                </c:pt>
                <c:pt idx="1935">
                  <c:v>940</c:v>
                </c:pt>
                <c:pt idx="1936">
                  <c:v>1050</c:v>
                </c:pt>
                <c:pt idx="1937">
                  <c:v>946</c:v>
                </c:pt>
                <c:pt idx="1938">
                  <c:v>1726</c:v>
                </c:pt>
                <c:pt idx="1939">
                  <c:v>1404</c:v>
                </c:pt>
                <c:pt idx="1940">
                  <c:v>1525</c:v>
                </c:pt>
                <c:pt idx="1941">
                  <c:v>1025</c:v>
                </c:pt>
                <c:pt idx="1942">
                  <c:v>1575</c:v>
                </c:pt>
                <c:pt idx="1943">
                  <c:v>860</c:v>
                </c:pt>
                <c:pt idx="1944">
                  <c:v>1223</c:v>
                </c:pt>
                <c:pt idx="1945">
                  <c:v>1197</c:v>
                </c:pt>
                <c:pt idx="1946">
                  <c:v>1150</c:v>
                </c:pt>
                <c:pt idx="1947">
                  <c:v>1040</c:v>
                </c:pt>
                <c:pt idx="1948">
                  <c:v>1310</c:v>
                </c:pt>
                <c:pt idx="1949">
                  <c:v>1788</c:v>
                </c:pt>
                <c:pt idx="1950">
                  <c:v>1144</c:v>
                </c:pt>
                <c:pt idx="1951">
                  <c:v>1070</c:v>
                </c:pt>
                <c:pt idx="1952">
                  <c:v>1200</c:v>
                </c:pt>
                <c:pt idx="1953">
                  <c:v>1862</c:v>
                </c:pt>
                <c:pt idx="1954">
                  <c:v>1200</c:v>
                </c:pt>
                <c:pt idx="1955">
                  <c:v>970</c:v>
                </c:pt>
                <c:pt idx="1956">
                  <c:v>1646</c:v>
                </c:pt>
                <c:pt idx="1957">
                  <c:v>1995</c:v>
                </c:pt>
                <c:pt idx="1958">
                  <c:v>1085</c:v>
                </c:pt>
                <c:pt idx="1959">
                  <c:v>1139</c:v>
                </c:pt>
                <c:pt idx="1960">
                  <c:v>1092</c:v>
                </c:pt>
                <c:pt idx="1961">
                  <c:v>1767</c:v>
                </c:pt>
                <c:pt idx="1962">
                  <c:v>1700</c:v>
                </c:pt>
                <c:pt idx="1963">
                  <c:v>1692</c:v>
                </c:pt>
                <c:pt idx="1964">
                  <c:v>1645</c:v>
                </c:pt>
                <c:pt idx="1965">
                  <c:v>1345</c:v>
                </c:pt>
                <c:pt idx="1966">
                  <c:v>1100</c:v>
                </c:pt>
                <c:pt idx="1967">
                  <c:v>1408</c:v>
                </c:pt>
                <c:pt idx="1968">
                  <c:v>2400</c:v>
                </c:pt>
                <c:pt idx="1969">
                  <c:v>1920</c:v>
                </c:pt>
                <c:pt idx="1970">
                  <c:v>2072</c:v>
                </c:pt>
                <c:pt idx="1971">
                  <c:v>2040</c:v>
                </c:pt>
                <c:pt idx="1972">
                  <c:v>1220</c:v>
                </c:pt>
                <c:pt idx="1973">
                  <c:v>1300</c:v>
                </c:pt>
                <c:pt idx="1974">
                  <c:v>1150</c:v>
                </c:pt>
                <c:pt idx="1975">
                  <c:v>1470</c:v>
                </c:pt>
                <c:pt idx="1976">
                  <c:v>1063</c:v>
                </c:pt>
                <c:pt idx="1977">
                  <c:v>1311</c:v>
                </c:pt>
                <c:pt idx="1978">
                  <c:v>1400</c:v>
                </c:pt>
                <c:pt idx="1979">
                  <c:v>1430</c:v>
                </c:pt>
                <c:pt idx="1980">
                  <c:v>1060</c:v>
                </c:pt>
                <c:pt idx="1981">
                  <c:v>1760</c:v>
                </c:pt>
                <c:pt idx="1982">
                  <c:v>2010</c:v>
                </c:pt>
                <c:pt idx="1983">
                  <c:v>1480</c:v>
                </c:pt>
                <c:pt idx="1984">
                  <c:v>1230</c:v>
                </c:pt>
                <c:pt idx="1985">
                  <c:v>1300</c:v>
                </c:pt>
                <c:pt idx="1986">
                  <c:v>1100</c:v>
                </c:pt>
                <c:pt idx="1987">
                  <c:v>1752.12</c:v>
                </c:pt>
                <c:pt idx="1988">
                  <c:v>957</c:v>
                </c:pt>
                <c:pt idx="1989">
                  <c:v>790.5</c:v>
                </c:pt>
                <c:pt idx="1990">
                  <c:v>1942</c:v>
                </c:pt>
                <c:pt idx="1991">
                  <c:v>1000</c:v>
                </c:pt>
                <c:pt idx="1992">
                  <c:v>668</c:v>
                </c:pt>
                <c:pt idx="1993">
                  <c:v>1089</c:v>
                </c:pt>
                <c:pt idx="1994">
                  <c:v>1800</c:v>
                </c:pt>
                <c:pt idx="1995">
                  <c:v>1036</c:v>
                </c:pt>
                <c:pt idx="1996">
                  <c:v>1583</c:v>
                </c:pt>
                <c:pt idx="1997">
                  <c:v>3300</c:v>
                </c:pt>
                <c:pt idx="1998">
                  <c:v>1100</c:v>
                </c:pt>
                <c:pt idx="1999">
                  <c:v>1246</c:v>
                </c:pt>
                <c:pt idx="2000">
                  <c:v>850</c:v>
                </c:pt>
                <c:pt idx="2001">
                  <c:v>1196</c:v>
                </c:pt>
                <c:pt idx="2002">
                  <c:v>1697</c:v>
                </c:pt>
                <c:pt idx="2003">
                  <c:v>1000</c:v>
                </c:pt>
                <c:pt idx="2004">
                  <c:v>1567</c:v>
                </c:pt>
                <c:pt idx="2005">
                  <c:v>1200</c:v>
                </c:pt>
                <c:pt idx="2006">
                  <c:v>950</c:v>
                </c:pt>
                <c:pt idx="2007">
                  <c:v>1022</c:v>
                </c:pt>
                <c:pt idx="2008">
                  <c:v>1018</c:v>
                </c:pt>
                <c:pt idx="2009">
                  <c:v>2000</c:v>
                </c:pt>
                <c:pt idx="2010">
                  <c:v>1322</c:v>
                </c:pt>
                <c:pt idx="2011">
                  <c:v>1800</c:v>
                </c:pt>
                <c:pt idx="2012">
                  <c:v>1460</c:v>
                </c:pt>
                <c:pt idx="2013">
                  <c:v>990</c:v>
                </c:pt>
                <c:pt idx="2014">
                  <c:v>1635</c:v>
                </c:pt>
                <c:pt idx="2015">
                  <c:v>3400</c:v>
                </c:pt>
                <c:pt idx="2016">
                  <c:v>3035</c:v>
                </c:pt>
                <c:pt idx="2017">
                  <c:v>1533</c:v>
                </c:pt>
                <c:pt idx="2018">
                  <c:v>1720</c:v>
                </c:pt>
                <c:pt idx="2019">
                  <c:v>2000</c:v>
                </c:pt>
                <c:pt idx="2020">
                  <c:v>1185</c:v>
                </c:pt>
                <c:pt idx="2021">
                  <c:v>900</c:v>
                </c:pt>
                <c:pt idx="2022">
                  <c:v>395</c:v>
                </c:pt>
                <c:pt idx="2023">
                  <c:v>1031</c:v>
                </c:pt>
                <c:pt idx="2024">
                  <c:v>2650</c:v>
                </c:pt>
                <c:pt idx="2025">
                  <c:v>1330</c:v>
                </c:pt>
                <c:pt idx="2026">
                  <c:v>1259</c:v>
                </c:pt>
                <c:pt idx="2027">
                  <c:v>1570</c:v>
                </c:pt>
                <c:pt idx="2028">
                  <c:v>1075</c:v>
                </c:pt>
                <c:pt idx="2029">
                  <c:v>1216</c:v>
                </c:pt>
                <c:pt idx="2030">
                  <c:v>1428</c:v>
                </c:pt>
                <c:pt idx="2031">
                  <c:v>1160</c:v>
                </c:pt>
                <c:pt idx="2032">
                  <c:v>1475</c:v>
                </c:pt>
                <c:pt idx="2033">
                  <c:v>1754</c:v>
                </c:pt>
                <c:pt idx="2034">
                  <c:v>1639</c:v>
                </c:pt>
                <c:pt idx="2035">
                  <c:v>1804</c:v>
                </c:pt>
                <c:pt idx="2036">
                  <c:v>1200</c:v>
                </c:pt>
                <c:pt idx="2037">
                  <c:v>1135</c:v>
                </c:pt>
                <c:pt idx="2038">
                  <c:v>1260</c:v>
                </c:pt>
                <c:pt idx="2039">
                  <c:v>1440</c:v>
                </c:pt>
                <c:pt idx="2040">
                  <c:v>2160</c:v>
                </c:pt>
                <c:pt idx="2041">
                  <c:v>1220</c:v>
                </c:pt>
                <c:pt idx="2042">
                  <c:v>1200</c:v>
                </c:pt>
                <c:pt idx="2043">
                  <c:v>1300</c:v>
                </c:pt>
                <c:pt idx="2044">
                  <c:v>605</c:v>
                </c:pt>
                <c:pt idx="2045">
                  <c:v>1444</c:v>
                </c:pt>
                <c:pt idx="2046">
                  <c:v>924</c:v>
                </c:pt>
                <c:pt idx="2047">
                  <c:v>1000</c:v>
                </c:pt>
                <c:pt idx="2048">
                  <c:v>845</c:v>
                </c:pt>
                <c:pt idx="2049">
                  <c:v>700</c:v>
                </c:pt>
                <c:pt idx="2050">
                  <c:v>1187</c:v>
                </c:pt>
                <c:pt idx="2051">
                  <c:v>1625</c:v>
                </c:pt>
                <c:pt idx="2052">
                  <c:v>1200</c:v>
                </c:pt>
                <c:pt idx="2053">
                  <c:v>1452.55</c:v>
                </c:pt>
                <c:pt idx="2054">
                  <c:v>2357</c:v>
                </c:pt>
                <c:pt idx="2055">
                  <c:v>1200</c:v>
                </c:pt>
                <c:pt idx="2056">
                  <c:v>1139</c:v>
                </c:pt>
                <c:pt idx="2057">
                  <c:v>1660</c:v>
                </c:pt>
                <c:pt idx="2058">
                  <c:v>1170</c:v>
                </c:pt>
                <c:pt idx="2059">
                  <c:v>1448</c:v>
                </c:pt>
                <c:pt idx="2060">
                  <c:v>1762</c:v>
                </c:pt>
                <c:pt idx="2061">
                  <c:v>1105</c:v>
                </c:pt>
                <c:pt idx="2062">
                  <c:v>1825</c:v>
                </c:pt>
                <c:pt idx="2063">
                  <c:v>296</c:v>
                </c:pt>
                <c:pt idx="2064">
                  <c:v>1185</c:v>
                </c:pt>
                <c:pt idx="2065">
                  <c:v>1320</c:v>
                </c:pt>
                <c:pt idx="2066">
                  <c:v>1058</c:v>
                </c:pt>
                <c:pt idx="2067">
                  <c:v>1220</c:v>
                </c:pt>
                <c:pt idx="2068">
                  <c:v>925</c:v>
                </c:pt>
                <c:pt idx="2069">
                  <c:v>1200</c:v>
                </c:pt>
                <c:pt idx="2070">
                  <c:v>1160</c:v>
                </c:pt>
                <c:pt idx="2071">
                  <c:v>1411</c:v>
                </c:pt>
                <c:pt idx="2072">
                  <c:v>1550</c:v>
                </c:pt>
                <c:pt idx="2073">
                  <c:v>3250</c:v>
                </c:pt>
                <c:pt idx="2074">
                  <c:v>2475</c:v>
                </c:pt>
                <c:pt idx="2075">
                  <c:v>3181</c:v>
                </c:pt>
                <c:pt idx="2076">
                  <c:v>2503</c:v>
                </c:pt>
                <c:pt idx="2077">
                  <c:v>2524</c:v>
                </c:pt>
                <c:pt idx="2078">
                  <c:v>1063</c:v>
                </c:pt>
                <c:pt idx="2079">
                  <c:v>1077</c:v>
                </c:pt>
                <c:pt idx="2080">
                  <c:v>1200</c:v>
                </c:pt>
                <c:pt idx="2081">
                  <c:v>1500</c:v>
                </c:pt>
                <c:pt idx="2082">
                  <c:v>1045</c:v>
                </c:pt>
                <c:pt idx="2083">
                  <c:v>1290</c:v>
                </c:pt>
                <c:pt idx="2084">
                  <c:v>1400</c:v>
                </c:pt>
                <c:pt idx="2085">
                  <c:v>1600</c:v>
                </c:pt>
                <c:pt idx="2086">
                  <c:v>1545</c:v>
                </c:pt>
                <c:pt idx="2087">
                  <c:v>1680</c:v>
                </c:pt>
                <c:pt idx="2088">
                  <c:v>1350</c:v>
                </c:pt>
                <c:pt idx="2089">
                  <c:v>950</c:v>
                </c:pt>
                <c:pt idx="2090">
                  <c:v>1050</c:v>
                </c:pt>
                <c:pt idx="2091">
                  <c:v>1305</c:v>
                </c:pt>
                <c:pt idx="2092">
                  <c:v>2700</c:v>
                </c:pt>
                <c:pt idx="2093">
                  <c:v>1100</c:v>
                </c:pt>
                <c:pt idx="2094">
                  <c:v>3500</c:v>
                </c:pt>
                <c:pt idx="2095">
                  <c:v>1634</c:v>
                </c:pt>
                <c:pt idx="2096">
                  <c:v>1352</c:v>
                </c:pt>
                <c:pt idx="2097">
                  <c:v>1145</c:v>
                </c:pt>
                <c:pt idx="2098">
                  <c:v>1240</c:v>
                </c:pt>
                <c:pt idx="2099">
                  <c:v>2200</c:v>
                </c:pt>
                <c:pt idx="2100">
                  <c:v>1020</c:v>
                </c:pt>
                <c:pt idx="2101">
                  <c:v>1168</c:v>
                </c:pt>
                <c:pt idx="2102">
                  <c:v>1205</c:v>
                </c:pt>
                <c:pt idx="2103">
                  <c:v>1195</c:v>
                </c:pt>
                <c:pt idx="2104">
                  <c:v>1028</c:v>
                </c:pt>
                <c:pt idx="2105">
                  <c:v>1175</c:v>
                </c:pt>
                <c:pt idx="2106">
                  <c:v>1550</c:v>
                </c:pt>
                <c:pt idx="2107">
                  <c:v>1826</c:v>
                </c:pt>
                <c:pt idx="2108">
                  <c:v>2400</c:v>
                </c:pt>
                <c:pt idx="2109">
                  <c:v>1603</c:v>
                </c:pt>
                <c:pt idx="2110">
                  <c:v>1350</c:v>
                </c:pt>
                <c:pt idx="2111">
                  <c:v>714</c:v>
                </c:pt>
                <c:pt idx="2112">
                  <c:v>1215</c:v>
                </c:pt>
                <c:pt idx="2113">
                  <c:v>1405</c:v>
                </c:pt>
                <c:pt idx="2114">
                  <c:v>1142</c:v>
                </c:pt>
                <c:pt idx="2115">
                  <c:v>1870</c:v>
                </c:pt>
                <c:pt idx="2116">
                  <c:v>1313</c:v>
                </c:pt>
                <c:pt idx="2117">
                  <c:v>1945</c:v>
                </c:pt>
                <c:pt idx="2118">
                  <c:v>1573</c:v>
                </c:pt>
                <c:pt idx="2119">
                  <c:v>1255</c:v>
                </c:pt>
                <c:pt idx="2120">
                  <c:v>1400</c:v>
                </c:pt>
                <c:pt idx="2121">
                  <c:v>1235</c:v>
                </c:pt>
                <c:pt idx="2122">
                  <c:v>1380</c:v>
                </c:pt>
                <c:pt idx="2123">
                  <c:v>1238</c:v>
                </c:pt>
                <c:pt idx="2124">
                  <c:v>1465</c:v>
                </c:pt>
                <c:pt idx="2125">
                  <c:v>1418</c:v>
                </c:pt>
                <c:pt idx="2126">
                  <c:v>1650</c:v>
                </c:pt>
                <c:pt idx="2127">
                  <c:v>351</c:v>
                </c:pt>
                <c:pt idx="2128">
                  <c:v>1279</c:v>
                </c:pt>
                <c:pt idx="2129">
                  <c:v>2526</c:v>
                </c:pt>
                <c:pt idx="2130">
                  <c:v>1550</c:v>
                </c:pt>
                <c:pt idx="2131">
                  <c:v>1845</c:v>
                </c:pt>
                <c:pt idx="2132">
                  <c:v>1360</c:v>
                </c:pt>
                <c:pt idx="2133">
                  <c:v>1150</c:v>
                </c:pt>
                <c:pt idx="2134">
                  <c:v>1260</c:v>
                </c:pt>
                <c:pt idx="2135">
                  <c:v>1200</c:v>
                </c:pt>
                <c:pt idx="2136">
                  <c:v>965</c:v>
                </c:pt>
                <c:pt idx="2137">
                  <c:v>1350</c:v>
                </c:pt>
                <c:pt idx="2138">
                  <c:v>1447</c:v>
                </c:pt>
                <c:pt idx="2139">
                  <c:v>1229</c:v>
                </c:pt>
                <c:pt idx="2140">
                  <c:v>1027</c:v>
                </c:pt>
                <c:pt idx="2141">
                  <c:v>1153</c:v>
                </c:pt>
                <c:pt idx="2142">
                  <c:v>2856</c:v>
                </c:pt>
                <c:pt idx="2143">
                  <c:v>1065</c:v>
                </c:pt>
                <c:pt idx="2144">
                  <c:v>1030</c:v>
                </c:pt>
                <c:pt idx="2145">
                  <c:v>1340</c:v>
                </c:pt>
                <c:pt idx="2146">
                  <c:v>600</c:v>
                </c:pt>
                <c:pt idx="2147">
                  <c:v>1410</c:v>
                </c:pt>
                <c:pt idx="2148">
                  <c:v>1055</c:v>
                </c:pt>
                <c:pt idx="2149">
                  <c:v>1304</c:v>
                </c:pt>
                <c:pt idx="2150">
                  <c:v>990</c:v>
                </c:pt>
                <c:pt idx="2151">
                  <c:v>1035</c:v>
                </c:pt>
                <c:pt idx="2152">
                  <c:v>700</c:v>
                </c:pt>
                <c:pt idx="2153">
                  <c:v>1120</c:v>
                </c:pt>
                <c:pt idx="2154">
                  <c:v>1300</c:v>
                </c:pt>
                <c:pt idx="2155">
                  <c:v>1239</c:v>
                </c:pt>
                <c:pt idx="2156">
                  <c:v>1403</c:v>
                </c:pt>
                <c:pt idx="2157">
                  <c:v>1365</c:v>
                </c:pt>
                <c:pt idx="2158">
                  <c:v>1130</c:v>
                </c:pt>
                <c:pt idx="2159">
                  <c:v>1776.42</c:v>
                </c:pt>
                <c:pt idx="2160">
                  <c:v>1194</c:v>
                </c:pt>
                <c:pt idx="2161">
                  <c:v>1107</c:v>
                </c:pt>
                <c:pt idx="2162">
                  <c:v>2319</c:v>
                </c:pt>
                <c:pt idx="2163">
                  <c:v>1520</c:v>
                </c:pt>
                <c:pt idx="2164">
                  <c:v>1536</c:v>
                </c:pt>
                <c:pt idx="2165">
                  <c:v>3000</c:v>
                </c:pt>
                <c:pt idx="2166">
                  <c:v>1050</c:v>
                </c:pt>
                <c:pt idx="2167">
                  <c:v>1850</c:v>
                </c:pt>
                <c:pt idx="2168">
                  <c:v>1112</c:v>
                </c:pt>
                <c:pt idx="2169">
                  <c:v>1535</c:v>
                </c:pt>
                <c:pt idx="2170">
                  <c:v>1050</c:v>
                </c:pt>
                <c:pt idx="2171">
                  <c:v>1250</c:v>
                </c:pt>
                <c:pt idx="2172">
                  <c:v>1187</c:v>
                </c:pt>
                <c:pt idx="2173">
                  <c:v>1164</c:v>
                </c:pt>
                <c:pt idx="2174">
                  <c:v>1395</c:v>
                </c:pt>
                <c:pt idx="2175">
                  <c:v>2072</c:v>
                </c:pt>
                <c:pt idx="2176">
                  <c:v>1450</c:v>
                </c:pt>
                <c:pt idx="2177">
                  <c:v>1550</c:v>
                </c:pt>
                <c:pt idx="2178">
                  <c:v>1315</c:v>
                </c:pt>
                <c:pt idx="2179">
                  <c:v>3067</c:v>
                </c:pt>
                <c:pt idx="2180">
                  <c:v>1210</c:v>
                </c:pt>
                <c:pt idx="2181">
                  <c:v>1075</c:v>
                </c:pt>
                <c:pt idx="2182">
                  <c:v>1215</c:v>
                </c:pt>
                <c:pt idx="2183">
                  <c:v>1470</c:v>
                </c:pt>
                <c:pt idx="2184">
                  <c:v>1590</c:v>
                </c:pt>
                <c:pt idx="2185">
                  <c:v>1050</c:v>
                </c:pt>
                <c:pt idx="2186">
                  <c:v>1306</c:v>
                </c:pt>
                <c:pt idx="2187">
                  <c:v>1445</c:v>
                </c:pt>
                <c:pt idx="2188">
                  <c:v>1220</c:v>
                </c:pt>
                <c:pt idx="2189">
                  <c:v>3190</c:v>
                </c:pt>
                <c:pt idx="2190">
                  <c:v>1215</c:v>
                </c:pt>
                <c:pt idx="2191">
                  <c:v>1920</c:v>
                </c:pt>
                <c:pt idx="2192">
                  <c:v>1390</c:v>
                </c:pt>
                <c:pt idx="2193">
                  <c:v>800</c:v>
                </c:pt>
                <c:pt idx="2194">
                  <c:v>1196</c:v>
                </c:pt>
                <c:pt idx="2195">
                  <c:v>1550</c:v>
                </c:pt>
                <c:pt idx="2196">
                  <c:v>1418</c:v>
                </c:pt>
                <c:pt idx="2197">
                  <c:v>1655</c:v>
                </c:pt>
                <c:pt idx="2198">
                  <c:v>1115</c:v>
                </c:pt>
                <c:pt idx="2199">
                  <c:v>1170</c:v>
                </c:pt>
                <c:pt idx="2200">
                  <c:v>1035</c:v>
                </c:pt>
                <c:pt idx="2201">
                  <c:v>1306</c:v>
                </c:pt>
                <c:pt idx="2202">
                  <c:v>750</c:v>
                </c:pt>
                <c:pt idx="2203">
                  <c:v>1917</c:v>
                </c:pt>
                <c:pt idx="2204">
                  <c:v>1615</c:v>
                </c:pt>
                <c:pt idx="2205">
                  <c:v>1071</c:v>
                </c:pt>
                <c:pt idx="2206">
                  <c:v>1325</c:v>
                </c:pt>
                <c:pt idx="2207">
                  <c:v>1400</c:v>
                </c:pt>
                <c:pt idx="2208">
                  <c:v>1246</c:v>
                </c:pt>
                <c:pt idx="2209">
                  <c:v>1215</c:v>
                </c:pt>
                <c:pt idx="2210">
                  <c:v>1200</c:v>
                </c:pt>
                <c:pt idx="2211">
                  <c:v>1200</c:v>
                </c:pt>
                <c:pt idx="2212">
                  <c:v>945</c:v>
                </c:pt>
                <c:pt idx="2213">
                  <c:v>1175</c:v>
                </c:pt>
                <c:pt idx="2214">
                  <c:v>920</c:v>
                </c:pt>
                <c:pt idx="2215">
                  <c:v>1600</c:v>
                </c:pt>
                <c:pt idx="2216">
                  <c:v>955</c:v>
                </c:pt>
                <c:pt idx="2217">
                  <c:v>1750</c:v>
                </c:pt>
                <c:pt idx="2218">
                  <c:v>1425</c:v>
                </c:pt>
                <c:pt idx="2219">
                  <c:v>1165</c:v>
                </c:pt>
                <c:pt idx="2220">
                  <c:v>1050</c:v>
                </c:pt>
                <c:pt idx="2221">
                  <c:v>1370</c:v>
                </c:pt>
                <c:pt idx="2222">
                  <c:v>1374</c:v>
                </c:pt>
                <c:pt idx="2223">
                  <c:v>1754</c:v>
                </c:pt>
                <c:pt idx="2224">
                  <c:v>1847</c:v>
                </c:pt>
                <c:pt idx="2225">
                  <c:v>1850</c:v>
                </c:pt>
                <c:pt idx="2226">
                  <c:v>1187</c:v>
                </c:pt>
                <c:pt idx="2227">
                  <c:v>1400</c:v>
                </c:pt>
                <c:pt idx="2228">
                  <c:v>693</c:v>
                </c:pt>
                <c:pt idx="2229">
                  <c:v>1021</c:v>
                </c:pt>
                <c:pt idx="2230">
                  <c:v>1165</c:v>
                </c:pt>
                <c:pt idx="2231">
                  <c:v>1756</c:v>
                </c:pt>
                <c:pt idx="2232">
                  <c:v>1739</c:v>
                </c:pt>
                <c:pt idx="2233">
                  <c:v>1280</c:v>
                </c:pt>
                <c:pt idx="2234">
                  <c:v>1215</c:v>
                </c:pt>
                <c:pt idx="2235">
                  <c:v>950</c:v>
                </c:pt>
                <c:pt idx="2236">
                  <c:v>1082</c:v>
                </c:pt>
                <c:pt idx="2237">
                  <c:v>1050</c:v>
                </c:pt>
                <c:pt idx="2238">
                  <c:v>1080</c:v>
                </c:pt>
                <c:pt idx="2239">
                  <c:v>1100</c:v>
                </c:pt>
                <c:pt idx="2240">
                  <c:v>3200</c:v>
                </c:pt>
                <c:pt idx="2241">
                  <c:v>1311</c:v>
                </c:pt>
                <c:pt idx="2242">
                  <c:v>1608</c:v>
                </c:pt>
                <c:pt idx="2243">
                  <c:v>1160</c:v>
                </c:pt>
                <c:pt idx="2244">
                  <c:v>1170</c:v>
                </c:pt>
                <c:pt idx="2245">
                  <c:v>1155</c:v>
                </c:pt>
                <c:pt idx="2246">
                  <c:v>1255</c:v>
                </c:pt>
                <c:pt idx="2247">
                  <c:v>1065</c:v>
                </c:pt>
                <c:pt idx="2248">
                  <c:v>674</c:v>
                </c:pt>
                <c:pt idx="2249">
                  <c:v>1936</c:v>
                </c:pt>
                <c:pt idx="2250">
                  <c:v>1100</c:v>
                </c:pt>
                <c:pt idx="2251">
                  <c:v>2257</c:v>
                </c:pt>
                <c:pt idx="2252">
                  <c:v>1055</c:v>
                </c:pt>
                <c:pt idx="2253">
                  <c:v>1530</c:v>
                </c:pt>
                <c:pt idx="2254">
                  <c:v>1700</c:v>
                </c:pt>
                <c:pt idx="2255">
                  <c:v>1575</c:v>
                </c:pt>
                <c:pt idx="2256">
                  <c:v>1263</c:v>
                </c:pt>
                <c:pt idx="2257">
                  <c:v>1559</c:v>
                </c:pt>
                <c:pt idx="2258">
                  <c:v>1043</c:v>
                </c:pt>
                <c:pt idx="2259">
                  <c:v>1255</c:v>
                </c:pt>
                <c:pt idx="2260">
                  <c:v>1352.5</c:v>
                </c:pt>
                <c:pt idx="2261">
                  <c:v>590</c:v>
                </c:pt>
                <c:pt idx="2262">
                  <c:v>1550</c:v>
                </c:pt>
                <c:pt idx="2263">
                  <c:v>1220</c:v>
                </c:pt>
                <c:pt idx="2264">
                  <c:v>1900</c:v>
                </c:pt>
                <c:pt idx="2265">
                  <c:v>1360</c:v>
                </c:pt>
                <c:pt idx="2266">
                  <c:v>1100</c:v>
                </c:pt>
                <c:pt idx="2267">
                  <c:v>1455</c:v>
                </c:pt>
                <c:pt idx="2268">
                  <c:v>1035</c:v>
                </c:pt>
                <c:pt idx="2269">
                  <c:v>1152</c:v>
                </c:pt>
                <c:pt idx="2270">
                  <c:v>1299</c:v>
                </c:pt>
                <c:pt idx="2271">
                  <c:v>1157</c:v>
                </c:pt>
                <c:pt idx="2272">
                  <c:v>1050</c:v>
                </c:pt>
                <c:pt idx="2273">
                  <c:v>1050</c:v>
                </c:pt>
                <c:pt idx="2274">
                  <c:v>1246</c:v>
                </c:pt>
                <c:pt idx="2275">
                  <c:v>1929</c:v>
                </c:pt>
                <c:pt idx="2276">
                  <c:v>1285</c:v>
                </c:pt>
                <c:pt idx="2277">
                  <c:v>1200</c:v>
                </c:pt>
                <c:pt idx="2278">
                  <c:v>3161</c:v>
                </c:pt>
                <c:pt idx="2279">
                  <c:v>1850</c:v>
                </c:pt>
                <c:pt idx="2280">
                  <c:v>1025</c:v>
                </c:pt>
                <c:pt idx="2281">
                  <c:v>1124</c:v>
                </c:pt>
                <c:pt idx="2282">
                  <c:v>1012</c:v>
                </c:pt>
                <c:pt idx="2283">
                  <c:v>4500</c:v>
                </c:pt>
                <c:pt idx="2284">
                  <c:v>871</c:v>
                </c:pt>
                <c:pt idx="2285">
                  <c:v>1020</c:v>
                </c:pt>
                <c:pt idx="2286">
                  <c:v>1550</c:v>
                </c:pt>
                <c:pt idx="2287">
                  <c:v>1410</c:v>
                </c:pt>
                <c:pt idx="2288">
                  <c:v>1118</c:v>
                </c:pt>
                <c:pt idx="2289">
                  <c:v>1098</c:v>
                </c:pt>
                <c:pt idx="2290">
                  <c:v>1130</c:v>
                </c:pt>
                <c:pt idx="2291">
                  <c:v>1145</c:v>
                </c:pt>
                <c:pt idx="2292">
                  <c:v>950</c:v>
                </c:pt>
                <c:pt idx="2293">
                  <c:v>1051</c:v>
                </c:pt>
                <c:pt idx="2294">
                  <c:v>1102</c:v>
                </c:pt>
                <c:pt idx="2295">
                  <c:v>1478</c:v>
                </c:pt>
                <c:pt idx="2296">
                  <c:v>645</c:v>
                </c:pt>
                <c:pt idx="2297">
                  <c:v>823</c:v>
                </c:pt>
                <c:pt idx="2298">
                  <c:v>880</c:v>
                </c:pt>
                <c:pt idx="2299">
                  <c:v>1991</c:v>
                </c:pt>
                <c:pt idx="2300">
                  <c:v>1100</c:v>
                </c:pt>
                <c:pt idx="2301">
                  <c:v>1745</c:v>
                </c:pt>
                <c:pt idx="2302">
                  <c:v>1100</c:v>
                </c:pt>
                <c:pt idx="2303">
                  <c:v>1450</c:v>
                </c:pt>
                <c:pt idx="2304">
                  <c:v>3366</c:v>
                </c:pt>
                <c:pt idx="2305">
                  <c:v>1150</c:v>
                </c:pt>
                <c:pt idx="2306">
                  <c:v>1843</c:v>
                </c:pt>
                <c:pt idx="2307">
                  <c:v>2200</c:v>
                </c:pt>
                <c:pt idx="2308">
                  <c:v>1090</c:v>
                </c:pt>
                <c:pt idx="2309">
                  <c:v>1132</c:v>
                </c:pt>
                <c:pt idx="2310">
                  <c:v>1375</c:v>
                </c:pt>
                <c:pt idx="2311">
                  <c:v>760</c:v>
                </c:pt>
                <c:pt idx="2312">
                  <c:v>1180</c:v>
                </c:pt>
                <c:pt idx="2313">
                  <c:v>918</c:v>
                </c:pt>
                <c:pt idx="2314">
                  <c:v>1200</c:v>
                </c:pt>
                <c:pt idx="2315">
                  <c:v>1372</c:v>
                </c:pt>
                <c:pt idx="2316">
                  <c:v>1728</c:v>
                </c:pt>
                <c:pt idx="2317">
                  <c:v>1200</c:v>
                </c:pt>
                <c:pt idx="2318">
                  <c:v>1280</c:v>
                </c:pt>
                <c:pt idx="2319">
                  <c:v>1455</c:v>
                </c:pt>
                <c:pt idx="2320">
                  <c:v>440</c:v>
                </c:pt>
                <c:pt idx="2321">
                  <c:v>1500</c:v>
                </c:pt>
                <c:pt idx="2322">
                  <c:v>1800</c:v>
                </c:pt>
                <c:pt idx="2323">
                  <c:v>1525</c:v>
                </c:pt>
                <c:pt idx="2324">
                  <c:v>1204</c:v>
                </c:pt>
                <c:pt idx="2325">
                  <c:v>1225</c:v>
                </c:pt>
                <c:pt idx="2326">
                  <c:v>1650</c:v>
                </c:pt>
                <c:pt idx="2327">
                  <c:v>880</c:v>
                </c:pt>
                <c:pt idx="2328">
                  <c:v>1200</c:v>
                </c:pt>
                <c:pt idx="2329">
                  <c:v>1005</c:v>
                </c:pt>
                <c:pt idx="2330">
                  <c:v>1562</c:v>
                </c:pt>
                <c:pt idx="2331">
                  <c:v>1200</c:v>
                </c:pt>
                <c:pt idx="2332">
                  <c:v>1555</c:v>
                </c:pt>
                <c:pt idx="2333">
                  <c:v>1550</c:v>
                </c:pt>
                <c:pt idx="2334">
                  <c:v>1190</c:v>
                </c:pt>
                <c:pt idx="2335">
                  <c:v>1070</c:v>
                </c:pt>
                <c:pt idx="2336">
                  <c:v>1020</c:v>
                </c:pt>
                <c:pt idx="2337">
                  <c:v>1610</c:v>
                </c:pt>
                <c:pt idx="2338">
                  <c:v>700</c:v>
                </c:pt>
                <c:pt idx="2339">
                  <c:v>1300</c:v>
                </c:pt>
                <c:pt idx="2340">
                  <c:v>1420</c:v>
                </c:pt>
                <c:pt idx="2341">
                  <c:v>1069</c:v>
                </c:pt>
                <c:pt idx="2342">
                  <c:v>1900</c:v>
                </c:pt>
                <c:pt idx="2343">
                  <c:v>1655</c:v>
                </c:pt>
                <c:pt idx="2344">
                  <c:v>1155</c:v>
                </c:pt>
                <c:pt idx="2345">
                  <c:v>1300</c:v>
                </c:pt>
                <c:pt idx="2346">
                  <c:v>1100</c:v>
                </c:pt>
                <c:pt idx="2347">
                  <c:v>1030</c:v>
                </c:pt>
                <c:pt idx="2348">
                  <c:v>1700</c:v>
                </c:pt>
                <c:pt idx="2349">
                  <c:v>1760</c:v>
                </c:pt>
                <c:pt idx="2350">
                  <c:v>6200</c:v>
                </c:pt>
                <c:pt idx="2351">
                  <c:v>1400</c:v>
                </c:pt>
                <c:pt idx="2352">
                  <c:v>1200</c:v>
                </c:pt>
                <c:pt idx="2353">
                  <c:v>912</c:v>
                </c:pt>
                <c:pt idx="2354">
                  <c:v>1102</c:v>
                </c:pt>
                <c:pt idx="2355">
                  <c:v>1535</c:v>
                </c:pt>
                <c:pt idx="2356">
                  <c:v>1243</c:v>
                </c:pt>
                <c:pt idx="2357">
                  <c:v>918</c:v>
                </c:pt>
                <c:pt idx="2358">
                  <c:v>1500</c:v>
                </c:pt>
                <c:pt idx="2359">
                  <c:v>1476</c:v>
                </c:pt>
                <c:pt idx="2360">
                  <c:v>1200</c:v>
                </c:pt>
                <c:pt idx="2361">
                  <c:v>606</c:v>
                </c:pt>
                <c:pt idx="2362">
                  <c:v>1100</c:v>
                </c:pt>
                <c:pt idx="2363">
                  <c:v>1295</c:v>
                </c:pt>
                <c:pt idx="2364">
                  <c:v>527</c:v>
                </c:pt>
                <c:pt idx="2365">
                  <c:v>1300</c:v>
                </c:pt>
                <c:pt idx="2366">
                  <c:v>1140</c:v>
                </c:pt>
                <c:pt idx="2367">
                  <c:v>2321</c:v>
                </c:pt>
                <c:pt idx="2368">
                  <c:v>1390</c:v>
                </c:pt>
                <c:pt idx="2369">
                  <c:v>1725</c:v>
                </c:pt>
                <c:pt idx="2370">
                  <c:v>3067</c:v>
                </c:pt>
                <c:pt idx="2371">
                  <c:v>1186</c:v>
                </c:pt>
                <c:pt idx="2372">
                  <c:v>1230</c:v>
                </c:pt>
                <c:pt idx="2373">
                  <c:v>600</c:v>
                </c:pt>
                <c:pt idx="2374">
                  <c:v>1313</c:v>
                </c:pt>
                <c:pt idx="2375">
                  <c:v>900</c:v>
                </c:pt>
                <c:pt idx="2376">
                  <c:v>1250</c:v>
                </c:pt>
                <c:pt idx="2377">
                  <c:v>660</c:v>
                </c:pt>
                <c:pt idx="2378">
                  <c:v>1036</c:v>
                </c:pt>
                <c:pt idx="2379">
                  <c:v>1100</c:v>
                </c:pt>
                <c:pt idx="2380">
                  <c:v>1015</c:v>
                </c:pt>
                <c:pt idx="2381">
                  <c:v>812</c:v>
                </c:pt>
                <c:pt idx="2382">
                  <c:v>1360</c:v>
                </c:pt>
                <c:pt idx="2383">
                  <c:v>2167</c:v>
                </c:pt>
                <c:pt idx="2384">
                  <c:v>1200</c:v>
                </c:pt>
                <c:pt idx="2385">
                  <c:v>1165</c:v>
                </c:pt>
                <c:pt idx="2386">
                  <c:v>1274</c:v>
                </c:pt>
                <c:pt idx="2387">
                  <c:v>1151</c:v>
                </c:pt>
                <c:pt idx="2388">
                  <c:v>1626</c:v>
                </c:pt>
                <c:pt idx="2389">
                  <c:v>1035</c:v>
                </c:pt>
                <c:pt idx="2390">
                  <c:v>1272</c:v>
                </c:pt>
                <c:pt idx="2391">
                  <c:v>965</c:v>
                </c:pt>
                <c:pt idx="2392">
                  <c:v>1600</c:v>
                </c:pt>
                <c:pt idx="2393">
                  <c:v>1070</c:v>
                </c:pt>
                <c:pt idx="2394">
                  <c:v>1570</c:v>
                </c:pt>
                <c:pt idx="2395">
                  <c:v>780</c:v>
                </c:pt>
                <c:pt idx="2396">
                  <c:v>1000</c:v>
                </c:pt>
                <c:pt idx="2397">
                  <c:v>1700</c:v>
                </c:pt>
                <c:pt idx="2398">
                  <c:v>1850</c:v>
                </c:pt>
                <c:pt idx="2399">
                  <c:v>904</c:v>
                </c:pt>
                <c:pt idx="2400">
                  <c:v>1121</c:v>
                </c:pt>
                <c:pt idx="2401">
                  <c:v>1385</c:v>
                </c:pt>
                <c:pt idx="2402">
                  <c:v>1270</c:v>
                </c:pt>
                <c:pt idx="2403">
                  <c:v>1450</c:v>
                </c:pt>
                <c:pt idx="2404">
                  <c:v>730</c:v>
                </c:pt>
                <c:pt idx="2405">
                  <c:v>1580</c:v>
                </c:pt>
                <c:pt idx="2406">
                  <c:v>1111</c:v>
                </c:pt>
                <c:pt idx="2407">
                  <c:v>1125</c:v>
                </c:pt>
                <c:pt idx="2408">
                  <c:v>977</c:v>
                </c:pt>
                <c:pt idx="2409">
                  <c:v>674</c:v>
                </c:pt>
                <c:pt idx="2410">
                  <c:v>2540</c:v>
                </c:pt>
                <c:pt idx="2411">
                  <c:v>1290</c:v>
                </c:pt>
                <c:pt idx="2412">
                  <c:v>795</c:v>
                </c:pt>
                <c:pt idx="2413">
                  <c:v>700</c:v>
                </c:pt>
                <c:pt idx="2414">
                  <c:v>1463</c:v>
                </c:pt>
                <c:pt idx="2415">
                  <c:v>1306</c:v>
                </c:pt>
                <c:pt idx="2416">
                  <c:v>2401</c:v>
                </c:pt>
                <c:pt idx="2417">
                  <c:v>1670</c:v>
                </c:pt>
                <c:pt idx="2418">
                  <c:v>1200</c:v>
                </c:pt>
                <c:pt idx="2419">
                  <c:v>1804</c:v>
                </c:pt>
                <c:pt idx="2420">
                  <c:v>2065</c:v>
                </c:pt>
                <c:pt idx="2421">
                  <c:v>1225</c:v>
                </c:pt>
                <c:pt idx="2422">
                  <c:v>1185.5</c:v>
                </c:pt>
                <c:pt idx="2423">
                  <c:v>900</c:v>
                </c:pt>
                <c:pt idx="2424">
                  <c:v>1350</c:v>
                </c:pt>
                <c:pt idx="2425">
                  <c:v>700</c:v>
                </c:pt>
                <c:pt idx="2426">
                  <c:v>1005</c:v>
                </c:pt>
                <c:pt idx="2427">
                  <c:v>1160</c:v>
                </c:pt>
                <c:pt idx="2428">
                  <c:v>1680</c:v>
                </c:pt>
                <c:pt idx="2429">
                  <c:v>1043</c:v>
                </c:pt>
                <c:pt idx="2430">
                  <c:v>1200</c:v>
                </c:pt>
                <c:pt idx="2431">
                  <c:v>1040</c:v>
                </c:pt>
                <c:pt idx="2432">
                  <c:v>1357</c:v>
                </c:pt>
                <c:pt idx="2433">
                  <c:v>1225</c:v>
                </c:pt>
                <c:pt idx="2434">
                  <c:v>1130</c:v>
                </c:pt>
                <c:pt idx="2435">
                  <c:v>2500</c:v>
                </c:pt>
                <c:pt idx="2436">
                  <c:v>1700</c:v>
                </c:pt>
                <c:pt idx="2437">
                  <c:v>1549</c:v>
                </c:pt>
                <c:pt idx="2438">
                  <c:v>1400</c:v>
                </c:pt>
                <c:pt idx="2439">
                  <c:v>1080</c:v>
                </c:pt>
                <c:pt idx="2440">
                  <c:v>1180</c:v>
                </c:pt>
                <c:pt idx="2441">
                  <c:v>1800</c:v>
                </c:pt>
                <c:pt idx="2442">
                  <c:v>1225</c:v>
                </c:pt>
                <c:pt idx="2443">
                  <c:v>1005</c:v>
                </c:pt>
                <c:pt idx="2444">
                  <c:v>1320</c:v>
                </c:pt>
                <c:pt idx="2445">
                  <c:v>1475</c:v>
                </c:pt>
                <c:pt idx="2446">
                  <c:v>1707</c:v>
                </c:pt>
                <c:pt idx="2447">
                  <c:v>1110</c:v>
                </c:pt>
                <c:pt idx="2448">
                  <c:v>1300</c:v>
                </c:pt>
                <c:pt idx="2449">
                  <c:v>1128</c:v>
                </c:pt>
                <c:pt idx="2450">
                  <c:v>1452.19</c:v>
                </c:pt>
                <c:pt idx="2451">
                  <c:v>630</c:v>
                </c:pt>
                <c:pt idx="2452">
                  <c:v>1243</c:v>
                </c:pt>
                <c:pt idx="2453">
                  <c:v>960</c:v>
                </c:pt>
                <c:pt idx="2454">
                  <c:v>1690</c:v>
                </c:pt>
                <c:pt idx="2455">
                  <c:v>735</c:v>
                </c:pt>
                <c:pt idx="2456">
                  <c:v>1365</c:v>
                </c:pt>
                <c:pt idx="2457">
                  <c:v>1420</c:v>
                </c:pt>
                <c:pt idx="2458">
                  <c:v>1570</c:v>
                </c:pt>
                <c:pt idx="2459">
                  <c:v>850</c:v>
                </c:pt>
                <c:pt idx="2460">
                  <c:v>1575</c:v>
                </c:pt>
                <c:pt idx="2461">
                  <c:v>1418</c:v>
                </c:pt>
                <c:pt idx="2462">
                  <c:v>1050</c:v>
                </c:pt>
                <c:pt idx="2463">
                  <c:v>1065</c:v>
                </c:pt>
                <c:pt idx="2464">
                  <c:v>1340</c:v>
                </c:pt>
                <c:pt idx="2465">
                  <c:v>1610</c:v>
                </c:pt>
                <c:pt idx="2466">
                  <c:v>1160</c:v>
                </c:pt>
                <c:pt idx="2467">
                  <c:v>1092</c:v>
                </c:pt>
                <c:pt idx="2468">
                  <c:v>1194</c:v>
                </c:pt>
                <c:pt idx="2469">
                  <c:v>1455</c:v>
                </c:pt>
                <c:pt idx="2470">
                  <c:v>734</c:v>
                </c:pt>
                <c:pt idx="2471">
                  <c:v>799</c:v>
                </c:pt>
                <c:pt idx="2472">
                  <c:v>1896</c:v>
                </c:pt>
                <c:pt idx="2473">
                  <c:v>1100</c:v>
                </c:pt>
                <c:pt idx="2474">
                  <c:v>1350</c:v>
                </c:pt>
                <c:pt idx="2475">
                  <c:v>1355</c:v>
                </c:pt>
                <c:pt idx="2476">
                  <c:v>1128</c:v>
                </c:pt>
                <c:pt idx="2477">
                  <c:v>1350</c:v>
                </c:pt>
                <c:pt idx="2478">
                  <c:v>1493</c:v>
                </c:pt>
                <c:pt idx="2479">
                  <c:v>1098</c:v>
                </c:pt>
                <c:pt idx="2480">
                  <c:v>1900</c:v>
                </c:pt>
                <c:pt idx="2481">
                  <c:v>1460</c:v>
                </c:pt>
                <c:pt idx="2482">
                  <c:v>1600</c:v>
                </c:pt>
                <c:pt idx="2483">
                  <c:v>1091</c:v>
                </c:pt>
                <c:pt idx="2484">
                  <c:v>1180</c:v>
                </c:pt>
                <c:pt idx="2485">
                  <c:v>1366</c:v>
                </c:pt>
                <c:pt idx="2486">
                  <c:v>1685</c:v>
                </c:pt>
                <c:pt idx="2487">
                  <c:v>1260</c:v>
                </c:pt>
                <c:pt idx="2488">
                  <c:v>1330</c:v>
                </c:pt>
                <c:pt idx="2489">
                  <c:v>1346</c:v>
                </c:pt>
                <c:pt idx="2490">
                  <c:v>630</c:v>
                </c:pt>
                <c:pt idx="2491">
                  <c:v>1476</c:v>
                </c:pt>
                <c:pt idx="2492">
                  <c:v>1850</c:v>
                </c:pt>
                <c:pt idx="2493">
                  <c:v>755</c:v>
                </c:pt>
                <c:pt idx="2494">
                  <c:v>1194</c:v>
                </c:pt>
                <c:pt idx="2495">
                  <c:v>800</c:v>
                </c:pt>
                <c:pt idx="2496">
                  <c:v>2250</c:v>
                </c:pt>
                <c:pt idx="2497">
                  <c:v>1352</c:v>
                </c:pt>
                <c:pt idx="2498">
                  <c:v>2002</c:v>
                </c:pt>
                <c:pt idx="2499">
                  <c:v>1060</c:v>
                </c:pt>
                <c:pt idx="2500">
                  <c:v>1419.59</c:v>
                </c:pt>
                <c:pt idx="2501">
                  <c:v>1196</c:v>
                </c:pt>
                <c:pt idx="2502">
                  <c:v>1220</c:v>
                </c:pt>
                <c:pt idx="2503">
                  <c:v>1595</c:v>
                </c:pt>
                <c:pt idx="2504">
                  <c:v>1260</c:v>
                </c:pt>
                <c:pt idx="2505">
                  <c:v>1100</c:v>
                </c:pt>
                <c:pt idx="2506">
                  <c:v>1550</c:v>
                </c:pt>
                <c:pt idx="2507">
                  <c:v>1180</c:v>
                </c:pt>
                <c:pt idx="2508">
                  <c:v>1662</c:v>
                </c:pt>
                <c:pt idx="2509">
                  <c:v>1285</c:v>
                </c:pt>
                <c:pt idx="2510">
                  <c:v>1080</c:v>
                </c:pt>
                <c:pt idx="2511">
                  <c:v>1862</c:v>
                </c:pt>
                <c:pt idx="2512">
                  <c:v>1419</c:v>
                </c:pt>
                <c:pt idx="2513">
                  <c:v>1410</c:v>
                </c:pt>
                <c:pt idx="2514">
                  <c:v>1560</c:v>
                </c:pt>
                <c:pt idx="2515">
                  <c:v>1634</c:v>
                </c:pt>
                <c:pt idx="2516">
                  <c:v>1150</c:v>
                </c:pt>
                <c:pt idx="2517">
                  <c:v>1100</c:v>
                </c:pt>
                <c:pt idx="2518">
                  <c:v>1616</c:v>
                </c:pt>
                <c:pt idx="2519">
                  <c:v>1392</c:v>
                </c:pt>
                <c:pt idx="2520">
                  <c:v>1798</c:v>
                </c:pt>
                <c:pt idx="2521">
                  <c:v>1675</c:v>
                </c:pt>
                <c:pt idx="2522">
                  <c:v>792</c:v>
                </c:pt>
                <c:pt idx="2523">
                  <c:v>2000</c:v>
                </c:pt>
                <c:pt idx="2524">
                  <c:v>1700</c:v>
                </c:pt>
                <c:pt idx="2525">
                  <c:v>1248</c:v>
                </c:pt>
                <c:pt idx="2526">
                  <c:v>1147</c:v>
                </c:pt>
                <c:pt idx="2527">
                  <c:v>1100</c:v>
                </c:pt>
                <c:pt idx="2528">
                  <c:v>1527</c:v>
                </c:pt>
                <c:pt idx="2529">
                  <c:v>2400</c:v>
                </c:pt>
                <c:pt idx="2530">
                  <c:v>525</c:v>
                </c:pt>
                <c:pt idx="2531">
                  <c:v>1100</c:v>
                </c:pt>
                <c:pt idx="2532">
                  <c:v>1118</c:v>
                </c:pt>
                <c:pt idx="2533">
                  <c:v>1476</c:v>
                </c:pt>
                <c:pt idx="2534">
                  <c:v>2100</c:v>
                </c:pt>
                <c:pt idx="2535">
                  <c:v>1215</c:v>
                </c:pt>
                <c:pt idx="2536">
                  <c:v>1332</c:v>
                </c:pt>
                <c:pt idx="2537">
                  <c:v>1350</c:v>
                </c:pt>
                <c:pt idx="2538">
                  <c:v>1243</c:v>
                </c:pt>
                <c:pt idx="2539">
                  <c:v>1105</c:v>
                </c:pt>
                <c:pt idx="2540">
                  <c:v>1200</c:v>
                </c:pt>
                <c:pt idx="2541">
                  <c:v>1251</c:v>
                </c:pt>
                <c:pt idx="2542">
                  <c:v>883</c:v>
                </c:pt>
                <c:pt idx="2543">
                  <c:v>1400</c:v>
                </c:pt>
                <c:pt idx="2544">
                  <c:v>1703</c:v>
                </c:pt>
                <c:pt idx="2545">
                  <c:v>2500</c:v>
                </c:pt>
                <c:pt idx="2546">
                  <c:v>1250</c:v>
                </c:pt>
                <c:pt idx="2547">
                  <c:v>933</c:v>
                </c:pt>
                <c:pt idx="2548">
                  <c:v>461.82</c:v>
                </c:pt>
                <c:pt idx="2549">
                  <c:v>1262</c:v>
                </c:pt>
                <c:pt idx="2550">
                  <c:v>915</c:v>
                </c:pt>
                <c:pt idx="2551">
                  <c:v>1370</c:v>
                </c:pt>
                <c:pt idx="2552">
                  <c:v>1210</c:v>
                </c:pt>
                <c:pt idx="2553">
                  <c:v>1500</c:v>
                </c:pt>
                <c:pt idx="2554">
                  <c:v>1065</c:v>
                </c:pt>
                <c:pt idx="2555">
                  <c:v>1515</c:v>
                </c:pt>
                <c:pt idx="2556">
                  <c:v>1800</c:v>
                </c:pt>
                <c:pt idx="2557">
                  <c:v>1445</c:v>
                </c:pt>
                <c:pt idx="2558">
                  <c:v>1300</c:v>
                </c:pt>
                <c:pt idx="2559">
                  <c:v>989</c:v>
                </c:pt>
                <c:pt idx="2560">
                  <c:v>1300</c:v>
                </c:pt>
                <c:pt idx="2561">
                  <c:v>1185</c:v>
                </c:pt>
                <c:pt idx="2562">
                  <c:v>1350</c:v>
                </c:pt>
                <c:pt idx="2563">
                  <c:v>1045</c:v>
                </c:pt>
                <c:pt idx="2564">
                  <c:v>1205</c:v>
                </c:pt>
                <c:pt idx="2565">
                  <c:v>1260</c:v>
                </c:pt>
                <c:pt idx="2566">
                  <c:v>1500</c:v>
                </c:pt>
                <c:pt idx="2567">
                  <c:v>1250</c:v>
                </c:pt>
                <c:pt idx="2568">
                  <c:v>1199</c:v>
                </c:pt>
                <c:pt idx="2569">
                  <c:v>1385</c:v>
                </c:pt>
                <c:pt idx="2570">
                  <c:v>1149</c:v>
                </c:pt>
                <c:pt idx="2571">
                  <c:v>2180</c:v>
                </c:pt>
                <c:pt idx="2572">
                  <c:v>1818</c:v>
                </c:pt>
                <c:pt idx="2573">
                  <c:v>1070</c:v>
                </c:pt>
                <c:pt idx="2574">
                  <c:v>1350</c:v>
                </c:pt>
                <c:pt idx="2575">
                  <c:v>630</c:v>
                </c:pt>
                <c:pt idx="2576">
                  <c:v>1430</c:v>
                </c:pt>
                <c:pt idx="2577">
                  <c:v>2430</c:v>
                </c:pt>
                <c:pt idx="2578">
                  <c:v>1084</c:v>
                </c:pt>
                <c:pt idx="2579">
                  <c:v>1186</c:v>
                </c:pt>
                <c:pt idx="2580">
                  <c:v>1255</c:v>
                </c:pt>
                <c:pt idx="2581">
                  <c:v>3400</c:v>
                </c:pt>
                <c:pt idx="2582">
                  <c:v>1541</c:v>
                </c:pt>
                <c:pt idx="2583">
                  <c:v>1295</c:v>
                </c:pt>
                <c:pt idx="2584">
                  <c:v>1370</c:v>
                </c:pt>
                <c:pt idx="2585">
                  <c:v>1100</c:v>
                </c:pt>
                <c:pt idx="2586">
                  <c:v>1370</c:v>
                </c:pt>
                <c:pt idx="2587">
                  <c:v>1200</c:v>
                </c:pt>
                <c:pt idx="2588">
                  <c:v>2000</c:v>
                </c:pt>
                <c:pt idx="2589">
                  <c:v>1220</c:v>
                </c:pt>
                <c:pt idx="2590">
                  <c:v>1950</c:v>
                </c:pt>
                <c:pt idx="2591">
                  <c:v>1178</c:v>
                </c:pt>
                <c:pt idx="2592">
                  <c:v>1286</c:v>
                </c:pt>
                <c:pt idx="2593">
                  <c:v>1160</c:v>
                </c:pt>
                <c:pt idx="2594">
                  <c:v>918</c:v>
                </c:pt>
                <c:pt idx="2595">
                  <c:v>1563</c:v>
                </c:pt>
                <c:pt idx="2596">
                  <c:v>1326</c:v>
                </c:pt>
                <c:pt idx="2597">
                  <c:v>1350</c:v>
                </c:pt>
                <c:pt idx="2598">
                  <c:v>1240</c:v>
                </c:pt>
                <c:pt idx="2599">
                  <c:v>1325</c:v>
                </c:pt>
                <c:pt idx="2600">
                  <c:v>1100</c:v>
                </c:pt>
                <c:pt idx="2601">
                  <c:v>1605</c:v>
                </c:pt>
                <c:pt idx="2602">
                  <c:v>1260</c:v>
                </c:pt>
                <c:pt idx="2603">
                  <c:v>1553</c:v>
                </c:pt>
                <c:pt idx="2604">
                  <c:v>1280</c:v>
                </c:pt>
                <c:pt idx="2605">
                  <c:v>1550</c:v>
                </c:pt>
                <c:pt idx="2606">
                  <c:v>1445</c:v>
                </c:pt>
                <c:pt idx="2607">
                  <c:v>1550</c:v>
                </c:pt>
                <c:pt idx="2608">
                  <c:v>1515</c:v>
                </c:pt>
                <c:pt idx="2609">
                  <c:v>1332</c:v>
                </c:pt>
                <c:pt idx="2610">
                  <c:v>1652</c:v>
                </c:pt>
                <c:pt idx="2611">
                  <c:v>1570</c:v>
                </c:pt>
                <c:pt idx="2612">
                  <c:v>794</c:v>
                </c:pt>
                <c:pt idx="2613">
                  <c:v>1200</c:v>
                </c:pt>
                <c:pt idx="2614">
                  <c:v>1750</c:v>
                </c:pt>
                <c:pt idx="2615">
                  <c:v>1053</c:v>
                </c:pt>
                <c:pt idx="2616">
                  <c:v>1100</c:v>
                </c:pt>
                <c:pt idx="2617">
                  <c:v>1665</c:v>
                </c:pt>
                <c:pt idx="2618">
                  <c:v>1447</c:v>
                </c:pt>
                <c:pt idx="2619">
                  <c:v>1012</c:v>
                </c:pt>
                <c:pt idx="2620">
                  <c:v>1900</c:v>
                </c:pt>
                <c:pt idx="2621">
                  <c:v>1308</c:v>
                </c:pt>
                <c:pt idx="2622">
                  <c:v>3250</c:v>
                </c:pt>
                <c:pt idx="2623">
                  <c:v>1000</c:v>
                </c:pt>
                <c:pt idx="2624">
                  <c:v>1140</c:v>
                </c:pt>
                <c:pt idx="2625">
                  <c:v>3181</c:v>
                </c:pt>
                <c:pt idx="2626">
                  <c:v>1250</c:v>
                </c:pt>
                <c:pt idx="2627">
                  <c:v>1290</c:v>
                </c:pt>
                <c:pt idx="2628">
                  <c:v>1424</c:v>
                </c:pt>
                <c:pt idx="2629">
                  <c:v>1320</c:v>
                </c:pt>
                <c:pt idx="2630">
                  <c:v>1662</c:v>
                </c:pt>
                <c:pt idx="2631">
                  <c:v>1200</c:v>
                </c:pt>
                <c:pt idx="2632">
                  <c:v>1295</c:v>
                </c:pt>
                <c:pt idx="2633">
                  <c:v>1777</c:v>
                </c:pt>
                <c:pt idx="2634">
                  <c:v>1900</c:v>
                </c:pt>
                <c:pt idx="2635">
                  <c:v>1576</c:v>
                </c:pt>
                <c:pt idx="2636">
                  <c:v>1020</c:v>
                </c:pt>
                <c:pt idx="2637">
                  <c:v>2100</c:v>
                </c:pt>
                <c:pt idx="2638">
                  <c:v>648</c:v>
                </c:pt>
                <c:pt idx="2639">
                  <c:v>1167</c:v>
                </c:pt>
                <c:pt idx="2640">
                  <c:v>1220</c:v>
                </c:pt>
                <c:pt idx="2641">
                  <c:v>1259</c:v>
                </c:pt>
                <c:pt idx="2642">
                  <c:v>2000</c:v>
                </c:pt>
                <c:pt idx="2643">
                  <c:v>1800</c:v>
                </c:pt>
                <c:pt idx="2644">
                  <c:v>1991</c:v>
                </c:pt>
                <c:pt idx="2645">
                  <c:v>1665</c:v>
                </c:pt>
                <c:pt idx="2646">
                  <c:v>1234</c:v>
                </c:pt>
                <c:pt idx="2647">
                  <c:v>1340</c:v>
                </c:pt>
                <c:pt idx="2648">
                  <c:v>1170</c:v>
                </c:pt>
                <c:pt idx="2649">
                  <c:v>995</c:v>
                </c:pt>
                <c:pt idx="2650">
                  <c:v>1075</c:v>
                </c:pt>
                <c:pt idx="2651">
                  <c:v>1025</c:v>
                </c:pt>
                <c:pt idx="2652">
                  <c:v>2000</c:v>
                </c:pt>
                <c:pt idx="2653">
                  <c:v>2500</c:v>
                </c:pt>
                <c:pt idx="2654">
                  <c:v>1325</c:v>
                </c:pt>
                <c:pt idx="2655">
                  <c:v>1314</c:v>
                </c:pt>
                <c:pt idx="2656">
                  <c:v>2265</c:v>
                </c:pt>
                <c:pt idx="2657">
                  <c:v>4800</c:v>
                </c:pt>
                <c:pt idx="2658">
                  <c:v>1026</c:v>
                </c:pt>
                <c:pt idx="2659">
                  <c:v>1200</c:v>
                </c:pt>
                <c:pt idx="2660">
                  <c:v>2220</c:v>
                </c:pt>
                <c:pt idx="2661">
                  <c:v>1192.5</c:v>
                </c:pt>
                <c:pt idx="2662">
                  <c:v>1420</c:v>
                </c:pt>
                <c:pt idx="2663">
                  <c:v>1888</c:v>
                </c:pt>
                <c:pt idx="2664">
                  <c:v>1300</c:v>
                </c:pt>
                <c:pt idx="2665">
                  <c:v>1216</c:v>
                </c:pt>
                <c:pt idx="2666">
                  <c:v>1559</c:v>
                </c:pt>
                <c:pt idx="2667">
                  <c:v>1290</c:v>
                </c:pt>
                <c:pt idx="2668">
                  <c:v>2400</c:v>
                </c:pt>
                <c:pt idx="2669">
                  <c:v>1069</c:v>
                </c:pt>
                <c:pt idx="2670">
                  <c:v>829</c:v>
                </c:pt>
                <c:pt idx="2671">
                  <c:v>1300</c:v>
                </c:pt>
                <c:pt idx="2672">
                  <c:v>1115</c:v>
                </c:pt>
                <c:pt idx="2673">
                  <c:v>2150</c:v>
                </c:pt>
                <c:pt idx="2674">
                  <c:v>1305</c:v>
                </c:pt>
                <c:pt idx="2675">
                  <c:v>1252</c:v>
                </c:pt>
                <c:pt idx="2676">
                  <c:v>2400</c:v>
                </c:pt>
                <c:pt idx="2677">
                  <c:v>1200</c:v>
                </c:pt>
                <c:pt idx="2678">
                  <c:v>1750</c:v>
                </c:pt>
                <c:pt idx="2679">
                  <c:v>545</c:v>
                </c:pt>
                <c:pt idx="2680">
                  <c:v>1375</c:v>
                </c:pt>
                <c:pt idx="2681">
                  <c:v>1313</c:v>
                </c:pt>
                <c:pt idx="2682">
                  <c:v>1693</c:v>
                </c:pt>
                <c:pt idx="2683">
                  <c:v>1160</c:v>
                </c:pt>
                <c:pt idx="2684">
                  <c:v>1255</c:v>
                </c:pt>
                <c:pt idx="2685">
                  <c:v>1000</c:v>
                </c:pt>
                <c:pt idx="2686">
                  <c:v>900</c:v>
                </c:pt>
                <c:pt idx="2687">
                  <c:v>1700</c:v>
                </c:pt>
                <c:pt idx="2688">
                  <c:v>1875</c:v>
                </c:pt>
                <c:pt idx="2689">
                  <c:v>1700</c:v>
                </c:pt>
                <c:pt idx="2690">
                  <c:v>1749</c:v>
                </c:pt>
                <c:pt idx="2691">
                  <c:v>1500</c:v>
                </c:pt>
                <c:pt idx="2692">
                  <c:v>1175</c:v>
                </c:pt>
                <c:pt idx="2693">
                  <c:v>1280</c:v>
                </c:pt>
                <c:pt idx="2694">
                  <c:v>1200</c:v>
                </c:pt>
                <c:pt idx="2695">
                  <c:v>1610</c:v>
                </c:pt>
                <c:pt idx="2696">
                  <c:v>1070</c:v>
                </c:pt>
                <c:pt idx="2697">
                  <c:v>1200</c:v>
                </c:pt>
                <c:pt idx="2698">
                  <c:v>1127</c:v>
                </c:pt>
                <c:pt idx="2699">
                  <c:v>1210</c:v>
                </c:pt>
                <c:pt idx="2700">
                  <c:v>600</c:v>
                </c:pt>
                <c:pt idx="2701">
                  <c:v>1364</c:v>
                </c:pt>
                <c:pt idx="2702">
                  <c:v>2268</c:v>
                </c:pt>
                <c:pt idx="2703">
                  <c:v>1150</c:v>
                </c:pt>
                <c:pt idx="2704">
                  <c:v>1146</c:v>
                </c:pt>
                <c:pt idx="2705">
                  <c:v>1345</c:v>
                </c:pt>
                <c:pt idx="2706">
                  <c:v>1110</c:v>
                </c:pt>
                <c:pt idx="2707">
                  <c:v>750</c:v>
                </c:pt>
                <c:pt idx="2708">
                  <c:v>1156</c:v>
                </c:pt>
                <c:pt idx="2709">
                  <c:v>1247</c:v>
                </c:pt>
                <c:pt idx="2710">
                  <c:v>1058</c:v>
                </c:pt>
                <c:pt idx="2711">
                  <c:v>950</c:v>
                </c:pt>
                <c:pt idx="2712">
                  <c:v>1520</c:v>
                </c:pt>
                <c:pt idx="2713">
                  <c:v>1215</c:v>
                </c:pt>
                <c:pt idx="2714">
                  <c:v>2350</c:v>
                </c:pt>
                <c:pt idx="2715">
                  <c:v>1050</c:v>
                </c:pt>
                <c:pt idx="2716">
                  <c:v>1672</c:v>
                </c:pt>
                <c:pt idx="2717">
                  <c:v>2800</c:v>
                </c:pt>
                <c:pt idx="2718">
                  <c:v>1500</c:v>
                </c:pt>
                <c:pt idx="2719">
                  <c:v>1400</c:v>
                </c:pt>
                <c:pt idx="2720">
                  <c:v>2700</c:v>
                </c:pt>
                <c:pt idx="2721">
                  <c:v>920</c:v>
                </c:pt>
                <c:pt idx="2722">
                  <c:v>1200</c:v>
                </c:pt>
                <c:pt idx="2723">
                  <c:v>1817</c:v>
                </c:pt>
                <c:pt idx="2724">
                  <c:v>1140</c:v>
                </c:pt>
                <c:pt idx="2725">
                  <c:v>1464</c:v>
                </c:pt>
                <c:pt idx="2726">
                  <c:v>1468</c:v>
                </c:pt>
                <c:pt idx="2727">
                  <c:v>1555</c:v>
                </c:pt>
                <c:pt idx="2728">
                  <c:v>1150</c:v>
                </c:pt>
                <c:pt idx="2729">
                  <c:v>970</c:v>
                </c:pt>
                <c:pt idx="2730">
                  <c:v>2500</c:v>
                </c:pt>
                <c:pt idx="2731">
                  <c:v>1166</c:v>
                </c:pt>
                <c:pt idx="2732">
                  <c:v>1350</c:v>
                </c:pt>
                <c:pt idx="2733">
                  <c:v>900</c:v>
                </c:pt>
                <c:pt idx="2734">
                  <c:v>1300</c:v>
                </c:pt>
                <c:pt idx="2735">
                  <c:v>1190</c:v>
                </c:pt>
                <c:pt idx="2736">
                  <c:v>1495</c:v>
                </c:pt>
                <c:pt idx="2737">
                  <c:v>1224</c:v>
                </c:pt>
                <c:pt idx="2738">
                  <c:v>1350</c:v>
                </c:pt>
                <c:pt idx="2739">
                  <c:v>940</c:v>
                </c:pt>
                <c:pt idx="2740">
                  <c:v>1100</c:v>
                </c:pt>
                <c:pt idx="2741">
                  <c:v>1300</c:v>
                </c:pt>
                <c:pt idx="2742">
                  <c:v>1480</c:v>
                </c:pt>
                <c:pt idx="2743">
                  <c:v>1105</c:v>
                </c:pt>
                <c:pt idx="2744">
                  <c:v>1517</c:v>
                </c:pt>
                <c:pt idx="2745">
                  <c:v>3800</c:v>
                </c:pt>
                <c:pt idx="2746">
                  <c:v>1615</c:v>
                </c:pt>
                <c:pt idx="2747">
                  <c:v>1500</c:v>
                </c:pt>
                <c:pt idx="2748">
                  <c:v>1082</c:v>
                </c:pt>
                <c:pt idx="2749">
                  <c:v>1365</c:v>
                </c:pt>
                <c:pt idx="2750">
                  <c:v>1000</c:v>
                </c:pt>
                <c:pt idx="2751">
                  <c:v>1392</c:v>
                </c:pt>
                <c:pt idx="2752">
                  <c:v>1086</c:v>
                </c:pt>
                <c:pt idx="2753">
                  <c:v>1586</c:v>
                </c:pt>
                <c:pt idx="2754">
                  <c:v>1100</c:v>
                </c:pt>
                <c:pt idx="2755">
                  <c:v>1065</c:v>
                </c:pt>
                <c:pt idx="2756">
                  <c:v>1500</c:v>
                </c:pt>
                <c:pt idx="2757">
                  <c:v>1575</c:v>
                </c:pt>
                <c:pt idx="2758">
                  <c:v>1975</c:v>
                </c:pt>
                <c:pt idx="2759">
                  <c:v>820</c:v>
                </c:pt>
                <c:pt idx="2760">
                  <c:v>1745</c:v>
                </c:pt>
                <c:pt idx="2761">
                  <c:v>1223</c:v>
                </c:pt>
                <c:pt idx="2762">
                  <c:v>1200</c:v>
                </c:pt>
                <c:pt idx="2763">
                  <c:v>1200</c:v>
                </c:pt>
                <c:pt idx="2764">
                  <c:v>665</c:v>
                </c:pt>
                <c:pt idx="2765">
                  <c:v>1351</c:v>
                </c:pt>
                <c:pt idx="2766">
                  <c:v>1355</c:v>
                </c:pt>
                <c:pt idx="2767">
                  <c:v>1588</c:v>
                </c:pt>
                <c:pt idx="2768">
                  <c:v>900</c:v>
                </c:pt>
                <c:pt idx="2769">
                  <c:v>3385</c:v>
                </c:pt>
                <c:pt idx="2770">
                  <c:v>1370</c:v>
                </c:pt>
                <c:pt idx="2771">
                  <c:v>1500</c:v>
                </c:pt>
                <c:pt idx="2772">
                  <c:v>1100</c:v>
                </c:pt>
                <c:pt idx="2773">
                  <c:v>1247</c:v>
                </c:pt>
                <c:pt idx="2774">
                  <c:v>2000</c:v>
                </c:pt>
                <c:pt idx="2775">
                  <c:v>1020.07</c:v>
                </c:pt>
                <c:pt idx="2776">
                  <c:v>1033</c:v>
                </c:pt>
                <c:pt idx="2777">
                  <c:v>1460</c:v>
                </c:pt>
                <c:pt idx="2778">
                  <c:v>1150</c:v>
                </c:pt>
                <c:pt idx="2779">
                  <c:v>1141</c:v>
                </c:pt>
                <c:pt idx="2780">
                  <c:v>2912.5</c:v>
                </c:pt>
                <c:pt idx="2781">
                  <c:v>1665</c:v>
                </c:pt>
                <c:pt idx="2782">
                  <c:v>1295</c:v>
                </c:pt>
                <c:pt idx="2783">
                  <c:v>1230</c:v>
                </c:pt>
                <c:pt idx="2784">
                  <c:v>1080</c:v>
                </c:pt>
                <c:pt idx="2785">
                  <c:v>1000</c:v>
                </c:pt>
                <c:pt idx="2786">
                  <c:v>2400</c:v>
                </c:pt>
                <c:pt idx="2787">
                  <c:v>630.5</c:v>
                </c:pt>
                <c:pt idx="2788">
                  <c:v>1708</c:v>
                </c:pt>
                <c:pt idx="2789">
                  <c:v>1697</c:v>
                </c:pt>
                <c:pt idx="2790">
                  <c:v>615</c:v>
                </c:pt>
                <c:pt idx="2791">
                  <c:v>1350</c:v>
                </c:pt>
                <c:pt idx="2792">
                  <c:v>1530</c:v>
                </c:pt>
                <c:pt idx="2793">
                  <c:v>1083</c:v>
                </c:pt>
                <c:pt idx="2794">
                  <c:v>1460</c:v>
                </c:pt>
                <c:pt idx="2795">
                  <c:v>1084</c:v>
                </c:pt>
                <c:pt idx="2796">
                  <c:v>1035</c:v>
                </c:pt>
                <c:pt idx="2797">
                  <c:v>2400</c:v>
                </c:pt>
                <c:pt idx="2798">
                  <c:v>460</c:v>
                </c:pt>
                <c:pt idx="2799">
                  <c:v>1285</c:v>
                </c:pt>
                <c:pt idx="2800">
                  <c:v>1200</c:v>
                </c:pt>
                <c:pt idx="2801">
                  <c:v>1070</c:v>
                </c:pt>
                <c:pt idx="2802">
                  <c:v>1801</c:v>
                </c:pt>
                <c:pt idx="2803">
                  <c:v>1697</c:v>
                </c:pt>
                <c:pt idx="2804">
                  <c:v>1199</c:v>
                </c:pt>
                <c:pt idx="2805">
                  <c:v>2300</c:v>
                </c:pt>
                <c:pt idx="2806">
                  <c:v>1340</c:v>
                </c:pt>
                <c:pt idx="2807">
                  <c:v>1125</c:v>
                </c:pt>
                <c:pt idx="2808">
                  <c:v>1200</c:v>
                </c:pt>
                <c:pt idx="2809">
                  <c:v>1050</c:v>
                </c:pt>
                <c:pt idx="2810">
                  <c:v>956</c:v>
                </c:pt>
                <c:pt idx="2811">
                  <c:v>1000</c:v>
                </c:pt>
                <c:pt idx="2812">
                  <c:v>1596</c:v>
                </c:pt>
                <c:pt idx="2813">
                  <c:v>1296</c:v>
                </c:pt>
                <c:pt idx="2814">
                  <c:v>1639</c:v>
                </c:pt>
                <c:pt idx="2815">
                  <c:v>1219</c:v>
                </c:pt>
                <c:pt idx="2816">
                  <c:v>1200</c:v>
                </c:pt>
                <c:pt idx="2817">
                  <c:v>1218</c:v>
                </c:pt>
                <c:pt idx="2818">
                  <c:v>920</c:v>
                </c:pt>
                <c:pt idx="2819">
                  <c:v>525</c:v>
                </c:pt>
                <c:pt idx="2820">
                  <c:v>1427</c:v>
                </c:pt>
                <c:pt idx="2821">
                  <c:v>1270</c:v>
                </c:pt>
                <c:pt idx="2822">
                  <c:v>920</c:v>
                </c:pt>
                <c:pt idx="2823">
                  <c:v>2700</c:v>
                </c:pt>
                <c:pt idx="2824">
                  <c:v>1355</c:v>
                </c:pt>
                <c:pt idx="2825">
                  <c:v>1530</c:v>
                </c:pt>
                <c:pt idx="2826">
                  <c:v>1372</c:v>
                </c:pt>
                <c:pt idx="2827">
                  <c:v>2363</c:v>
                </c:pt>
                <c:pt idx="2828">
                  <c:v>1950</c:v>
                </c:pt>
                <c:pt idx="2829">
                  <c:v>885</c:v>
                </c:pt>
                <c:pt idx="2830">
                  <c:v>600</c:v>
                </c:pt>
                <c:pt idx="2831">
                  <c:v>1270</c:v>
                </c:pt>
                <c:pt idx="2832">
                  <c:v>1339</c:v>
                </c:pt>
                <c:pt idx="2833">
                  <c:v>1130</c:v>
                </c:pt>
                <c:pt idx="2834">
                  <c:v>1085</c:v>
                </c:pt>
                <c:pt idx="2835">
                  <c:v>1430</c:v>
                </c:pt>
                <c:pt idx="2836">
                  <c:v>1451.5</c:v>
                </c:pt>
                <c:pt idx="2837">
                  <c:v>1490</c:v>
                </c:pt>
                <c:pt idx="2838">
                  <c:v>1650</c:v>
                </c:pt>
                <c:pt idx="2839">
                  <c:v>1286</c:v>
                </c:pt>
                <c:pt idx="2840">
                  <c:v>925</c:v>
                </c:pt>
                <c:pt idx="2841">
                  <c:v>3016</c:v>
                </c:pt>
                <c:pt idx="2842">
                  <c:v>1000</c:v>
                </c:pt>
                <c:pt idx="2843">
                  <c:v>1215</c:v>
                </c:pt>
                <c:pt idx="2844">
                  <c:v>1200</c:v>
                </c:pt>
                <c:pt idx="2845">
                  <c:v>1336</c:v>
                </c:pt>
                <c:pt idx="2846">
                  <c:v>673</c:v>
                </c:pt>
                <c:pt idx="2847">
                  <c:v>1200</c:v>
                </c:pt>
                <c:pt idx="2848">
                  <c:v>1600</c:v>
                </c:pt>
                <c:pt idx="2849">
                  <c:v>1200</c:v>
                </c:pt>
                <c:pt idx="2850">
                  <c:v>2400</c:v>
                </c:pt>
                <c:pt idx="2851">
                  <c:v>1143</c:v>
                </c:pt>
                <c:pt idx="2852">
                  <c:v>1470</c:v>
                </c:pt>
                <c:pt idx="2853">
                  <c:v>1584</c:v>
                </c:pt>
                <c:pt idx="2854">
                  <c:v>1785</c:v>
                </c:pt>
                <c:pt idx="2855">
                  <c:v>1460</c:v>
                </c:pt>
                <c:pt idx="2856">
                  <c:v>1500</c:v>
                </c:pt>
                <c:pt idx="2857">
                  <c:v>3300</c:v>
                </c:pt>
                <c:pt idx="2858">
                  <c:v>1230</c:v>
                </c:pt>
                <c:pt idx="2859">
                  <c:v>650</c:v>
                </c:pt>
                <c:pt idx="2860">
                  <c:v>1480</c:v>
                </c:pt>
                <c:pt idx="2861">
                  <c:v>1220</c:v>
                </c:pt>
                <c:pt idx="2862">
                  <c:v>1570</c:v>
                </c:pt>
                <c:pt idx="2863">
                  <c:v>1665</c:v>
                </c:pt>
                <c:pt idx="2864">
                  <c:v>1100</c:v>
                </c:pt>
                <c:pt idx="2865">
                  <c:v>1350</c:v>
                </c:pt>
                <c:pt idx="2866">
                  <c:v>1719</c:v>
                </c:pt>
                <c:pt idx="2867">
                  <c:v>664</c:v>
                </c:pt>
                <c:pt idx="2868">
                  <c:v>1011</c:v>
                </c:pt>
                <c:pt idx="2869">
                  <c:v>2400</c:v>
                </c:pt>
                <c:pt idx="2870">
                  <c:v>1680</c:v>
                </c:pt>
                <c:pt idx="2871">
                  <c:v>717</c:v>
                </c:pt>
                <c:pt idx="2872">
                  <c:v>1520</c:v>
                </c:pt>
                <c:pt idx="2873">
                  <c:v>1350</c:v>
                </c:pt>
                <c:pt idx="2874">
                  <c:v>1760</c:v>
                </c:pt>
                <c:pt idx="2875">
                  <c:v>875</c:v>
                </c:pt>
                <c:pt idx="2876">
                  <c:v>1231</c:v>
                </c:pt>
                <c:pt idx="2877">
                  <c:v>1174</c:v>
                </c:pt>
                <c:pt idx="2878">
                  <c:v>1560</c:v>
                </c:pt>
                <c:pt idx="2879">
                  <c:v>1464</c:v>
                </c:pt>
                <c:pt idx="2880">
                  <c:v>2200</c:v>
                </c:pt>
                <c:pt idx="2881">
                  <c:v>850</c:v>
                </c:pt>
                <c:pt idx="2882">
                  <c:v>1750</c:v>
                </c:pt>
                <c:pt idx="2883">
                  <c:v>2024</c:v>
                </c:pt>
                <c:pt idx="2884">
                  <c:v>1080</c:v>
                </c:pt>
                <c:pt idx="2885">
                  <c:v>1020</c:v>
                </c:pt>
                <c:pt idx="2886">
                  <c:v>1500</c:v>
                </c:pt>
                <c:pt idx="2887">
                  <c:v>1575</c:v>
                </c:pt>
                <c:pt idx="2888">
                  <c:v>3250</c:v>
                </c:pt>
                <c:pt idx="2889">
                  <c:v>1175</c:v>
                </c:pt>
                <c:pt idx="2890">
                  <c:v>1030</c:v>
                </c:pt>
                <c:pt idx="2891">
                  <c:v>1440</c:v>
                </c:pt>
                <c:pt idx="2892">
                  <c:v>1500</c:v>
                </c:pt>
                <c:pt idx="2893">
                  <c:v>1200</c:v>
                </c:pt>
                <c:pt idx="2894">
                  <c:v>705</c:v>
                </c:pt>
                <c:pt idx="2895">
                  <c:v>2240</c:v>
                </c:pt>
                <c:pt idx="2896">
                  <c:v>1584.01</c:v>
                </c:pt>
                <c:pt idx="2897">
                  <c:v>1340</c:v>
                </c:pt>
                <c:pt idx="2898">
                  <c:v>1800</c:v>
                </c:pt>
                <c:pt idx="2899">
                  <c:v>1200</c:v>
                </c:pt>
                <c:pt idx="2900">
                  <c:v>685</c:v>
                </c:pt>
                <c:pt idx="2901">
                  <c:v>925</c:v>
                </c:pt>
                <c:pt idx="2902">
                  <c:v>1230</c:v>
                </c:pt>
                <c:pt idx="2903">
                  <c:v>1125</c:v>
                </c:pt>
                <c:pt idx="2904">
                  <c:v>1100</c:v>
                </c:pt>
                <c:pt idx="2905">
                  <c:v>2400</c:v>
                </c:pt>
                <c:pt idx="2906">
                  <c:v>1400</c:v>
                </c:pt>
                <c:pt idx="2907">
                  <c:v>1858</c:v>
                </c:pt>
                <c:pt idx="2908">
                  <c:v>1185</c:v>
                </c:pt>
                <c:pt idx="2909">
                  <c:v>1255</c:v>
                </c:pt>
                <c:pt idx="2910">
                  <c:v>1335</c:v>
                </c:pt>
                <c:pt idx="2911">
                  <c:v>1999</c:v>
                </c:pt>
                <c:pt idx="2912">
                  <c:v>1200</c:v>
                </c:pt>
                <c:pt idx="2913">
                  <c:v>1397</c:v>
                </c:pt>
                <c:pt idx="2914">
                  <c:v>1616</c:v>
                </c:pt>
                <c:pt idx="2915">
                  <c:v>1140</c:v>
                </c:pt>
                <c:pt idx="2916">
                  <c:v>525</c:v>
                </c:pt>
                <c:pt idx="2917">
                  <c:v>1200</c:v>
                </c:pt>
                <c:pt idx="2918">
                  <c:v>1205.47</c:v>
                </c:pt>
                <c:pt idx="2919">
                  <c:v>1700</c:v>
                </c:pt>
                <c:pt idx="2920">
                  <c:v>1090</c:v>
                </c:pt>
                <c:pt idx="2921">
                  <c:v>1050</c:v>
                </c:pt>
                <c:pt idx="2922">
                  <c:v>1495</c:v>
                </c:pt>
                <c:pt idx="2923">
                  <c:v>1664</c:v>
                </c:pt>
                <c:pt idx="2924">
                  <c:v>1485</c:v>
                </c:pt>
                <c:pt idx="2925">
                  <c:v>1033</c:v>
                </c:pt>
                <c:pt idx="2926">
                  <c:v>1400</c:v>
                </c:pt>
                <c:pt idx="2927">
                  <c:v>944</c:v>
                </c:pt>
                <c:pt idx="2928">
                  <c:v>3250</c:v>
                </c:pt>
                <c:pt idx="2929">
                  <c:v>1216</c:v>
                </c:pt>
                <c:pt idx="2930">
                  <c:v>1100</c:v>
                </c:pt>
                <c:pt idx="2931">
                  <c:v>1743</c:v>
                </c:pt>
                <c:pt idx="2932">
                  <c:v>1274</c:v>
                </c:pt>
                <c:pt idx="2933">
                  <c:v>1512</c:v>
                </c:pt>
                <c:pt idx="2934">
                  <c:v>1650</c:v>
                </c:pt>
                <c:pt idx="2935">
                  <c:v>1875</c:v>
                </c:pt>
                <c:pt idx="2936">
                  <c:v>1350</c:v>
                </c:pt>
                <c:pt idx="2937">
                  <c:v>1219</c:v>
                </c:pt>
                <c:pt idx="2938">
                  <c:v>2400</c:v>
                </c:pt>
                <c:pt idx="2939">
                  <c:v>1141</c:v>
                </c:pt>
                <c:pt idx="2940">
                  <c:v>1151</c:v>
                </c:pt>
                <c:pt idx="2941">
                  <c:v>832</c:v>
                </c:pt>
                <c:pt idx="2942">
                  <c:v>915</c:v>
                </c:pt>
                <c:pt idx="2943">
                  <c:v>1115</c:v>
                </c:pt>
                <c:pt idx="2944">
                  <c:v>2072</c:v>
                </c:pt>
                <c:pt idx="2945">
                  <c:v>1200</c:v>
                </c:pt>
                <c:pt idx="2946">
                  <c:v>1300</c:v>
                </c:pt>
                <c:pt idx="2947">
                  <c:v>1457</c:v>
                </c:pt>
                <c:pt idx="2948">
                  <c:v>1262</c:v>
                </c:pt>
                <c:pt idx="2949">
                  <c:v>900</c:v>
                </c:pt>
                <c:pt idx="2950">
                  <c:v>420</c:v>
                </c:pt>
                <c:pt idx="2951">
                  <c:v>1160</c:v>
                </c:pt>
                <c:pt idx="2952">
                  <c:v>1115</c:v>
                </c:pt>
                <c:pt idx="2953">
                  <c:v>1315</c:v>
                </c:pt>
                <c:pt idx="2954">
                  <c:v>1500</c:v>
                </c:pt>
                <c:pt idx="2955">
                  <c:v>1127</c:v>
                </c:pt>
                <c:pt idx="2956">
                  <c:v>1397</c:v>
                </c:pt>
                <c:pt idx="2957">
                  <c:v>1173</c:v>
                </c:pt>
                <c:pt idx="2958">
                  <c:v>1090</c:v>
                </c:pt>
                <c:pt idx="2959">
                  <c:v>1230</c:v>
                </c:pt>
                <c:pt idx="2960">
                  <c:v>3200</c:v>
                </c:pt>
                <c:pt idx="2961">
                  <c:v>858</c:v>
                </c:pt>
                <c:pt idx="2962">
                  <c:v>1868</c:v>
                </c:pt>
                <c:pt idx="2963">
                  <c:v>1689.28</c:v>
                </c:pt>
                <c:pt idx="2964">
                  <c:v>1425</c:v>
                </c:pt>
                <c:pt idx="2965">
                  <c:v>1350</c:v>
                </c:pt>
                <c:pt idx="2966">
                  <c:v>4200</c:v>
                </c:pt>
                <c:pt idx="2967">
                  <c:v>1310</c:v>
                </c:pt>
                <c:pt idx="2968">
                  <c:v>3185</c:v>
                </c:pt>
                <c:pt idx="2969">
                  <c:v>970</c:v>
                </c:pt>
                <c:pt idx="2970">
                  <c:v>1397</c:v>
                </c:pt>
                <c:pt idx="2971">
                  <c:v>1157</c:v>
                </c:pt>
                <c:pt idx="2972">
                  <c:v>1125</c:v>
                </c:pt>
                <c:pt idx="2973">
                  <c:v>1157</c:v>
                </c:pt>
                <c:pt idx="2974">
                  <c:v>1241</c:v>
                </c:pt>
                <c:pt idx="2975">
                  <c:v>660</c:v>
                </c:pt>
                <c:pt idx="2976">
                  <c:v>2340</c:v>
                </c:pt>
                <c:pt idx="2977">
                  <c:v>596</c:v>
                </c:pt>
                <c:pt idx="2978">
                  <c:v>10000</c:v>
                </c:pt>
                <c:pt idx="2979">
                  <c:v>1200</c:v>
                </c:pt>
                <c:pt idx="2980">
                  <c:v>1910</c:v>
                </c:pt>
                <c:pt idx="2981">
                  <c:v>1139</c:v>
                </c:pt>
                <c:pt idx="2982">
                  <c:v>3122</c:v>
                </c:pt>
                <c:pt idx="2983">
                  <c:v>1033</c:v>
                </c:pt>
                <c:pt idx="2984">
                  <c:v>1168</c:v>
                </c:pt>
                <c:pt idx="2985">
                  <c:v>877</c:v>
                </c:pt>
                <c:pt idx="2986">
                  <c:v>1340</c:v>
                </c:pt>
                <c:pt idx="2987">
                  <c:v>1405</c:v>
                </c:pt>
                <c:pt idx="2988">
                  <c:v>1800</c:v>
                </c:pt>
                <c:pt idx="2989">
                  <c:v>1750</c:v>
                </c:pt>
                <c:pt idx="2990">
                  <c:v>1360</c:v>
                </c:pt>
                <c:pt idx="2991">
                  <c:v>985</c:v>
                </c:pt>
                <c:pt idx="2992">
                  <c:v>1300</c:v>
                </c:pt>
                <c:pt idx="2993">
                  <c:v>1850</c:v>
                </c:pt>
                <c:pt idx="2994">
                  <c:v>1490</c:v>
                </c:pt>
                <c:pt idx="2995">
                  <c:v>620</c:v>
                </c:pt>
                <c:pt idx="2996">
                  <c:v>1130</c:v>
                </c:pt>
                <c:pt idx="2997">
                  <c:v>1080</c:v>
                </c:pt>
                <c:pt idx="2998">
                  <c:v>3126</c:v>
                </c:pt>
                <c:pt idx="2999">
                  <c:v>1410</c:v>
                </c:pt>
                <c:pt idx="3000">
                  <c:v>1375</c:v>
                </c:pt>
                <c:pt idx="3001">
                  <c:v>1290</c:v>
                </c:pt>
                <c:pt idx="3002">
                  <c:v>1318</c:v>
                </c:pt>
                <c:pt idx="3003">
                  <c:v>1128</c:v>
                </c:pt>
                <c:pt idx="3004">
                  <c:v>1051</c:v>
                </c:pt>
                <c:pt idx="3005">
                  <c:v>2400</c:v>
                </c:pt>
                <c:pt idx="3006">
                  <c:v>1327</c:v>
                </c:pt>
                <c:pt idx="3007">
                  <c:v>2912</c:v>
                </c:pt>
                <c:pt idx="3008">
                  <c:v>1301</c:v>
                </c:pt>
                <c:pt idx="3009">
                  <c:v>650</c:v>
                </c:pt>
                <c:pt idx="3010">
                  <c:v>1200</c:v>
                </c:pt>
                <c:pt idx="3011">
                  <c:v>1500</c:v>
                </c:pt>
                <c:pt idx="3012">
                  <c:v>1000</c:v>
                </c:pt>
                <c:pt idx="3013">
                  <c:v>984</c:v>
                </c:pt>
                <c:pt idx="3014">
                  <c:v>1819.18</c:v>
                </c:pt>
                <c:pt idx="3015">
                  <c:v>1355</c:v>
                </c:pt>
                <c:pt idx="3016">
                  <c:v>1118</c:v>
                </c:pt>
                <c:pt idx="3017">
                  <c:v>1250</c:v>
                </c:pt>
                <c:pt idx="3018">
                  <c:v>1304</c:v>
                </c:pt>
                <c:pt idx="3019">
                  <c:v>1615</c:v>
                </c:pt>
                <c:pt idx="3020">
                  <c:v>1400</c:v>
                </c:pt>
                <c:pt idx="3021">
                  <c:v>1070</c:v>
                </c:pt>
                <c:pt idx="3022">
                  <c:v>1132</c:v>
                </c:pt>
                <c:pt idx="3023">
                  <c:v>2000</c:v>
                </c:pt>
                <c:pt idx="3024">
                  <c:v>794</c:v>
                </c:pt>
                <c:pt idx="3025">
                  <c:v>1090</c:v>
                </c:pt>
                <c:pt idx="3026">
                  <c:v>1500</c:v>
                </c:pt>
                <c:pt idx="3027">
                  <c:v>525</c:v>
                </c:pt>
                <c:pt idx="3028">
                  <c:v>1447</c:v>
                </c:pt>
                <c:pt idx="3029">
                  <c:v>1269</c:v>
                </c:pt>
                <c:pt idx="3030">
                  <c:v>1070</c:v>
                </c:pt>
                <c:pt idx="3031">
                  <c:v>1150</c:v>
                </c:pt>
                <c:pt idx="3032">
                  <c:v>1208</c:v>
                </c:pt>
                <c:pt idx="3033">
                  <c:v>1185</c:v>
                </c:pt>
                <c:pt idx="3034">
                  <c:v>888</c:v>
                </c:pt>
                <c:pt idx="3035">
                  <c:v>1015</c:v>
                </c:pt>
                <c:pt idx="3036">
                  <c:v>532</c:v>
                </c:pt>
                <c:pt idx="3037">
                  <c:v>1060</c:v>
                </c:pt>
                <c:pt idx="3038">
                  <c:v>700</c:v>
                </c:pt>
                <c:pt idx="3039">
                  <c:v>902</c:v>
                </c:pt>
                <c:pt idx="3040">
                  <c:v>1175</c:v>
                </c:pt>
                <c:pt idx="3041">
                  <c:v>1365</c:v>
                </c:pt>
                <c:pt idx="3042">
                  <c:v>984</c:v>
                </c:pt>
                <c:pt idx="3043">
                  <c:v>2700</c:v>
                </c:pt>
                <c:pt idx="3044">
                  <c:v>1475</c:v>
                </c:pt>
                <c:pt idx="3045">
                  <c:v>1300</c:v>
                </c:pt>
                <c:pt idx="3046">
                  <c:v>1453</c:v>
                </c:pt>
                <c:pt idx="3047">
                  <c:v>1550</c:v>
                </c:pt>
                <c:pt idx="3048">
                  <c:v>1666</c:v>
                </c:pt>
                <c:pt idx="3049">
                  <c:v>1845</c:v>
                </c:pt>
                <c:pt idx="3050">
                  <c:v>1676</c:v>
                </c:pt>
                <c:pt idx="3051">
                  <c:v>1137</c:v>
                </c:pt>
                <c:pt idx="3052">
                  <c:v>1360</c:v>
                </c:pt>
                <c:pt idx="3053">
                  <c:v>1374</c:v>
                </c:pt>
                <c:pt idx="3054">
                  <c:v>1700</c:v>
                </c:pt>
                <c:pt idx="3055">
                  <c:v>3227</c:v>
                </c:pt>
                <c:pt idx="3056">
                  <c:v>2145</c:v>
                </c:pt>
                <c:pt idx="3057">
                  <c:v>2170</c:v>
                </c:pt>
                <c:pt idx="3058">
                  <c:v>1080</c:v>
                </c:pt>
                <c:pt idx="3059">
                  <c:v>1790</c:v>
                </c:pt>
                <c:pt idx="3060">
                  <c:v>550</c:v>
                </c:pt>
                <c:pt idx="3061">
                  <c:v>1270</c:v>
                </c:pt>
                <c:pt idx="3062">
                  <c:v>1033</c:v>
                </c:pt>
                <c:pt idx="3063">
                  <c:v>1000</c:v>
                </c:pt>
                <c:pt idx="3064">
                  <c:v>2940</c:v>
                </c:pt>
                <c:pt idx="3065">
                  <c:v>1240</c:v>
                </c:pt>
                <c:pt idx="3066">
                  <c:v>883</c:v>
                </c:pt>
                <c:pt idx="3067">
                  <c:v>1500</c:v>
                </c:pt>
                <c:pt idx="3068">
                  <c:v>1730</c:v>
                </c:pt>
                <c:pt idx="3069">
                  <c:v>1915</c:v>
                </c:pt>
                <c:pt idx="3070">
                  <c:v>1545</c:v>
                </c:pt>
                <c:pt idx="3071">
                  <c:v>1865</c:v>
                </c:pt>
                <c:pt idx="3072">
                  <c:v>1150</c:v>
                </c:pt>
                <c:pt idx="3073">
                  <c:v>1200</c:v>
                </c:pt>
                <c:pt idx="3074">
                  <c:v>963</c:v>
                </c:pt>
                <c:pt idx="3075">
                  <c:v>1200</c:v>
                </c:pt>
                <c:pt idx="3076">
                  <c:v>2600</c:v>
                </c:pt>
                <c:pt idx="3077">
                  <c:v>1700</c:v>
                </c:pt>
                <c:pt idx="3078">
                  <c:v>1682</c:v>
                </c:pt>
                <c:pt idx="3079">
                  <c:v>1371</c:v>
                </c:pt>
                <c:pt idx="3080">
                  <c:v>901</c:v>
                </c:pt>
                <c:pt idx="3081">
                  <c:v>1730</c:v>
                </c:pt>
                <c:pt idx="3082">
                  <c:v>1200</c:v>
                </c:pt>
                <c:pt idx="3083">
                  <c:v>1500</c:v>
                </c:pt>
                <c:pt idx="3084">
                  <c:v>1203</c:v>
                </c:pt>
                <c:pt idx="3085">
                  <c:v>1357</c:v>
                </c:pt>
                <c:pt idx="3086">
                  <c:v>1600</c:v>
                </c:pt>
                <c:pt idx="3087">
                  <c:v>350</c:v>
                </c:pt>
                <c:pt idx="3088">
                  <c:v>1665</c:v>
                </c:pt>
                <c:pt idx="3089">
                  <c:v>835</c:v>
                </c:pt>
                <c:pt idx="3090">
                  <c:v>1444</c:v>
                </c:pt>
                <c:pt idx="3091">
                  <c:v>1277</c:v>
                </c:pt>
                <c:pt idx="3092">
                  <c:v>1521</c:v>
                </c:pt>
                <c:pt idx="3093">
                  <c:v>1134</c:v>
                </c:pt>
                <c:pt idx="3094">
                  <c:v>995</c:v>
                </c:pt>
                <c:pt idx="3095">
                  <c:v>1325</c:v>
                </c:pt>
                <c:pt idx="3096">
                  <c:v>4000</c:v>
                </c:pt>
                <c:pt idx="3097">
                  <c:v>1525</c:v>
                </c:pt>
                <c:pt idx="3098">
                  <c:v>1320</c:v>
                </c:pt>
                <c:pt idx="3099">
                  <c:v>650</c:v>
                </c:pt>
                <c:pt idx="3100">
                  <c:v>1858</c:v>
                </c:pt>
                <c:pt idx="3101">
                  <c:v>1150</c:v>
                </c:pt>
                <c:pt idx="3102">
                  <c:v>769</c:v>
                </c:pt>
                <c:pt idx="3103">
                  <c:v>1571</c:v>
                </c:pt>
                <c:pt idx="3104">
                  <c:v>1445</c:v>
                </c:pt>
                <c:pt idx="3105">
                  <c:v>1590</c:v>
                </c:pt>
                <c:pt idx="3106">
                  <c:v>902</c:v>
                </c:pt>
                <c:pt idx="3107">
                  <c:v>2238</c:v>
                </c:pt>
                <c:pt idx="3108">
                  <c:v>1090</c:v>
                </c:pt>
                <c:pt idx="3109">
                  <c:v>1712</c:v>
                </c:pt>
                <c:pt idx="3110">
                  <c:v>1088</c:v>
                </c:pt>
                <c:pt idx="3111">
                  <c:v>1575</c:v>
                </c:pt>
                <c:pt idx="3112">
                  <c:v>2150</c:v>
                </c:pt>
                <c:pt idx="3113">
                  <c:v>1920</c:v>
                </c:pt>
                <c:pt idx="3114">
                  <c:v>1000</c:v>
                </c:pt>
                <c:pt idx="3115">
                  <c:v>1100</c:v>
                </c:pt>
                <c:pt idx="3116">
                  <c:v>1089</c:v>
                </c:pt>
                <c:pt idx="3117">
                  <c:v>1106</c:v>
                </c:pt>
                <c:pt idx="3118">
                  <c:v>927</c:v>
                </c:pt>
                <c:pt idx="3119">
                  <c:v>1339</c:v>
                </c:pt>
                <c:pt idx="3120">
                  <c:v>1175</c:v>
                </c:pt>
                <c:pt idx="3121">
                  <c:v>975</c:v>
                </c:pt>
                <c:pt idx="3122">
                  <c:v>2400</c:v>
                </c:pt>
                <c:pt idx="3123">
                  <c:v>1330</c:v>
                </c:pt>
                <c:pt idx="3124">
                  <c:v>1183</c:v>
                </c:pt>
                <c:pt idx="3125">
                  <c:v>1758</c:v>
                </c:pt>
                <c:pt idx="3126">
                  <c:v>1255</c:v>
                </c:pt>
                <c:pt idx="3127">
                  <c:v>1100</c:v>
                </c:pt>
                <c:pt idx="3128">
                  <c:v>1170</c:v>
                </c:pt>
                <c:pt idx="3129">
                  <c:v>2400</c:v>
                </c:pt>
                <c:pt idx="3130">
                  <c:v>1530</c:v>
                </c:pt>
                <c:pt idx="3131">
                  <c:v>1420</c:v>
                </c:pt>
                <c:pt idx="3132">
                  <c:v>1591</c:v>
                </c:pt>
                <c:pt idx="3133">
                  <c:v>1680</c:v>
                </c:pt>
                <c:pt idx="3134">
                  <c:v>675</c:v>
                </c:pt>
                <c:pt idx="3135">
                  <c:v>1055</c:v>
                </c:pt>
                <c:pt idx="3136">
                  <c:v>1918</c:v>
                </c:pt>
                <c:pt idx="3137">
                  <c:v>1280</c:v>
                </c:pt>
                <c:pt idx="3138">
                  <c:v>1560</c:v>
                </c:pt>
                <c:pt idx="3139">
                  <c:v>1145</c:v>
                </c:pt>
                <c:pt idx="3140">
                  <c:v>2106</c:v>
                </c:pt>
                <c:pt idx="3141">
                  <c:v>1801</c:v>
                </c:pt>
                <c:pt idx="3142">
                  <c:v>1306</c:v>
                </c:pt>
                <c:pt idx="3143">
                  <c:v>1320</c:v>
                </c:pt>
                <c:pt idx="3144">
                  <c:v>1350</c:v>
                </c:pt>
                <c:pt idx="3145">
                  <c:v>1344</c:v>
                </c:pt>
                <c:pt idx="3146">
                  <c:v>1893</c:v>
                </c:pt>
                <c:pt idx="3147">
                  <c:v>1107</c:v>
                </c:pt>
                <c:pt idx="3148">
                  <c:v>1190</c:v>
                </c:pt>
                <c:pt idx="3149">
                  <c:v>1000</c:v>
                </c:pt>
                <c:pt idx="3150">
                  <c:v>1000</c:v>
                </c:pt>
                <c:pt idx="3151">
                  <c:v>2113</c:v>
                </c:pt>
                <c:pt idx="3152">
                  <c:v>1100</c:v>
                </c:pt>
                <c:pt idx="3153">
                  <c:v>1884</c:v>
                </c:pt>
                <c:pt idx="3154">
                  <c:v>1110</c:v>
                </c:pt>
                <c:pt idx="3155">
                  <c:v>1027</c:v>
                </c:pt>
                <c:pt idx="3156">
                  <c:v>1250</c:v>
                </c:pt>
                <c:pt idx="3157">
                  <c:v>1470</c:v>
                </c:pt>
                <c:pt idx="3158">
                  <c:v>1150</c:v>
                </c:pt>
                <c:pt idx="3159">
                  <c:v>703</c:v>
                </c:pt>
                <c:pt idx="3160">
                  <c:v>1400</c:v>
                </c:pt>
                <c:pt idx="3161">
                  <c:v>1195</c:v>
                </c:pt>
                <c:pt idx="3162">
                  <c:v>1302</c:v>
                </c:pt>
                <c:pt idx="3163">
                  <c:v>1583</c:v>
                </c:pt>
                <c:pt idx="3164">
                  <c:v>1488</c:v>
                </c:pt>
                <c:pt idx="3165">
                  <c:v>1385</c:v>
                </c:pt>
                <c:pt idx="3166">
                  <c:v>3262</c:v>
                </c:pt>
                <c:pt idx="3167">
                  <c:v>1600</c:v>
                </c:pt>
                <c:pt idx="3168">
                  <c:v>1150</c:v>
                </c:pt>
                <c:pt idx="3169">
                  <c:v>4500</c:v>
                </c:pt>
                <c:pt idx="3170">
                  <c:v>1263</c:v>
                </c:pt>
                <c:pt idx="3171">
                  <c:v>1299</c:v>
                </c:pt>
                <c:pt idx="3172">
                  <c:v>1330</c:v>
                </c:pt>
                <c:pt idx="3173">
                  <c:v>1282</c:v>
                </c:pt>
                <c:pt idx="3174">
                  <c:v>1853</c:v>
                </c:pt>
                <c:pt idx="3175">
                  <c:v>861</c:v>
                </c:pt>
                <c:pt idx="3176">
                  <c:v>1600</c:v>
                </c:pt>
                <c:pt idx="3177">
                  <c:v>1256</c:v>
                </c:pt>
                <c:pt idx="3178">
                  <c:v>1390</c:v>
                </c:pt>
                <c:pt idx="3179">
                  <c:v>1550</c:v>
                </c:pt>
                <c:pt idx="3180">
                  <c:v>919</c:v>
                </c:pt>
                <c:pt idx="3181">
                  <c:v>1625</c:v>
                </c:pt>
                <c:pt idx="3182">
                  <c:v>1195</c:v>
                </c:pt>
                <c:pt idx="3183">
                  <c:v>1159</c:v>
                </c:pt>
                <c:pt idx="3184">
                  <c:v>1386</c:v>
                </c:pt>
                <c:pt idx="3185">
                  <c:v>1197</c:v>
                </c:pt>
                <c:pt idx="3186">
                  <c:v>2690</c:v>
                </c:pt>
                <c:pt idx="3187">
                  <c:v>1295</c:v>
                </c:pt>
                <c:pt idx="3188">
                  <c:v>1310</c:v>
                </c:pt>
                <c:pt idx="3189">
                  <c:v>1132</c:v>
                </c:pt>
                <c:pt idx="3190">
                  <c:v>1645</c:v>
                </c:pt>
                <c:pt idx="3191">
                  <c:v>1200</c:v>
                </c:pt>
                <c:pt idx="3192">
                  <c:v>1937</c:v>
                </c:pt>
                <c:pt idx="3193">
                  <c:v>1015</c:v>
                </c:pt>
                <c:pt idx="3194">
                  <c:v>1080</c:v>
                </c:pt>
                <c:pt idx="3195">
                  <c:v>1350</c:v>
                </c:pt>
                <c:pt idx="3196">
                  <c:v>1149</c:v>
                </c:pt>
                <c:pt idx="3197">
                  <c:v>1185</c:v>
                </c:pt>
                <c:pt idx="3198">
                  <c:v>1720</c:v>
                </c:pt>
                <c:pt idx="3199">
                  <c:v>2080</c:v>
                </c:pt>
                <c:pt idx="3200">
                  <c:v>1500</c:v>
                </c:pt>
                <c:pt idx="3201">
                  <c:v>1566</c:v>
                </c:pt>
                <c:pt idx="3202">
                  <c:v>1500</c:v>
                </c:pt>
                <c:pt idx="3203">
                  <c:v>1290</c:v>
                </c:pt>
                <c:pt idx="3204">
                  <c:v>1531</c:v>
                </c:pt>
                <c:pt idx="3205">
                  <c:v>1839</c:v>
                </c:pt>
                <c:pt idx="3206">
                  <c:v>1400</c:v>
                </c:pt>
                <c:pt idx="3207">
                  <c:v>550</c:v>
                </c:pt>
                <c:pt idx="3208">
                  <c:v>1140</c:v>
                </c:pt>
                <c:pt idx="3209">
                  <c:v>1343.5</c:v>
                </c:pt>
                <c:pt idx="3210">
                  <c:v>2000</c:v>
                </c:pt>
                <c:pt idx="3211">
                  <c:v>1100</c:v>
                </c:pt>
                <c:pt idx="3212">
                  <c:v>1200</c:v>
                </c:pt>
                <c:pt idx="3213">
                  <c:v>1618</c:v>
                </c:pt>
                <c:pt idx="3214">
                  <c:v>2830</c:v>
                </c:pt>
                <c:pt idx="3215">
                  <c:v>1315</c:v>
                </c:pt>
                <c:pt idx="3216">
                  <c:v>1141</c:v>
                </c:pt>
                <c:pt idx="3217">
                  <c:v>1080</c:v>
                </c:pt>
                <c:pt idx="3218">
                  <c:v>1200</c:v>
                </c:pt>
                <c:pt idx="3219">
                  <c:v>1111</c:v>
                </c:pt>
                <c:pt idx="3220">
                  <c:v>1022</c:v>
                </c:pt>
                <c:pt idx="3221">
                  <c:v>1275</c:v>
                </c:pt>
                <c:pt idx="3222">
                  <c:v>900</c:v>
                </c:pt>
                <c:pt idx="3223">
                  <c:v>1224</c:v>
                </c:pt>
                <c:pt idx="3224">
                  <c:v>1135</c:v>
                </c:pt>
                <c:pt idx="3225">
                  <c:v>1050</c:v>
                </c:pt>
                <c:pt idx="3226">
                  <c:v>1535</c:v>
                </c:pt>
                <c:pt idx="3227">
                  <c:v>1392</c:v>
                </c:pt>
                <c:pt idx="3228">
                  <c:v>1050</c:v>
                </c:pt>
                <c:pt idx="3229">
                  <c:v>1513</c:v>
                </c:pt>
                <c:pt idx="3230">
                  <c:v>1621</c:v>
                </c:pt>
                <c:pt idx="3231">
                  <c:v>892</c:v>
                </c:pt>
                <c:pt idx="3232">
                  <c:v>1205</c:v>
                </c:pt>
                <c:pt idx="3233">
                  <c:v>1355</c:v>
                </c:pt>
                <c:pt idx="3234">
                  <c:v>1200</c:v>
                </c:pt>
                <c:pt idx="3235">
                  <c:v>726</c:v>
                </c:pt>
                <c:pt idx="3236">
                  <c:v>1500</c:v>
                </c:pt>
                <c:pt idx="3237">
                  <c:v>1079</c:v>
                </c:pt>
                <c:pt idx="3238">
                  <c:v>1170</c:v>
                </c:pt>
                <c:pt idx="3239">
                  <c:v>1104</c:v>
                </c:pt>
                <c:pt idx="3240">
                  <c:v>950</c:v>
                </c:pt>
                <c:pt idx="3241">
                  <c:v>1650</c:v>
                </c:pt>
                <c:pt idx="3242">
                  <c:v>1559</c:v>
                </c:pt>
                <c:pt idx="3243">
                  <c:v>1100</c:v>
                </c:pt>
                <c:pt idx="3244">
                  <c:v>1750</c:v>
                </c:pt>
                <c:pt idx="3245">
                  <c:v>1215</c:v>
                </c:pt>
                <c:pt idx="3246">
                  <c:v>1868</c:v>
                </c:pt>
                <c:pt idx="3247">
                  <c:v>1130</c:v>
                </c:pt>
                <c:pt idx="3248">
                  <c:v>1570</c:v>
                </c:pt>
                <c:pt idx="3249">
                  <c:v>1691</c:v>
                </c:pt>
                <c:pt idx="3250">
                  <c:v>1225</c:v>
                </c:pt>
                <c:pt idx="3251">
                  <c:v>1690</c:v>
                </c:pt>
                <c:pt idx="3252">
                  <c:v>1418</c:v>
                </c:pt>
                <c:pt idx="3253">
                  <c:v>1896</c:v>
                </c:pt>
                <c:pt idx="3254">
                  <c:v>605</c:v>
                </c:pt>
                <c:pt idx="3255">
                  <c:v>900</c:v>
                </c:pt>
                <c:pt idx="3256">
                  <c:v>750</c:v>
                </c:pt>
                <c:pt idx="3257">
                  <c:v>780</c:v>
                </c:pt>
                <c:pt idx="3258">
                  <c:v>908</c:v>
                </c:pt>
                <c:pt idx="3259">
                  <c:v>3216</c:v>
                </c:pt>
                <c:pt idx="3260">
                  <c:v>2400</c:v>
                </c:pt>
                <c:pt idx="3261">
                  <c:v>1400</c:v>
                </c:pt>
                <c:pt idx="3262">
                  <c:v>1092</c:v>
                </c:pt>
                <c:pt idx="3263">
                  <c:v>1255</c:v>
                </c:pt>
                <c:pt idx="3264">
                  <c:v>1500</c:v>
                </c:pt>
                <c:pt idx="3265">
                  <c:v>1296</c:v>
                </c:pt>
                <c:pt idx="3266">
                  <c:v>925</c:v>
                </c:pt>
                <c:pt idx="3267">
                  <c:v>1023</c:v>
                </c:pt>
                <c:pt idx="3268">
                  <c:v>1020</c:v>
                </c:pt>
                <c:pt idx="3269">
                  <c:v>1530</c:v>
                </c:pt>
                <c:pt idx="3270">
                  <c:v>1650</c:v>
                </c:pt>
                <c:pt idx="3271">
                  <c:v>1605</c:v>
                </c:pt>
                <c:pt idx="3272">
                  <c:v>1190</c:v>
                </c:pt>
                <c:pt idx="3273">
                  <c:v>1374</c:v>
                </c:pt>
                <c:pt idx="3274">
                  <c:v>1140</c:v>
                </c:pt>
                <c:pt idx="3275">
                  <c:v>1725</c:v>
                </c:pt>
                <c:pt idx="3276">
                  <c:v>1075</c:v>
                </c:pt>
                <c:pt idx="3277">
                  <c:v>1574</c:v>
                </c:pt>
                <c:pt idx="3278">
                  <c:v>1550</c:v>
                </c:pt>
                <c:pt idx="3279">
                  <c:v>1205</c:v>
                </c:pt>
                <c:pt idx="3280">
                  <c:v>1082</c:v>
                </c:pt>
                <c:pt idx="3281">
                  <c:v>1215</c:v>
                </c:pt>
                <c:pt idx="3282">
                  <c:v>2483</c:v>
                </c:pt>
                <c:pt idx="3283">
                  <c:v>1200</c:v>
                </c:pt>
                <c:pt idx="3284">
                  <c:v>3198</c:v>
                </c:pt>
                <c:pt idx="3285">
                  <c:v>1452</c:v>
                </c:pt>
                <c:pt idx="3286">
                  <c:v>1329</c:v>
                </c:pt>
                <c:pt idx="3287">
                  <c:v>1125</c:v>
                </c:pt>
                <c:pt idx="3288">
                  <c:v>1200</c:v>
                </c:pt>
                <c:pt idx="3289">
                  <c:v>1350</c:v>
                </c:pt>
                <c:pt idx="3290">
                  <c:v>1312.5</c:v>
                </c:pt>
                <c:pt idx="3291">
                  <c:v>1220</c:v>
                </c:pt>
                <c:pt idx="3292">
                  <c:v>1255</c:v>
                </c:pt>
                <c:pt idx="3293">
                  <c:v>1904</c:v>
                </c:pt>
                <c:pt idx="3294">
                  <c:v>1329</c:v>
                </c:pt>
                <c:pt idx="3295">
                  <c:v>1200</c:v>
                </c:pt>
                <c:pt idx="3296">
                  <c:v>2135</c:v>
                </c:pt>
                <c:pt idx="3297">
                  <c:v>813</c:v>
                </c:pt>
                <c:pt idx="3298">
                  <c:v>800</c:v>
                </c:pt>
                <c:pt idx="3299">
                  <c:v>1500</c:v>
                </c:pt>
                <c:pt idx="3300">
                  <c:v>1880</c:v>
                </c:pt>
                <c:pt idx="3301">
                  <c:v>1440</c:v>
                </c:pt>
                <c:pt idx="3302">
                  <c:v>1575</c:v>
                </c:pt>
                <c:pt idx="3303">
                  <c:v>1630</c:v>
                </c:pt>
                <c:pt idx="3304">
                  <c:v>1180</c:v>
                </c:pt>
                <c:pt idx="3305">
                  <c:v>1090</c:v>
                </c:pt>
                <c:pt idx="3306">
                  <c:v>1020</c:v>
                </c:pt>
                <c:pt idx="3307">
                  <c:v>2425</c:v>
                </c:pt>
                <c:pt idx="3308">
                  <c:v>1097</c:v>
                </c:pt>
                <c:pt idx="3309">
                  <c:v>1070</c:v>
                </c:pt>
                <c:pt idx="3310">
                  <c:v>1000</c:v>
                </c:pt>
                <c:pt idx="3311">
                  <c:v>1150</c:v>
                </c:pt>
                <c:pt idx="3312">
                  <c:v>1900</c:v>
                </c:pt>
                <c:pt idx="3313">
                  <c:v>1141</c:v>
                </c:pt>
                <c:pt idx="3314">
                  <c:v>937</c:v>
                </c:pt>
                <c:pt idx="3315">
                  <c:v>1075</c:v>
                </c:pt>
                <c:pt idx="3316">
                  <c:v>1000</c:v>
                </c:pt>
                <c:pt idx="3317">
                  <c:v>1450</c:v>
                </c:pt>
                <c:pt idx="3318">
                  <c:v>936</c:v>
                </c:pt>
                <c:pt idx="3319">
                  <c:v>1280</c:v>
                </c:pt>
                <c:pt idx="3320">
                  <c:v>1050</c:v>
                </c:pt>
                <c:pt idx="3321">
                  <c:v>1350</c:v>
                </c:pt>
                <c:pt idx="3322">
                  <c:v>1325</c:v>
                </c:pt>
                <c:pt idx="3323">
                  <c:v>1174</c:v>
                </c:pt>
                <c:pt idx="3324">
                  <c:v>1890</c:v>
                </c:pt>
                <c:pt idx="3325">
                  <c:v>735</c:v>
                </c:pt>
                <c:pt idx="3326">
                  <c:v>500</c:v>
                </c:pt>
                <c:pt idx="3327">
                  <c:v>1304</c:v>
                </c:pt>
                <c:pt idx="3328">
                  <c:v>1653</c:v>
                </c:pt>
                <c:pt idx="3329">
                  <c:v>1075</c:v>
                </c:pt>
                <c:pt idx="3330">
                  <c:v>1212</c:v>
                </c:pt>
                <c:pt idx="3331">
                  <c:v>1100</c:v>
                </c:pt>
                <c:pt idx="3332">
                  <c:v>1140</c:v>
                </c:pt>
                <c:pt idx="3333">
                  <c:v>1200</c:v>
                </c:pt>
                <c:pt idx="3334">
                  <c:v>1532</c:v>
                </c:pt>
                <c:pt idx="3335">
                  <c:v>1531</c:v>
                </c:pt>
                <c:pt idx="3336">
                  <c:v>1270</c:v>
                </c:pt>
                <c:pt idx="3337">
                  <c:v>1325</c:v>
                </c:pt>
                <c:pt idx="3338">
                  <c:v>1156</c:v>
                </c:pt>
                <c:pt idx="3339">
                  <c:v>1260</c:v>
                </c:pt>
                <c:pt idx="3340">
                  <c:v>1060</c:v>
                </c:pt>
                <c:pt idx="3341">
                  <c:v>1476</c:v>
                </c:pt>
                <c:pt idx="3342">
                  <c:v>1185</c:v>
                </c:pt>
                <c:pt idx="3343">
                  <c:v>1265</c:v>
                </c:pt>
                <c:pt idx="3344">
                  <c:v>3200</c:v>
                </c:pt>
                <c:pt idx="3345">
                  <c:v>1196</c:v>
                </c:pt>
                <c:pt idx="3346">
                  <c:v>1280</c:v>
                </c:pt>
                <c:pt idx="3347">
                  <c:v>1175</c:v>
                </c:pt>
                <c:pt idx="3348">
                  <c:v>1850</c:v>
                </c:pt>
                <c:pt idx="3349">
                  <c:v>1195</c:v>
                </c:pt>
                <c:pt idx="3350">
                  <c:v>2000</c:v>
                </c:pt>
                <c:pt idx="3351">
                  <c:v>1180</c:v>
                </c:pt>
                <c:pt idx="3352">
                  <c:v>1050</c:v>
                </c:pt>
                <c:pt idx="3353">
                  <c:v>1400</c:v>
                </c:pt>
                <c:pt idx="3354">
                  <c:v>2360</c:v>
                </c:pt>
                <c:pt idx="3355">
                  <c:v>1030</c:v>
                </c:pt>
                <c:pt idx="3356">
                  <c:v>1512</c:v>
                </c:pt>
                <c:pt idx="3357">
                  <c:v>929</c:v>
                </c:pt>
                <c:pt idx="3358">
                  <c:v>1252</c:v>
                </c:pt>
                <c:pt idx="3359">
                  <c:v>1485</c:v>
                </c:pt>
                <c:pt idx="3360">
                  <c:v>1124</c:v>
                </c:pt>
                <c:pt idx="3361">
                  <c:v>1407</c:v>
                </c:pt>
                <c:pt idx="3362">
                  <c:v>1482</c:v>
                </c:pt>
                <c:pt idx="3363">
                  <c:v>1163</c:v>
                </c:pt>
                <c:pt idx="3364">
                  <c:v>1570</c:v>
                </c:pt>
                <c:pt idx="3365">
                  <c:v>520</c:v>
                </c:pt>
                <c:pt idx="3366">
                  <c:v>2000</c:v>
                </c:pt>
                <c:pt idx="3367">
                  <c:v>1352</c:v>
                </c:pt>
                <c:pt idx="3368">
                  <c:v>1152</c:v>
                </c:pt>
                <c:pt idx="3369">
                  <c:v>1575</c:v>
                </c:pt>
                <c:pt idx="3370">
                  <c:v>1965</c:v>
                </c:pt>
                <c:pt idx="3371">
                  <c:v>1300</c:v>
                </c:pt>
                <c:pt idx="3372">
                  <c:v>957</c:v>
                </c:pt>
                <c:pt idx="3373">
                  <c:v>1740</c:v>
                </c:pt>
                <c:pt idx="3374">
                  <c:v>1060</c:v>
                </c:pt>
                <c:pt idx="3375">
                  <c:v>975</c:v>
                </c:pt>
                <c:pt idx="3376">
                  <c:v>1150</c:v>
                </c:pt>
                <c:pt idx="3377">
                  <c:v>1738</c:v>
                </c:pt>
                <c:pt idx="3378">
                  <c:v>1250</c:v>
                </c:pt>
                <c:pt idx="3379">
                  <c:v>1788</c:v>
                </c:pt>
                <c:pt idx="3380">
                  <c:v>1151</c:v>
                </c:pt>
                <c:pt idx="3381">
                  <c:v>1300</c:v>
                </c:pt>
                <c:pt idx="3382">
                  <c:v>1150</c:v>
                </c:pt>
                <c:pt idx="3383">
                  <c:v>1380</c:v>
                </c:pt>
                <c:pt idx="3384">
                  <c:v>1645</c:v>
                </c:pt>
                <c:pt idx="3385">
                  <c:v>1141</c:v>
                </c:pt>
                <c:pt idx="3386">
                  <c:v>1175</c:v>
                </c:pt>
                <c:pt idx="3387">
                  <c:v>1355</c:v>
                </c:pt>
                <c:pt idx="3388">
                  <c:v>1150</c:v>
                </c:pt>
                <c:pt idx="3389">
                  <c:v>1000</c:v>
                </c:pt>
                <c:pt idx="3390">
                  <c:v>1007</c:v>
                </c:pt>
                <c:pt idx="3391">
                  <c:v>3000</c:v>
                </c:pt>
                <c:pt idx="3392">
                  <c:v>1436</c:v>
                </c:pt>
                <c:pt idx="3393">
                  <c:v>2372</c:v>
                </c:pt>
                <c:pt idx="3394">
                  <c:v>1016</c:v>
                </c:pt>
                <c:pt idx="3395">
                  <c:v>1100</c:v>
                </c:pt>
                <c:pt idx="3396">
                  <c:v>1080</c:v>
                </c:pt>
                <c:pt idx="3397">
                  <c:v>1070</c:v>
                </c:pt>
                <c:pt idx="3398">
                  <c:v>1532</c:v>
                </c:pt>
                <c:pt idx="3399">
                  <c:v>1040</c:v>
                </c:pt>
                <c:pt idx="3400">
                  <c:v>1137.5</c:v>
                </c:pt>
                <c:pt idx="3401">
                  <c:v>1430</c:v>
                </c:pt>
                <c:pt idx="3402">
                  <c:v>3262</c:v>
                </c:pt>
                <c:pt idx="3403">
                  <c:v>1190</c:v>
                </c:pt>
                <c:pt idx="3404">
                  <c:v>1827</c:v>
                </c:pt>
                <c:pt idx="3405">
                  <c:v>1210</c:v>
                </c:pt>
                <c:pt idx="3406">
                  <c:v>1500</c:v>
                </c:pt>
                <c:pt idx="3407">
                  <c:v>1050</c:v>
                </c:pt>
                <c:pt idx="3408">
                  <c:v>1251</c:v>
                </c:pt>
                <c:pt idx="3409">
                  <c:v>1600</c:v>
                </c:pt>
                <c:pt idx="3410">
                  <c:v>1128</c:v>
                </c:pt>
                <c:pt idx="3411">
                  <c:v>1820</c:v>
                </c:pt>
                <c:pt idx="3412">
                  <c:v>2072</c:v>
                </c:pt>
                <c:pt idx="3413">
                  <c:v>1510</c:v>
                </c:pt>
                <c:pt idx="3414">
                  <c:v>1925</c:v>
                </c:pt>
                <c:pt idx="3415">
                  <c:v>2072</c:v>
                </c:pt>
                <c:pt idx="3416">
                  <c:v>1000</c:v>
                </c:pt>
                <c:pt idx="3417">
                  <c:v>1752</c:v>
                </c:pt>
                <c:pt idx="3418">
                  <c:v>960</c:v>
                </c:pt>
                <c:pt idx="3419">
                  <c:v>1180</c:v>
                </c:pt>
                <c:pt idx="3420">
                  <c:v>2270</c:v>
                </c:pt>
                <c:pt idx="3421">
                  <c:v>650</c:v>
                </c:pt>
                <c:pt idx="3422">
                  <c:v>1200</c:v>
                </c:pt>
                <c:pt idx="3423">
                  <c:v>1180</c:v>
                </c:pt>
                <c:pt idx="3424">
                  <c:v>1300</c:v>
                </c:pt>
                <c:pt idx="3425">
                  <c:v>1157</c:v>
                </c:pt>
                <c:pt idx="3426">
                  <c:v>1300</c:v>
                </c:pt>
                <c:pt idx="3427">
                  <c:v>1305</c:v>
                </c:pt>
                <c:pt idx="3428">
                  <c:v>2006</c:v>
                </c:pt>
                <c:pt idx="3429">
                  <c:v>1290</c:v>
                </c:pt>
                <c:pt idx="3430">
                  <c:v>1170</c:v>
                </c:pt>
                <c:pt idx="3431">
                  <c:v>1400</c:v>
                </c:pt>
                <c:pt idx="3432">
                  <c:v>1200</c:v>
                </c:pt>
                <c:pt idx="3433">
                  <c:v>1155</c:v>
                </c:pt>
                <c:pt idx="3434">
                  <c:v>1725</c:v>
                </c:pt>
                <c:pt idx="3435">
                  <c:v>700</c:v>
                </c:pt>
                <c:pt idx="3436">
                  <c:v>1112</c:v>
                </c:pt>
                <c:pt idx="3437">
                  <c:v>1178</c:v>
                </c:pt>
                <c:pt idx="3438">
                  <c:v>1274</c:v>
                </c:pt>
                <c:pt idx="3439">
                  <c:v>915</c:v>
                </c:pt>
                <c:pt idx="3440">
                  <c:v>760</c:v>
                </c:pt>
                <c:pt idx="3441">
                  <c:v>1540</c:v>
                </c:pt>
                <c:pt idx="3442">
                  <c:v>1206</c:v>
                </c:pt>
                <c:pt idx="3443">
                  <c:v>1645</c:v>
                </c:pt>
                <c:pt idx="3444">
                  <c:v>2342</c:v>
                </c:pt>
                <c:pt idx="3445">
                  <c:v>1200</c:v>
                </c:pt>
                <c:pt idx="3446">
                  <c:v>1056</c:v>
                </c:pt>
                <c:pt idx="3447">
                  <c:v>4800</c:v>
                </c:pt>
                <c:pt idx="3448">
                  <c:v>1450</c:v>
                </c:pt>
                <c:pt idx="3449">
                  <c:v>1161</c:v>
                </c:pt>
                <c:pt idx="3450">
                  <c:v>1097</c:v>
                </c:pt>
                <c:pt idx="3451">
                  <c:v>850</c:v>
                </c:pt>
                <c:pt idx="3452">
                  <c:v>1715</c:v>
                </c:pt>
                <c:pt idx="3453">
                  <c:v>1200</c:v>
                </c:pt>
                <c:pt idx="3454">
                  <c:v>1080</c:v>
                </c:pt>
                <c:pt idx="3455">
                  <c:v>1200</c:v>
                </c:pt>
                <c:pt idx="3456">
                  <c:v>1400</c:v>
                </c:pt>
                <c:pt idx="3457">
                  <c:v>458</c:v>
                </c:pt>
                <c:pt idx="3458">
                  <c:v>1230</c:v>
                </c:pt>
                <c:pt idx="3459">
                  <c:v>1640</c:v>
                </c:pt>
                <c:pt idx="3460">
                  <c:v>1700</c:v>
                </c:pt>
                <c:pt idx="3461">
                  <c:v>1478</c:v>
                </c:pt>
                <c:pt idx="3462">
                  <c:v>1020</c:v>
                </c:pt>
                <c:pt idx="3463">
                  <c:v>1275</c:v>
                </c:pt>
                <c:pt idx="3464">
                  <c:v>1600</c:v>
                </c:pt>
                <c:pt idx="3465">
                  <c:v>1110</c:v>
                </c:pt>
                <c:pt idx="3466">
                  <c:v>1627.86</c:v>
                </c:pt>
                <c:pt idx="3467">
                  <c:v>620</c:v>
                </c:pt>
                <c:pt idx="3468">
                  <c:v>3004</c:v>
                </c:pt>
                <c:pt idx="3469">
                  <c:v>1133</c:v>
                </c:pt>
                <c:pt idx="3470">
                  <c:v>1182</c:v>
                </c:pt>
                <c:pt idx="3471">
                  <c:v>1500</c:v>
                </c:pt>
                <c:pt idx="3472">
                  <c:v>1200</c:v>
                </c:pt>
                <c:pt idx="3473">
                  <c:v>1128</c:v>
                </c:pt>
                <c:pt idx="3474">
                  <c:v>1100</c:v>
                </c:pt>
                <c:pt idx="3475">
                  <c:v>635</c:v>
                </c:pt>
                <c:pt idx="3476">
                  <c:v>2062</c:v>
                </c:pt>
                <c:pt idx="3477">
                  <c:v>1874</c:v>
                </c:pt>
                <c:pt idx="3478">
                  <c:v>1171</c:v>
                </c:pt>
                <c:pt idx="3479">
                  <c:v>2020</c:v>
                </c:pt>
                <c:pt idx="3480">
                  <c:v>1059</c:v>
                </c:pt>
                <c:pt idx="3481">
                  <c:v>1315</c:v>
                </c:pt>
                <c:pt idx="3482">
                  <c:v>1760</c:v>
                </c:pt>
                <c:pt idx="3483">
                  <c:v>1200</c:v>
                </c:pt>
                <c:pt idx="3484">
                  <c:v>1192</c:v>
                </c:pt>
                <c:pt idx="3485">
                  <c:v>1645</c:v>
                </c:pt>
                <c:pt idx="3486">
                  <c:v>1250</c:v>
                </c:pt>
                <c:pt idx="3487">
                  <c:v>709</c:v>
                </c:pt>
                <c:pt idx="3488">
                  <c:v>1340</c:v>
                </c:pt>
                <c:pt idx="3489">
                  <c:v>2388</c:v>
                </c:pt>
                <c:pt idx="3490">
                  <c:v>1369.1</c:v>
                </c:pt>
                <c:pt idx="3491">
                  <c:v>1355</c:v>
                </c:pt>
                <c:pt idx="3492">
                  <c:v>1150</c:v>
                </c:pt>
                <c:pt idx="3493">
                  <c:v>1938</c:v>
                </c:pt>
                <c:pt idx="3494">
                  <c:v>2462</c:v>
                </c:pt>
                <c:pt idx="3495">
                  <c:v>1636</c:v>
                </c:pt>
                <c:pt idx="3496">
                  <c:v>1430</c:v>
                </c:pt>
                <c:pt idx="3497">
                  <c:v>2000</c:v>
                </c:pt>
                <c:pt idx="3498">
                  <c:v>993</c:v>
                </c:pt>
                <c:pt idx="3499">
                  <c:v>1700</c:v>
                </c:pt>
                <c:pt idx="3500">
                  <c:v>1270</c:v>
                </c:pt>
                <c:pt idx="3501">
                  <c:v>1500</c:v>
                </c:pt>
                <c:pt idx="3502">
                  <c:v>1650</c:v>
                </c:pt>
                <c:pt idx="3503">
                  <c:v>1109</c:v>
                </c:pt>
                <c:pt idx="3504">
                  <c:v>1280</c:v>
                </c:pt>
                <c:pt idx="3505">
                  <c:v>2885</c:v>
                </c:pt>
                <c:pt idx="3506">
                  <c:v>1462</c:v>
                </c:pt>
                <c:pt idx="3507">
                  <c:v>607</c:v>
                </c:pt>
                <c:pt idx="3508">
                  <c:v>930</c:v>
                </c:pt>
                <c:pt idx="3509">
                  <c:v>3000</c:v>
                </c:pt>
                <c:pt idx="3510">
                  <c:v>1418</c:v>
                </c:pt>
                <c:pt idx="3511">
                  <c:v>1125</c:v>
                </c:pt>
                <c:pt idx="3512">
                  <c:v>1825</c:v>
                </c:pt>
                <c:pt idx="3513">
                  <c:v>1320</c:v>
                </c:pt>
                <c:pt idx="3514">
                  <c:v>3000</c:v>
                </c:pt>
                <c:pt idx="3515">
                  <c:v>750</c:v>
                </c:pt>
                <c:pt idx="3516">
                  <c:v>1400</c:v>
                </c:pt>
                <c:pt idx="3517">
                  <c:v>3295</c:v>
                </c:pt>
                <c:pt idx="3518">
                  <c:v>1150</c:v>
                </c:pt>
                <c:pt idx="3519">
                  <c:v>1200</c:v>
                </c:pt>
                <c:pt idx="3520">
                  <c:v>965</c:v>
                </c:pt>
                <c:pt idx="3521">
                  <c:v>812</c:v>
                </c:pt>
                <c:pt idx="3522">
                  <c:v>1100</c:v>
                </c:pt>
                <c:pt idx="3523">
                  <c:v>1180</c:v>
                </c:pt>
                <c:pt idx="3524">
                  <c:v>1145</c:v>
                </c:pt>
                <c:pt idx="3525">
                  <c:v>1027</c:v>
                </c:pt>
                <c:pt idx="3526">
                  <c:v>1215</c:v>
                </c:pt>
                <c:pt idx="3527">
                  <c:v>1200</c:v>
                </c:pt>
                <c:pt idx="3528">
                  <c:v>1015</c:v>
                </c:pt>
                <c:pt idx="3529">
                  <c:v>2400</c:v>
                </c:pt>
                <c:pt idx="3530">
                  <c:v>3000</c:v>
                </c:pt>
                <c:pt idx="3531">
                  <c:v>1076</c:v>
                </c:pt>
                <c:pt idx="3532">
                  <c:v>1300</c:v>
                </c:pt>
                <c:pt idx="3533">
                  <c:v>1300</c:v>
                </c:pt>
                <c:pt idx="3534">
                  <c:v>1512</c:v>
                </c:pt>
                <c:pt idx="3535">
                  <c:v>1053.4000000000001</c:v>
                </c:pt>
                <c:pt idx="3536">
                  <c:v>605</c:v>
                </c:pt>
                <c:pt idx="3537">
                  <c:v>1153</c:v>
                </c:pt>
                <c:pt idx="3538">
                  <c:v>1255</c:v>
                </c:pt>
                <c:pt idx="3539">
                  <c:v>1583</c:v>
                </c:pt>
                <c:pt idx="3540">
                  <c:v>1505</c:v>
                </c:pt>
                <c:pt idx="3541">
                  <c:v>1365</c:v>
                </c:pt>
                <c:pt idx="3542">
                  <c:v>1200</c:v>
                </c:pt>
                <c:pt idx="3543">
                  <c:v>1810</c:v>
                </c:pt>
                <c:pt idx="3544">
                  <c:v>440</c:v>
                </c:pt>
                <c:pt idx="3545">
                  <c:v>975</c:v>
                </c:pt>
                <c:pt idx="3546">
                  <c:v>1250</c:v>
                </c:pt>
                <c:pt idx="3547">
                  <c:v>1530</c:v>
                </c:pt>
                <c:pt idx="3548">
                  <c:v>1300</c:v>
                </c:pt>
                <c:pt idx="3549">
                  <c:v>1115</c:v>
                </c:pt>
                <c:pt idx="3550">
                  <c:v>1308</c:v>
                </c:pt>
                <c:pt idx="3551">
                  <c:v>1194</c:v>
                </c:pt>
                <c:pt idx="3552">
                  <c:v>1490</c:v>
                </c:pt>
                <c:pt idx="3553">
                  <c:v>1592</c:v>
                </c:pt>
                <c:pt idx="3554">
                  <c:v>1222</c:v>
                </c:pt>
                <c:pt idx="3555">
                  <c:v>1267</c:v>
                </c:pt>
                <c:pt idx="3556">
                  <c:v>656</c:v>
                </c:pt>
                <c:pt idx="3557">
                  <c:v>1200</c:v>
                </c:pt>
                <c:pt idx="3558">
                  <c:v>1698</c:v>
                </c:pt>
                <c:pt idx="3559">
                  <c:v>1500</c:v>
                </c:pt>
                <c:pt idx="3560">
                  <c:v>2000</c:v>
                </c:pt>
                <c:pt idx="3561">
                  <c:v>1152</c:v>
                </c:pt>
                <c:pt idx="3562">
                  <c:v>550</c:v>
                </c:pt>
                <c:pt idx="3563">
                  <c:v>900</c:v>
                </c:pt>
                <c:pt idx="3564">
                  <c:v>1410</c:v>
                </c:pt>
                <c:pt idx="3565">
                  <c:v>1419</c:v>
                </c:pt>
                <c:pt idx="3566">
                  <c:v>1200</c:v>
                </c:pt>
                <c:pt idx="3567">
                  <c:v>1800</c:v>
                </c:pt>
                <c:pt idx="3568">
                  <c:v>990</c:v>
                </c:pt>
                <c:pt idx="3569">
                  <c:v>1016</c:v>
                </c:pt>
                <c:pt idx="3570">
                  <c:v>1100</c:v>
                </c:pt>
                <c:pt idx="3571">
                  <c:v>1095</c:v>
                </c:pt>
                <c:pt idx="3572">
                  <c:v>2000</c:v>
                </c:pt>
                <c:pt idx="3573">
                  <c:v>1444</c:v>
                </c:pt>
                <c:pt idx="3574">
                  <c:v>1415</c:v>
                </c:pt>
                <c:pt idx="3575">
                  <c:v>1500</c:v>
                </c:pt>
                <c:pt idx="3576">
                  <c:v>1600</c:v>
                </c:pt>
                <c:pt idx="3577">
                  <c:v>1105</c:v>
                </c:pt>
                <c:pt idx="3578">
                  <c:v>1225</c:v>
                </c:pt>
                <c:pt idx="3579">
                  <c:v>1080</c:v>
                </c:pt>
                <c:pt idx="3580">
                  <c:v>2400</c:v>
                </c:pt>
                <c:pt idx="3581">
                  <c:v>1856</c:v>
                </c:pt>
                <c:pt idx="3582">
                  <c:v>1464</c:v>
                </c:pt>
                <c:pt idx="3583">
                  <c:v>2100</c:v>
                </c:pt>
                <c:pt idx="3584">
                  <c:v>1150</c:v>
                </c:pt>
                <c:pt idx="3585">
                  <c:v>2094</c:v>
                </c:pt>
                <c:pt idx="3586">
                  <c:v>1485</c:v>
                </c:pt>
                <c:pt idx="3587">
                  <c:v>2500</c:v>
                </c:pt>
                <c:pt idx="3588">
                  <c:v>1200</c:v>
                </c:pt>
                <c:pt idx="3589">
                  <c:v>1036</c:v>
                </c:pt>
                <c:pt idx="3590">
                  <c:v>1400</c:v>
                </c:pt>
                <c:pt idx="3591">
                  <c:v>1110</c:v>
                </c:pt>
                <c:pt idx="3592">
                  <c:v>1150</c:v>
                </c:pt>
                <c:pt idx="3593">
                  <c:v>715</c:v>
                </c:pt>
                <c:pt idx="3594">
                  <c:v>2283</c:v>
                </c:pt>
                <c:pt idx="3595">
                  <c:v>1453</c:v>
                </c:pt>
                <c:pt idx="3596">
                  <c:v>1400</c:v>
                </c:pt>
                <c:pt idx="3597">
                  <c:v>1400</c:v>
                </c:pt>
                <c:pt idx="3598">
                  <c:v>1700</c:v>
                </c:pt>
                <c:pt idx="3599">
                  <c:v>1591</c:v>
                </c:pt>
                <c:pt idx="3600">
                  <c:v>1515</c:v>
                </c:pt>
                <c:pt idx="3601">
                  <c:v>2500</c:v>
                </c:pt>
                <c:pt idx="3602">
                  <c:v>975</c:v>
                </c:pt>
                <c:pt idx="3603">
                  <c:v>1382</c:v>
                </c:pt>
                <c:pt idx="3604">
                  <c:v>1533</c:v>
                </c:pt>
                <c:pt idx="3605">
                  <c:v>1100</c:v>
                </c:pt>
                <c:pt idx="3606">
                  <c:v>1500</c:v>
                </c:pt>
                <c:pt idx="3607">
                  <c:v>1391</c:v>
                </c:pt>
                <c:pt idx="3608">
                  <c:v>1160</c:v>
                </c:pt>
                <c:pt idx="3609">
                  <c:v>620</c:v>
                </c:pt>
                <c:pt idx="3610">
                  <c:v>1482</c:v>
                </c:pt>
                <c:pt idx="3611">
                  <c:v>1405</c:v>
                </c:pt>
                <c:pt idx="3612">
                  <c:v>1190</c:v>
                </c:pt>
                <c:pt idx="3613">
                  <c:v>1174</c:v>
                </c:pt>
                <c:pt idx="3614">
                  <c:v>1155</c:v>
                </c:pt>
                <c:pt idx="3615">
                  <c:v>1411</c:v>
                </c:pt>
                <c:pt idx="3616">
                  <c:v>745</c:v>
                </c:pt>
                <c:pt idx="3617">
                  <c:v>1000</c:v>
                </c:pt>
                <c:pt idx="3618">
                  <c:v>923</c:v>
                </c:pt>
                <c:pt idx="3619">
                  <c:v>1000</c:v>
                </c:pt>
                <c:pt idx="3620">
                  <c:v>1276</c:v>
                </c:pt>
                <c:pt idx="3621">
                  <c:v>1460</c:v>
                </c:pt>
                <c:pt idx="3622">
                  <c:v>1355</c:v>
                </c:pt>
                <c:pt idx="3623">
                  <c:v>833</c:v>
                </c:pt>
                <c:pt idx="3624">
                  <c:v>1200</c:v>
                </c:pt>
                <c:pt idx="3625">
                  <c:v>669</c:v>
                </c:pt>
                <c:pt idx="3626">
                  <c:v>2200</c:v>
                </c:pt>
                <c:pt idx="3627">
                  <c:v>1594</c:v>
                </c:pt>
                <c:pt idx="3628">
                  <c:v>1790</c:v>
                </c:pt>
                <c:pt idx="3629">
                  <c:v>1020</c:v>
                </c:pt>
                <c:pt idx="3630">
                  <c:v>1037</c:v>
                </c:pt>
                <c:pt idx="3631">
                  <c:v>1345</c:v>
                </c:pt>
                <c:pt idx="3632">
                  <c:v>1070</c:v>
                </c:pt>
                <c:pt idx="3633">
                  <c:v>3000</c:v>
                </c:pt>
                <c:pt idx="3634">
                  <c:v>1385</c:v>
                </c:pt>
                <c:pt idx="3635">
                  <c:v>1207</c:v>
                </c:pt>
                <c:pt idx="3636">
                  <c:v>1140</c:v>
                </c:pt>
                <c:pt idx="3637">
                  <c:v>1220</c:v>
                </c:pt>
                <c:pt idx="3638">
                  <c:v>1965</c:v>
                </c:pt>
                <c:pt idx="3639">
                  <c:v>1760</c:v>
                </c:pt>
                <c:pt idx="3640">
                  <c:v>1225</c:v>
                </c:pt>
                <c:pt idx="3641">
                  <c:v>1075</c:v>
                </c:pt>
                <c:pt idx="3642">
                  <c:v>1000</c:v>
                </c:pt>
                <c:pt idx="3643">
                  <c:v>1891</c:v>
                </c:pt>
                <c:pt idx="3644">
                  <c:v>1322</c:v>
                </c:pt>
                <c:pt idx="3645">
                  <c:v>1045</c:v>
                </c:pt>
                <c:pt idx="3646">
                  <c:v>1545</c:v>
                </c:pt>
                <c:pt idx="3647">
                  <c:v>1996</c:v>
                </c:pt>
                <c:pt idx="3648">
                  <c:v>1125</c:v>
                </c:pt>
                <c:pt idx="3649">
                  <c:v>1560</c:v>
                </c:pt>
                <c:pt idx="3650">
                  <c:v>2000</c:v>
                </c:pt>
                <c:pt idx="3651">
                  <c:v>3100</c:v>
                </c:pt>
                <c:pt idx="3652">
                  <c:v>780</c:v>
                </c:pt>
                <c:pt idx="3653">
                  <c:v>1350</c:v>
                </c:pt>
                <c:pt idx="3654">
                  <c:v>2275</c:v>
                </c:pt>
                <c:pt idx="3655">
                  <c:v>1350</c:v>
                </c:pt>
                <c:pt idx="3656">
                  <c:v>1464</c:v>
                </c:pt>
                <c:pt idx="3657">
                  <c:v>1570</c:v>
                </c:pt>
                <c:pt idx="3658">
                  <c:v>708</c:v>
                </c:pt>
                <c:pt idx="3659">
                  <c:v>1680</c:v>
                </c:pt>
                <c:pt idx="3660">
                  <c:v>1400</c:v>
                </c:pt>
                <c:pt idx="3661">
                  <c:v>1310</c:v>
                </c:pt>
                <c:pt idx="3662">
                  <c:v>3300</c:v>
                </c:pt>
                <c:pt idx="3663">
                  <c:v>1175</c:v>
                </c:pt>
                <c:pt idx="3664">
                  <c:v>1428</c:v>
                </c:pt>
                <c:pt idx="3665">
                  <c:v>3252</c:v>
                </c:pt>
                <c:pt idx="3666">
                  <c:v>1194</c:v>
                </c:pt>
                <c:pt idx="3667">
                  <c:v>1080</c:v>
                </c:pt>
                <c:pt idx="3668">
                  <c:v>1200</c:v>
                </c:pt>
                <c:pt idx="3669">
                  <c:v>1200</c:v>
                </c:pt>
                <c:pt idx="3670">
                  <c:v>1320</c:v>
                </c:pt>
                <c:pt idx="3671">
                  <c:v>1842</c:v>
                </c:pt>
                <c:pt idx="3672">
                  <c:v>1146</c:v>
                </c:pt>
                <c:pt idx="3673">
                  <c:v>440</c:v>
                </c:pt>
                <c:pt idx="3674">
                  <c:v>1048</c:v>
                </c:pt>
                <c:pt idx="3675">
                  <c:v>1801</c:v>
                </c:pt>
                <c:pt idx="3676">
                  <c:v>1232</c:v>
                </c:pt>
                <c:pt idx="3677">
                  <c:v>1150</c:v>
                </c:pt>
                <c:pt idx="3678">
                  <c:v>1868</c:v>
                </c:pt>
                <c:pt idx="3679">
                  <c:v>1445</c:v>
                </c:pt>
                <c:pt idx="3680">
                  <c:v>1466</c:v>
                </c:pt>
                <c:pt idx="3681">
                  <c:v>1730</c:v>
                </c:pt>
                <c:pt idx="3682">
                  <c:v>1185</c:v>
                </c:pt>
                <c:pt idx="3683">
                  <c:v>2400</c:v>
                </c:pt>
                <c:pt idx="3684">
                  <c:v>1185</c:v>
                </c:pt>
                <c:pt idx="3685">
                  <c:v>1150</c:v>
                </c:pt>
                <c:pt idx="3686">
                  <c:v>2000</c:v>
                </c:pt>
                <c:pt idx="3687">
                  <c:v>1075</c:v>
                </c:pt>
                <c:pt idx="3688">
                  <c:v>1760</c:v>
                </c:pt>
                <c:pt idx="3689">
                  <c:v>1600</c:v>
                </c:pt>
                <c:pt idx="3690">
                  <c:v>1000</c:v>
                </c:pt>
                <c:pt idx="3691">
                  <c:v>1215</c:v>
                </c:pt>
                <c:pt idx="3692">
                  <c:v>1734</c:v>
                </c:pt>
                <c:pt idx="3693">
                  <c:v>1280</c:v>
                </c:pt>
                <c:pt idx="3694">
                  <c:v>1113</c:v>
                </c:pt>
                <c:pt idx="3695">
                  <c:v>1272</c:v>
                </c:pt>
                <c:pt idx="3696">
                  <c:v>1240</c:v>
                </c:pt>
                <c:pt idx="3697">
                  <c:v>1100</c:v>
                </c:pt>
                <c:pt idx="3698">
                  <c:v>896</c:v>
                </c:pt>
                <c:pt idx="3699">
                  <c:v>1200</c:v>
                </c:pt>
                <c:pt idx="3700">
                  <c:v>2800</c:v>
                </c:pt>
                <c:pt idx="3701">
                  <c:v>2790</c:v>
                </c:pt>
                <c:pt idx="3702">
                  <c:v>1500</c:v>
                </c:pt>
                <c:pt idx="3703">
                  <c:v>1096</c:v>
                </c:pt>
                <c:pt idx="3704">
                  <c:v>1094</c:v>
                </c:pt>
                <c:pt idx="3705">
                  <c:v>1100</c:v>
                </c:pt>
                <c:pt idx="3706">
                  <c:v>2987.5</c:v>
                </c:pt>
                <c:pt idx="3707">
                  <c:v>1145</c:v>
                </c:pt>
                <c:pt idx="3708">
                  <c:v>1550</c:v>
                </c:pt>
                <c:pt idx="3709">
                  <c:v>1830</c:v>
                </c:pt>
                <c:pt idx="3710">
                  <c:v>1746</c:v>
                </c:pt>
                <c:pt idx="3711">
                  <c:v>1280</c:v>
                </c:pt>
                <c:pt idx="3712">
                  <c:v>918</c:v>
                </c:pt>
                <c:pt idx="3713">
                  <c:v>645</c:v>
                </c:pt>
                <c:pt idx="3714">
                  <c:v>1305</c:v>
                </c:pt>
                <c:pt idx="3715">
                  <c:v>1207</c:v>
                </c:pt>
                <c:pt idx="3716">
                  <c:v>1678</c:v>
                </c:pt>
                <c:pt idx="3717">
                  <c:v>950</c:v>
                </c:pt>
                <c:pt idx="3718">
                  <c:v>1070</c:v>
                </c:pt>
                <c:pt idx="3719">
                  <c:v>1732.46</c:v>
                </c:pt>
                <c:pt idx="3720">
                  <c:v>1639</c:v>
                </c:pt>
                <c:pt idx="3721">
                  <c:v>1360</c:v>
                </c:pt>
                <c:pt idx="3722">
                  <c:v>2592</c:v>
                </c:pt>
                <c:pt idx="3723">
                  <c:v>1656</c:v>
                </c:pt>
                <c:pt idx="3724">
                  <c:v>985</c:v>
                </c:pt>
                <c:pt idx="3725">
                  <c:v>1999</c:v>
                </c:pt>
                <c:pt idx="3726">
                  <c:v>1050</c:v>
                </c:pt>
                <c:pt idx="3727">
                  <c:v>1440</c:v>
                </c:pt>
                <c:pt idx="3728">
                  <c:v>1600</c:v>
                </c:pt>
                <c:pt idx="3729">
                  <c:v>1253</c:v>
                </c:pt>
                <c:pt idx="3730">
                  <c:v>1200</c:v>
                </c:pt>
                <c:pt idx="3731">
                  <c:v>1360</c:v>
                </c:pt>
                <c:pt idx="3732">
                  <c:v>1086</c:v>
                </c:pt>
                <c:pt idx="3733">
                  <c:v>1655</c:v>
                </c:pt>
                <c:pt idx="3734">
                  <c:v>2600</c:v>
                </c:pt>
                <c:pt idx="3735">
                  <c:v>1418</c:v>
                </c:pt>
                <c:pt idx="3736">
                  <c:v>1270</c:v>
                </c:pt>
                <c:pt idx="3737">
                  <c:v>1410</c:v>
                </c:pt>
                <c:pt idx="3738">
                  <c:v>1150</c:v>
                </c:pt>
                <c:pt idx="3739">
                  <c:v>600</c:v>
                </c:pt>
                <c:pt idx="3740">
                  <c:v>1440</c:v>
                </c:pt>
                <c:pt idx="3741">
                  <c:v>1200</c:v>
                </c:pt>
                <c:pt idx="3742">
                  <c:v>1200</c:v>
                </c:pt>
                <c:pt idx="3743">
                  <c:v>1410</c:v>
                </c:pt>
                <c:pt idx="3744">
                  <c:v>1200</c:v>
                </c:pt>
                <c:pt idx="3745">
                  <c:v>624</c:v>
                </c:pt>
                <c:pt idx="3746">
                  <c:v>1060</c:v>
                </c:pt>
                <c:pt idx="3747">
                  <c:v>1200</c:v>
                </c:pt>
                <c:pt idx="3748">
                  <c:v>1917</c:v>
                </c:pt>
                <c:pt idx="3749">
                  <c:v>950</c:v>
                </c:pt>
                <c:pt idx="3750">
                  <c:v>1250</c:v>
                </c:pt>
                <c:pt idx="3751">
                  <c:v>1235</c:v>
                </c:pt>
                <c:pt idx="3752">
                  <c:v>722</c:v>
                </c:pt>
                <c:pt idx="3753">
                  <c:v>2775</c:v>
                </c:pt>
                <c:pt idx="3754">
                  <c:v>1200</c:v>
                </c:pt>
                <c:pt idx="3755">
                  <c:v>1400</c:v>
                </c:pt>
                <c:pt idx="3756">
                  <c:v>1225</c:v>
                </c:pt>
                <c:pt idx="3757">
                  <c:v>1220</c:v>
                </c:pt>
                <c:pt idx="3758">
                  <c:v>705</c:v>
                </c:pt>
                <c:pt idx="3759">
                  <c:v>1880</c:v>
                </c:pt>
                <c:pt idx="3760">
                  <c:v>1200</c:v>
                </c:pt>
                <c:pt idx="3761">
                  <c:v>1550</c:v>
                </c:pt>
                <c:pt idx="3762">
                  <c:v>1893</c:v>
                </c:pt>
                <c:pt idx="3763">
                  <c:v>1650</c:v>
                </c:pt>
                <c:pt idx="3764">
                  <c:v>1113</c:v>
                </c:pt>
                <c:pt idx="3765">
                  <c:v>1586</c:v>
                </c:pt>
                <c:pt idx="3766">
                  <c:v>1541</c:v>
                </c:pt>
                <c:pt idx="3767">
                  <c:v>1830</c:v>
                </c:pt>
                <c:pt idx="3768">
                  <c:v>1200</c:v>
                </c:pt>
                <c:pt idx="3769">
                  <c:v>1800</c:v>
                </c:pt>
                <c:pt idx="3770">
                  <c:v>1015</c:v>
                </c:pt>
                <c:pt idx="3771">
                  <c:v>1120</c:v>
                </c:pt>
                <c:pt idx="3772">
                  <c:v>706</c:v>
                </c:pt>
                <c:pt idx="3773">
                  <c:v>1350</c:v>
                </c:pt>
                <c:pt idx="3774">
                  <c:v>1900</c:v>
                </c:pt>
                <c:pt idx="3775">
                  <c:v>3000</c:v>
                </c:pt>
                <c:pt idx="3776">
                  <c:v>1075</c:v>
                </c:pt>
                <c:pt idx="3777">
                  <c:v>1290</c:v>
                </c:pt>
                <c:pt idx="3778">
                  <c:v>1200</c:v>
                </c:pt>
                <c:pt idx="3779">
                  <c:v>1150</c:v>
                </c:pt>
                <c:pt idx="3780">
                  <c:v>1360</c:v>
                </c:pt>
                <c:pt idx="3781">
                  <c:v>935</c:v>
                </c:pt>
                <c:pt idx="3782">
                  <c:v>1730</c:v>
                </c:pt>
                <c:pt idx="3783">
                  <c:v>1260</c:v>
                </c:pt>
                <c:pt idx="3784">
                  <c:v>950</c:v>
                </c:pt>
                <c:pt idx="3785">
                  <c:v>2500</c:v>
                </c:pt>
                <c:pt idx="3786">
                  <c:v>3216</c:v>
                </c:pt>
                <c:pt idx="3787">
                  <c:v>1991</c:v>
                </c:pt>
                <c:pt idx="3788">
                  <c:v>1115</c:v>
                </c:pt>
                <c:pt idx="3789">
                  <c:v>1900</c:v>
                </c:pt>
                <c:pt idx="3790">
                  <c:v>1109</c:v>
                </c:pt>
                <c:pt idx="3791">
                  <c:v>2340</c:v>
                </c:pt>
                <c:pt idx="3792">
                  <c:v>1005</c:v>
                </c:pt>
                <c:pt idx="3793">
                  <c:v>416</c:v>
                </c:pt>
                <c:pt idx="3794">
                  <c:v>1394</c:v>
                </c:pt>
                <c:pt idx="3795">
                  <c:v>2138</c:v>
                </c:pt>
                <c:pt idx="3796">
                  <c:v>1550</c:v>
                </c:pt>
                <c:pt idx="3797">
                  <c:v>1300</c:v>
                </c:pt>
                <c:pt idx="3798">
                  <c:v>1265</c:v>
                </c:pt>
                <c:pt idx="3799">
                  <c:v>1140</c:v>
                </c:pt>
                <c:pt idx="3800">
                  <c:v>1050</c:v>
                </c:pt>
                <c:pt idx="3801">
                  <c:v>1100</c:v>
                </c:pt>
                <c:pt idx="3802">
                  <c:v>1012</c:v>
                </c:pt>
                <c:pt idx="3803">
                  <c:v>1600</c:v>
                </c:pt>
                <c:pt idx="3804">
                  <c:v>1326</c:v>
                </c:pt>
                <c:pt idx="3805">
                  <c:v>1654</c:v>
                </c:pt>
                <c:pt idx="3806">
                  <c:v>1070</c:v>
                </c:pt>
                <c:pt idx="3807">
                  <c:v>1700</c:v>
                </c:pt>
                <c:pt idx="3808">
                  <c:v>910.2</c:v>
                </c:pt>
                <c:pt idx="3809">
                  <c:v>1140</c:v>
                </c:pt>
                <c:pt idx="3810">
                  <c:v>2254</c:v>
                </c:pt>
                <c:pt idx="3811">
                  <c:v>945</c:v>
                </c:pt>
                <c:pt idx="3812">
                  <c:v>2462</c:v>
                </c:pt>
                <c:pt idx="3813">
                  <c:v>615</c:v>
                </c:pt>
                <c:pt idx="3814">
                  <c:v>1110</c:v>
                </c:pt>
                <c:pt idx="3815">
                  <c:v>1025</c:v>
                </c:pt>
                <c:pt idx="3816">
                  <c:v>1758</c:v>
                </c:pt>
                <c:pt idx="3817">
                  <c:v>1342</c:v>
                </c:pt>
                <c:pt idx="3818">
                  <c:v>1800</c:v>
                </c:pt>
                <c:pt idx="3819">
                  <c:v>2928</c:v>
                </c:pt>
                <c:pt idx="3820">
                  <c:v>1140</c:v>
                </c:pt>
                <c:pt idx="3821">
                  <c:v>1608</c:v>
                </c:pt>
                <c:pt idx="3822">
                  <c:v>1645</c:v>
                </c:pt>
                <c:pt idx="3823">
                  <c:v>1410</c:v>
                </c:pt>
                <c:pt idx="3824">
                  <c:v>1200</c:v>
                </c:pt>
                <c:pt idx="3825">
                  <c:v>1275</c:v>
                </c:pt>
                <c:pt idx="3826">
                  <c:v>909</c:v>
                </c:pt>
                <c:pt idx="3827">
                  <c:v>1200</c:v>
                </c:pt>
                <c:pt idx="3828">
                  <c:v>1080</c:v>
                </c:pt>
                <c:pt idx="3829">
                  <c:v>1200</c:v>
                </c:pt>
                <c:pt idx="3830">
                  <c:v>1092</c:v>
                </c:pt>
                <c:pt idx="3831">
                  <c:v>1932</c:v>
                </c:pt>
                <c:pt idx="3832">
                  <c:v>1156</c:v>
                </c:pt>
                <c:pt idx="3833">
                  <c:v>924</c:v>
                </c:pt>
                <c:pt idx="3834">
                  <c:v>1330</c:v>
                </c:pt>
                <c:pt idx="3835">
                  <c:v>1917</c:v>
                </c:pt>
                <c:pt idx="3836">
                  <c:v>985</c:v>
                </c:pt>
                <c:pt idx="3837">
                  <c:v>655</c:v>
                </c:pt>
                <c:pt idx="3838">
                  <c:v>1800</c:v>
                </c:pt>
                <c:pt idx="3839">
                  <c:v>1360</c:v>
                </c:pt>
                <c:pt idx="3840">
                  <c:v>1785</c:v>
                </c:pt>
                <c:pt idx="3841">
                  <c:v>4000</c:v>
                </c:pt>
                <c:pt idx="3842">
                  <c:v>1645</c:v>
                </c:pt>
                <c:pt idx="3843">
                  <c:v>1235</c:v>
                </c:pt>
                <c:pt idx="3844">
                  <c:v>900</c:v>
                </c:pt>
                <c:pt idx="3845">
                  <c:v>662</c:v>
                </c:pt>
                <c:pt idx="3846">
                  <c:v>1440</c:v>
                </c:pt>
                <c:pt idx="3847">
                  <c:v>1215</c:v>
                </c:pt>
                <c:pt idx="3848">
                  <c:v>845</c:v>
                </c:pt>
                <c:pt idx="3849">
                  <c:v>1525</c:v>
                </c:pt>
                <c:pt idx="3850">
                  <c:v>1000</c:v>
                </c:pt>
                <c:pt idx="3851">
                  <c:v>1255</c:v>
                </c:pt>
                <c:pt idx="3852">
                  <c:v>1560</c:v>
                </c:pt>
                <c:pt idx="3853">
                  <c:v>2100</c:v>
                </c:pt>
                <c:pt idx="3854">
                  <c:v>1620</c:v>
                </c:pt>
                <c:pt idx="3855">
                  <c:v>1595</c:v>
                </c:pt>
                <c:pt idx="3856">
                  <c:v>1095</c:v>
                </c:pt>
                <c:pt idx="3857">
                  <c:v>835</c:v>
                </c:pt>
                <c:pt idx="3858">
                  <c:v>2182</c:v>
                </c:pt>
                <c:pt idx="3859">
                  <c:v>1418</c:v>
                </c:pt>
                <c:pt idx="3860">
                  <c:v>1900</c:v>
                </c:pt>
                <c:pt idx="3861">
                  <c:v>1070</c:v>
                </c:pt>
                <c:pt idx="3862">
                  <c:v>755</c:v>
                </c:pt>
                <c:pt idx="3863">
                  <c:v>1645</c:v>
                </c:pt>
                <c:pt idx="3864">
                  <c:v>2400</c:v>
                </c:pt>
                <c:pt idx="3865">
                  <c:v>645</c:v>
                </c:pt>
                <c:pt idx="3866">
                  <c:v>2400</c:v>
                </c:pt>
                <c:pt idx="3867">
                  <c:v>919</c:v>
                </c:pt>
                <c:pt idx="3868">
                  <c:v>1725</c:v>
                </c:pt>
                <c:pt idx="3869">
                  <c:v>1346</c:v>
                </c:pt>
                <c:pt idx="3870">
                  <c:v>1070</c:v>
                </c:pt>
                <c:pt idx="3871">
                  <c:v>1225</c:v>
                </c:pt>
                <c:pt idx="3872">
                  <c:v>640</c:v>
                </c:pt>
                <c:pt idx="3873">
                  <c:v>1310</c:v>
                </c:pt>
                <c:pt idx="3874">
                  <c:v>1190</c:v>
                </c:pt>
                <c:pt idx="3875">
                  <c:v>1645</c:v>
                </c:pt>
                <c:pt idx="3876">
                  <c:v>1350</c:v>
                </c:pt>
                <c:pt idx="3877">
                  <c:v>1404</c:v>
                </c:pt>
                <c:pt idx="3878">
                  <c:v>1105</c:v>
                </c:pt>
                <c:pt idx="3879">
                  <c:v>900</c:v>
                </c:pt>
                <c:pt idx="3880">
                  <c:v>1100</c:v>
                </c:pt>
                <c:pt idx="3881">
                  <c:v>2100</c:v>
                </c:pt>
                <c:pt idx="3882">
                  <c:v>1948</c:v>
                </c:pt>
                <c:pt idx="3883">
                  <c:v>1464</c:v>
                </c:pt>
                <c:pt idx="3884">
                  <c:v>1210</c:v>
                </c:pt>
                <c:pt idx="3885">
                  <c:v>4000</c:v>
                </c:pt>
                <c:pt idx="3886">
                  <c:v>1252</c:v>
                </c:pt>
                <c:pt idx="3887">
                  <c:v>3905</c:v>
                </c:pt>
                <c:pt idx="3888">
                  <c:v>1300</c:v>
                </c:pt>
                <c:pt idx="3889">
                  <c:v>1130</c:v>
                </c:pt>
                <c:pt idx="3890">
                  <c:v>1690</c:v>
                </c:pt>
                <c:pt idx="3891">
                  <c:v>950</c:v>
                </c:pt>
                <c:pt idx="3892">
                  <c:v>1020</c:v>
                </c:pt>
                <c:pt idx="3893">
                  <c:v>2107</c:v>
                </c:pt>
                <c:pt idx="3894">
                  <c:v>1735</c:v>
                </c:pt>
                <c:pt idx="3895">
                  <c:v>915</c:v>
                </c:pt>
                <c:pt idx="3896">
                  <c:v>1450</c:v>
                </c:pt>
                <c:pt idx="3897">
                  <c:v>2215</c:v>
                </c:pt>
                <c:pt idx="3898">
                  <c:v>2431</c:v>
                </c:pt>
                <c:pt idx="3899">
                  <c:v>1804</c:v>
                </c:pt>
                <c:pt idx="3900">
                  <c:v>1600</c:v>
                </c:pt>
                <c:pt idx="3901">
                  <c:v>1280</c:v>
                </c:pt>
                <c:pt idx="3902">
                  <c:v>1255</c:v>
                </c:pt>
                <c:pt idx="3903">
                  <c:v>1257</c:v>
                </c:pt>
                <c:pt idx="3904">
                  <c:v>1240</c:v>
                </c:pt>
                <c:pt idx="3905">
                  <c:v>1850</c:v>
                </c:pt>
                <c:pt idx="3906">
                  <c:v>1255</c:v>
                </c:pt>
                <c:pt idx="3907">
                  <c:v>870</c:v>
                </c:pt>
                <c:pt idx="3908">
                  <c:v>1789</c:v>
                </c:pt>
                <c:pt idx="3909">
                  <c:v>660</c:v>
                </c:pt>
                <c:pt idx="3910">
                  <c:v>1155</c:v>
                </c:pt>
                <c:pt idx="3911">
                  <c:v>1235</c:v>
                </c:pt>
                <c:pt idx="3912">
                  <c:v>2675</c:v>
                </c:pt>
                <c:pt idx="3913">
                  <c:v>1025</c:v>
                </c:pt>
                <c:pt idx="3914">
                  <c:v>1395</c:v>
                </c:pt>
                <c:pt idx="3915">
                  <c:v>1530</c:v>
                </c:pt>
                <c:pt idx="3916">
                  <c:v>1252</c:v>
                </c:pt>
                <c:pt idx="3917">
                  <c:v>1081</c:v>
                </c:pt>
                <c:pt idx="3918">
                  <c:v>1255</c:v>
                </c:pt>
                <c:pt idx="3919">
                  <c:v>2062</c:v>
                </c:pt>
                <c:pt idx="3920">
                  <c:v>1220</c:v>
                </c:pt>
                <c:pt idx="3921">
                  <c:v>1408</c:v>
                </c:pt>
                <c:pt idx="3922">
                  <c:v>1180</c:v>
                </c:pt>
                <c:pt idx="3923">
                  <c:v>715</c:v>
                </c:pt>
                <c:pt idx="3924">
                  <c:v>1230</c:v>
                </c:pt>
                <c:pt idx="3925">
                  <c:v>1035</c:v>
                </c:pt>
                <c:pt idx="3926">
                  <c:v>3360</c:v>
                </c:pt>
                <c:pt idx="3927">
                  <c:v>1300</c:v>
                </c:pt>
                <c:pt idx="3928">
                  <c:v>1100</c:v>
                </c:pt>
                <c:pt idx="3929">
                  <c:v>1216</c:v>
                </c:pt>
                <c:pt idx="3930">
                  <c:v>1450</c:v>
                </c:pt>
                <c:pt idx="3931">
                  <c:v>705</c:v>
                </c:pt>
                <c:pt idx="3932">
                  <c:v>1385</c:v>
                </c:pt>
                <c:pt idx="3933">
                  <c:v>1200</c:v>
                </c:pt>
                <c:pt idx="3934">
                  <c:v>1310</c:v>
                </c:pt>
                <c:pt idx="3935">
                  <c:v>1043</c:v>
                </c:pt>
                <c:pt idx="3936">
                  <c:v>1320</c:v>
                </c:pt>
                <c:pt idx="3937">
                  <c:v>1140</c:v>
                </c:pt>
                <c:pt idx="3938">
                  <c:v>1100</c:v>
                </c:pt>
                <c:pt idx="3939">
                  <c:v>1586</c:v>
                </c:pt>
                <c:pt idx="3940">
                  <c:v>975</c:v>
                </c:pt>
                <c:pt idx="3941">
                  <c:v>1365</c:v>
                </c:pt>
                <c:pt idx="3942">
                  <c:v>1263</c:v>
                </c:pt>
                <c:pt idx="3943">
                  <c:v>1565</c:v>
                </c:pt>
                <c:pt idx="3944">
                  <c:v>2882</c:v>
                </c:pt>
                <c:pt idx="3945">
                  <c:v>2320</c:v>
                </c:pt>
                <c:pt idx="3946">
                  <c:v>1750</c:v>
                </c:pt>
                <c:pt idx="3947">
                  <c:v>1143</c:v>
                </c:pt>
                <c:pt idx="3948">
                  <c:v>1936</c:v>
                </c:pt>
                <c:pt idx="3949">
                  <c:v>660</c:v>
                </c:pt>
                <c:pt idx="3950">
                  <c:v>700</c:v>
                </c:pt>
                <c:pt idx="3951">
                  <c:v>1402</c:v>
                </c:pt>
                <c:pt idx="3952">
                  <c:v>1000</c:v>
                </c:pt>
                <c:pt idx="3953">
                  <c:v>1000</c:v>
                </c:pt>
                <c:pt idx="3954">
                  <c:v>818</c:v>
                </c:pt>
                <c:pt idx="3955">
                  <c:v>1680</c:v>
                </c:pt>
                <c:pt idx="3956">
                  <c:v>2422</c:v>
                </c:pt>
                <c:pt idx="3957">
                  <c:v>1145</c:v>
                </c:pt>
                <c:pt idx="3958">
                  <c:v>1190</c:v>
                </c:pt>
                <c:pt idx="3959">
                  <c:v>1145</c:v>
                </c:pt>
                <c:pt idx="3960">
                  <c:v>1575</c:v>
                </c:pt>
                <c:pt idx="3961">
                  <c:v>1200</c:v>
                </c:pt>
                <c:pt idx="3962">
                  <c:v>1500</c:v>
                </c:pt>
                <c:pt idx="3963">
                  <c:v>2560</c:v>
                </c:pt>
                <c:pt idx="3964">
                  <c:v>1583</c:v>
                </c:pt>
                <c:pt idx="3965">
                  <c:v>700</c:v>
                </c:pt>
                <c:pt idx="3966">
                  <c:v>950</c:v>
                </c:pt>
                <c:pt idx="3967">
                  <c:v>1041</c:v>
                </c:pt>
                <c:pt idx="3968">
                  <c:v>1085</c:v>
                </c:pt>
                <c:pt idx="3969">
                  <c:v>1070</c:v>
                </c:pt>
                <c:pt idx="3970">
                  <c:v>1165</c:v>
                </c:pt>
                <c:pt idx="3971">
                  <c:v>1000</c:v>
                </c:pt>
                <c:pt idx="3972">
                  <c:v>1169</c:v>
                </c:pt>
                <c:pt idx="3973">
                  <c:v>1150</c:v>
                </c:pt>
                <c:pt idx="3974">
                  <c:v>1840</c:v>
                </c:pt>
                <c:pt idx="3975">
                  <c:v>1550</c:v>
                </c:pt>
                <c:pt idx="3976">
                  <c:v>997</c:v>
                </c:pt>
                <c:pt idx="3977">
                  <c:v>1457</c:v>
                </c:pt>
                <c:pt idx="3978">
                  <c:v>1000</c:v>
                </c:pt>
                <c:pt idx="3979">
                  <c:v>1000</c:v>
                </c:pt>
                <c:pt idx="3980">
                  <c:v>1500</c:v>
                </c:pt>
                <c:pt idx="3981">
                  <c:v>1165</c:v>
                </c:pt>
                <c:pt idx="3982">
                  <c:v>1787</c:v>
                </c:pt>
                <c:pt idx="3983">
                  <c:v>1288</c:v>
                </c:pt>
                <c:pt idx="3984">
                  <c:v>1430</c:v>
                </c:pt>
                <c:pt idx="3985">
                  <c:v>750</c:v>
                </c:pt>
                <c:pt idx="3986">
                  <c:v>1200</c:v>
                </c:pt>
                <c:pt idx="3987">
                  <c:v>1500</c:v>
                </c:pt>
                <c:pt idx="3988">
                  <c:v>1230</c:v>
                </c:pt>
                <c:pt idx="3989">
                  <c:v>780</c:v>
                </c:pt>
                <c:pt idx="3990">
                  <c:v>1220</c:v>
                </c:pt>
                <c:pt idx="3991">
                  <c:v>1110</c:v>
                </c:pt>
                <c:pt idx="3992">
                  <c:v>1690</c:v>
                </c:pt>
                <c:pt idx="3993">
                  <c:v>1130</c:v>
                </c:pt>
                <c:pt idx="3994">
                  <c:v>1213</c:v>
                </c:pt>
                <c:pt idx="3995">
                  <c:v>900</c:v>
                </c:pt>
                <c:pt idx="3996">
                  <c:v>1199</c:v>
                </c:pt>
                <c:pt idx="3997">
                  <c:v>2072.5</c:v>
                </c:pt>
                <c:pt idx="3998">
                  <c:v>661</c:v>
                </c:pt>
                <c:pt idx="3999">
                  <c:v>1710</c:v>
                </c:pt>
                <c:pt idx="4000">
                  <c:v>1030</c:v>
                </c:pt>
                <c:pt idx="4001">
                  <c:v>1220</c:v>
                </c:pt>
                <c:pt idx="4002">
                  <c:v>1530</c:v>
                </c:pt>
                <c:pt idx="4003">
                  <c:v>1200</c:v>
                </c:pt>
                <c:pt idx="4004">
                  <c:v>2000</c:v>
                </c:pt>
                <c:pt idx="4005">
                  <c:v>300</c:v>
                </c:pt>
                <c:pt idx="4006">
                  <c:v>1751</c:v>
                </c:pt>
                <c:pt idx="4007">
                  <c:v>1255</c:v>
                </c:pt>
                <c:pt idx="4008">
                  <c:v>1778</c:v>
                </c:pt>
                <c:pt idx="4009">
                  <c:v>1100</c:v>
                </c:pt>
                <c:pt idx="4010">
                  <c:v>1480</c:v>
                </c:pt>
                <c:pt idx="4011">
                  <c:v>1358</c:v>
                </c:pt>
                <c:pt idx="4012">
                  <c:v>580</c:v>
                </c:pt>
                <c:pt idx="4013">
                  <c:v>1197</c:v>
                </c:pt>
                <c:pt idx="4014">
                  <c:v>1705</c:v>
                </c:pt>
                <c:pt idx="4015">
                  <c:v>1310</c:v>
                </c:pt>
                <c:pt idx="4016">
                  <c:v>1132</c:v>
                </c:pt>
                <c:pt idx="4017">
                  <c:v>814</c:v>
                </c:pt>
                <c:pt idx="4018">
                  <c:v>1575</c:v>
                </c:pt>
                <c:pt idx="4019">
                  <c:v>1302</c:v>
                </c:pt>
                <c:pt idx="4020">
                  <c:v>1800</c:v>
                </c:pt>
                <c:pt idx="4021">
                  <c:v>2006.8</c:v>
                </c:pt>
                <c:pt idx="4022">
                  <c:v>1100</c:v>
                </c:pt>
                <c:pt idx="4023">
                  <c:v>830</c:v>
                </c:pt>
                <c:pt idx="4024">
                  <c:v>435</c:v>
                </c:pt>
                <c:pt idx="4025">
                  <c:v>1590</c:v>
                </c:pt>
                <c:pt idx="4026">
                  <c:v>1140</c:v>
                </c:pt>
                <c:pt idx="4027">
                  <c:v>1090</c:v>
                </c:pt>
                <c:pt idx="4028">
                  <c:v>1922</c:v>
                </c:pt>
                <c:pt idx="4029">
                  <c:v>965</c:v>
                </c:pt>
                <c:pt idx="4030">
                  <c:v>883</c:v>
                </c:pt>
                <c:pt idx="4031">
                  <c:v>1062</c:v>
                </c:pt>
                <c:pt idx="4032">
                  <c:v>1089</c:v>
                </c:pt>
                <c:pt idx="4033">
                  <c:v>1358</c:v>
                </c:pt>
                <c:pt idx="4034">
                  <c:v>1108</c:v>
                </c:pt>
                <c:pt idx="4035">
                  <c:v>1197</c:v>
                </c:pt>
                <c:pt idx="4036">
                  <c:v>1190</c:v>
                </c:pt>
                <c:pt idx="4037">
                  <c:v>1749</c:v>
                </c:pt>
                <c:pt idx="4038">
                  <c:v>1691</c:v>
                </c:pt>
                <c:pt idx="4039">
                  <c:v>1449</c:v>
                </c:pt>
                <c:pt idx="4040">
                  <c:v>1625</c:v>
                </c:pt>
                <c:pt idx="4041">
                  <c:v>1400</c:v>
                </c:pt>
                <c:pt idx="4042">
                  <c:v>1310</c:v>
                </c:pt>
                <c:pt idx="4043">
                  <c:v>1100</c:v>
                </c:pt>
                <c:pt idx="4044">
                  <c:v>1230</c:v>
                </c:pt>
                <c:pt idx="4045">
                  <c:v>1750</c:v>
                </c:pt>
                <c:pt idx="4046">
                  <c:v>1450</c:v>
                </c:pt>
                <c:pt idx="4047">
                  <c:v>1810</c:v>
                </c:pt>
                <c:pt idx="4048">
                  <c:v>1246</c:v>
                </c:pt>
                <c:pt idx="4049">
                  <c:v>1420</c:v>
                </c:pt>
                <c:pt idx="4050">
                  <c:v>2658</c:v>
                </c:pt>
                <c:pt idx="4051">
                  <c:v>1450</c:v>
                </c:pt>
                <c:pt idx="4052">
                  <c:v>1367</c:v>
                </c:pt>
                <c:pt idx="4053">
                  <c:v>2254</c:v>
                </c:pt>
                <c:pt idx="4054">
                  <c:v>1160</c:v>
                </c:pt>
                <c:pt idx="4055">
                  <c:v>1711</c:v>
                </c:pt>
                <c:pt idx="4056">
                  <c:v>1120</c:v>
                </c:pt>
                <c:pt idx="4057">
                  <c:v>950</c:v>
                </c:pt>
                <c:pt idx="4058">
                  <c:v>1560</c:v>
                </c:pt>
                <c:pt idx="4059">
                  <c:v>1225</c:v>
                </c:pt>
                <c:pt idx="4060">
                  <c:v>1200</c:v>
                </c:pt>
                <c:pt idx="4061">
                  <c:v>1340</c:v>
                </c:pt>
                <c:pt idx="4062">
                  <c:v>1846</c:v>
                </c:pt>
                <c:pt idx="4063">
                  <c:v>1155</c:v>
                </c:pt>
                <c:pt idx="4064">
                  <c:v>1205</c:v>
                </c:pt>
                <c:pt idx="4065">
                  <c:v>1140</c:v>
                </c:pt>
                <c:pt idx="4066">
                  <c:v>1140</c:v>
                </c:pt>
                <c:pt idx="4067">
                  <c:v>1300</c:v>
                </c:pt>
                <c:pt idx="4068">
                  <c:v>1051</c:v>
                </c:pt>
                <c:pt idx="4069">
                  <c:v>1134</c:v>
                </c:pt>
                <c:pt idx="4070">
                  <c:v>2500</c:v>
                </c:pt>
                <c:pt idx="4071">
                  <c:v>1135</c:v>
                </c:pt>
                <c:pt idx="4072">
                  <c:v>1745</c:v>
                </c:pt>
                <c:pt idx="4073">
                  <c:v>1665</c:v>
                </c:pt>
                <c:pt idx="4074">
                  <c:v>1220</c:v>
                </c:pt>
                <c:pt idx="4075">
                  <c:v>1868</c:v>
                </c:pt>
                <c:pt idx="4076">
                  <c:v>2300</c:v>
                </c:pt>
                <c:pt idx="4077">
                  <c:v>1210</c:v>
                </c:pt>
                <c:pt idx="4078">
                  <c:v>1351</c:v>
                </c:pt>
                <c:pt idx="4079">
                  <c:v>1636</c:v>
                </c:pt>
                <c:pt idx="4080">
                  <c:v>1464</c:v>
                </c:pt>
                <c:pt idx="4081">
                  <c:v>418</c:v>
                </c:pt>
                <c:pt idx="4082">
                  <c:v>1339</c:v>
                </c:pt>
                <c:pt idx="4083">
                  <c:v>2370</c:v>
                </c:pt>
                <c:pt idx="4084">
                  <c:v>1530</c:v>
                </c:pt>
                <c:pt idx="4085">
                  <c:v>1100</c:v>
                </c:pt>
                <c:pt idx="4086">
                  <c:v>1350</c:v>
                </c:pt>
                <c:pt idx="4087">
                  <c:v>1290</c:v>
                </c:pt>
                <c:pt idx="4088">
                  <c:v>1220</c:v>
                </c:pt>
                <c:pt idx="4089">
                  <c:v>1846</c:v>
                </c:pt>
                <c:pt idx="4090">
                  <c:v>1847</c:v>
                </c:pt>
                <c:pt idx="4091">
                  <c:v>1430</c:v>
                </c:pt>
                <c:pt idx="4092">
                  <c:v>935</c:v>
                </c:pt>
                <c:pt idx="4093">
                  <c:v>1350</c:v>
                </c:pt>
                <c:pt idx="4094">
                  <c:v>1590</c:v>
                </c:pt>
                <c:pt idx="4095">
                  <c:v>1286</c:v>
                </c:pt>
                <c:pt idx="4096">
                  <c:v>1141</c:v>
                </c:pt>
                <c:pt idx="4097">
                  <c:v>1554</c:v>
                </c:pt>
                <c:pt idx="4098">
                  <c:v>1749</c:v>
                </c:pt>
                <c:pt idx="4099">
                  <c:v>1140</c:v>
                </c:pt>
                <c:pt idx="4100">
                  <c:v>1632</c:v>
                </c:pt>
                <c:pt idx="4101">
                  <c:v>1000</c:v>
                </c:pt>
                <c:pt idx="4102">
                  <c:v>1065</c:v>
                </c:pt>
                <c:pt idx="4103">
                  <c:v>1520</c:v>
                </c:pt>
                <c:pt idx="4104">
                  <c:v>1075</c:v>
                </c:pt>
                <c:pt idx="4105">
                  <c:v>1539</c:v>
                </c:pt>
                <c:pt idx="4106">
                  <c:v>1342</c:v>
                </c:pt>
                <c:pt idx="4107">
                  <c:v>1004</c:v>
                </c:pt>
                <c:pt idx="4108">
                  <c:v>1295</c:v>
                </c:pt>
                <c:pt idx="4109">
                  <c:v>1098</c:v>
                </c:pt>
                <c:pt idx="4110">
                  <c:v>1070</c:v>
                </c:pt>
                <c:pt idx="4111">
                  <c:v>1016</c:v>
                </c:pt>
                <c:pt idx="4112">
                  <c:v>1450</c:v>
                </c:pt>
                <c:pt idx="4113">
                  <c:v>654</c:v>
                </c:pt>
                <c:pt idx="4114">
                  <c:v>1080</c:v>
                </c:pt>
                <c:pt idx="4115">
                  <c:v>1046</c:v>
                </c:pt>
                <c:pt idx="4116">
                  <c:v>1950</c:v>
                </c:pt>
                <c:pt idx="4117">
                  <c:v>1610</c:v>
                </c:pt>
                <c:pt idx="4118">
                  <c:v>2493</c:v>
                </c:pt>
                <c:pt idx="4119">
                  <c:v>1151</c:v>
                </c:pt>
                <c:pt idx="4120">
                  <c:v>1125</c:v>
                </c:pt>
                <c:pt idx="4121">
                  <c:v>992</c:v>
                </c:pt>
                <c:pt idx="4122">
                  <c:v>1000</c:v>
                </c:pt>
                <c:pt idx="4123">
                  <c:v>1850</c:v>
                </c:pt>
                <c:pt idx="4124">
                  <c:v>1174</c:v>
                </c:pt>
                <c:pt idx="4125">
                  <c:v>1100</c:v>
                </c:pt>
                <c:pt idx="4126">
                  <c:v>1095</c:v>
                </c:pt>
                <c:pt idx="4127">
                  <c:v>1082</c:v>
                </c:pt>
                <c:pt idx="4128">
                  <c:v>1350</c:v>
                </c:pt>
                <c:pt idx="4129">
                  <c:v>1314</c:v>
                </c:pt>
                <c:pt idx="4130">
                  <c:v>1290</c:v>
                </c:pt>
                <c:pt idx="4131">
                  <c:v>1010</c:v>
                </c:pt>
                <c:pt idx="4132">
                  <c:v>1636</c:v>
                </c:pt>
                <c:pt idx="4133">
                  <c:v>1050</c:v>
                </c:pt>
                <c:pt idx="4134">
                  <c:v>1520</c:v>
                </c:pt>
                <c:pt idx="4135">
                  <c:v>2500</c:v>
                </c:pt>
                <c:pt idx="4136">
                  <c:v>1067</c:v>
                </c:pt>
                <c:pt idx="4137">
                  <c:v>1060</c:v>
                </c:pt>
                <c:pt idx="4138">
                  <c:v>955</c:v>
                </c:pt>
                <c:pt idx="4139">
                  <c:v>1418</c:v>
                </c:pt>
                <c:pt idx="4140">
                  <c:v>700</c:v>
                </c:pt>
                <c:pt idx="4141">
                  <c:v>1366</c:v>
                </c:pt>
                <c:pt idx="4142">
                  <c:v>1090</c:v>
                </c:pt>
                <c:pt idx="4143">
                  <c:v>1250</c:v>
                </c:pt>
                <c:pt idx="4144">
                  <c:v>950</c:v>
                </c:pt>
                <c:pt idx="4145">
                  <c:v>1250</c:v>
                </c:pt>
                <c:pt idx="4146">
                  <c:v>1494</c:v>
                </c:pt>
                <c:pt idx="4147">
                  <c:v>1445</c:v>
                </c:pt>
                <c:pt idx="4148">
                  <c:v>1397</c:v>
                </c:pt>
                <c:pt idx="4149">
                  <c:v>606</c:v>
                </c:pt>
                <c:pt idx="4150">
                  <c:v>861</c:v>
                </c:pt>
                <c:pt idx="4151">
                  <c:v>1170</c:v>
                </c:pt>
                <c:pt idx="4152">
                  <c:v>1205</c:v>
                </c:pt>
                <c:pt idx="4153">
                  <c:v>1153</c:v>
                </c:pt>
                <c:pt idx="4154">
                  <c:v>1200</c:v>
                </c:pt>
                <c:pt idx="4155">
                  <c:v>1450</c:v>
                </c:pt>
                <c:pt idx="4156">
                  <c:v>1139</c:v>
                </c:pt>
                <c:pt idx="4157">
                  <c:v>1530</c:v>
                </c:pt>
                <c:pt idx="4158">
                  <c:v>1575</c:v>
                </c:pt>
                <c:pt idx="4159">
                  <c:v>650</c:v>
                </c:pt>
                <c:pt idx="4160">
                  <c:v>1120</c:v>
                </c:pt>
                <c:pt idx="4161">
                  <c:v>1700</c:v>
                </c:pt>
                <c:pt idx="4162">
                  <c:v>1090</c:v>
                </c:pt>
                <c:pt idx="4163">
                  <c:v>1897</c:v>
                </c:pt>
                <c:pt idx="4164">
                  <c:v>1200</c:v>
                </c:pt>
                <c:pt idx="4165">
                  <c:v>700</c:v>
                </c:pt>
                <c:pt idx="4166">
                  <c:v>1437</c:v>
                </c:pt>
                <c:pt idx="4167">
                  <c:v>1856</c:v>
                </c:pt>
                <c:pt idx="4168">
                  <c:v>1500</c:v>
                </c:pt>
                <c:pt idx="4169">
                  <c:v>1036</c:v>
                </c:pt>
                <c:pt idx="4170">
                  <c:v>3000</c:v>
                </c:pt>
                <c:pt idx="4171">
                  <c:v>1125</c:v>
                </c:pt>
                <c:pt idx="4172">
                  <c:v>1320</c:v>
                </c:pt>
                <c:pt idx="4173">
                  <c:v>660</c:v>
                </c:pt>
                <c:pt idx="4174">
                  <c:v>1730</c:v>
                </c:pt>
                <c:pt idx="4175">
                  <c:v>1804</c:v>
                </c:pt>
                <c:pt idx="4176">
                  <c:v>1795</c:v>
                </c:pt>
                <c:pt idx="4177">
                  <c:v>1050</c:v>
                </c:pt>
                <c:pt idx="4178">
                  <c:v>2100</c:v>
                </c:pt>
                <c:pt idx="4179">
                  <c:v>1199</c:v>
                </c:pt>
                <c:pt idx="4180">
                  <c:v>1100</c:v>
                </c:pt>
                <c:pt idx="4181">
                  <c:v>1000</c:v>
                </c:pt>
                <c:pt idx="4182">
                  <c:v>1254</c:v>
                </c:pt>
                <c:pt idx="4183">
                  <c:v>940</c:v>
                </c:pt>
                <c:pt idx="4184">
                  <c:v>1280</c:v>
                </c:pt>
                <c:pt idx="4185">
                  <c:v>2155</c:v>
                </c:pt>
                <c:pt idx="4186">
                  <c:v>3200</c:v>
                </c:pt>
                <c:pt idx="4187">
                  <c:v>1255</c:v>
                </c:pt>
                <c:pt idx="4188">
                  <c:v>1388</c:v>
                </c:pt>
                <c:pt idx="4189">
                  <c:v>1176</c:v>
                </c:pt>
                <c:pt idx="4190">
                  <c:v>1390</c:v>
                </c:pt>
                <c:pt idx="4191">
                  <c:v>1160</c:v>
                </c:pt>
                <c:pt idx="4192">
                  <c:v>2800</c:v>
                </c:pt>
                <c:pt idx="4193">
                  <c:v>1583</c:v>
                </c:pt>
                <c:pt idx="4194">
                  <c:v>1252</c:v>
                </c:pt>
                <c:pt idx="4195">
                  <c:v>1170</c:v>
                </c:pt>
                <c:pt idx="4196">
                  <c:v>1350</c:v>
                </c:pt>
                <c:pt idx="4197">
                  <c:v>1075</c:v>
                </c:pt>
                <c:pt idx="4198">
                  <c:v>972</c:v>
                </c:pt>
                <c:pt idx="4199">
                  <c:v>1486</c:v>
                </c:pt>
                <c:pt idx="4200">
                  <c:v>555</c:v>
                </c:pt>
                <c:pt idx="4201">
                  <c:v>850</c:v>
                </c:pt>
                <c:pt idx="4202">
                  <c:v>2790</c:v>
                </c:pt>
                <c:pt idx="4203">
                  <c:v>2383</c:v>
                </c:pt>
                <c:pt idx="4204">
                  <c:v>1103</c:v>
                </c:pt>
                <c:pt idx="4205">
                  <c:v>1577</c:v>
                </c:pt>
                <c:pt idx="4206">
                  <c:v>1465</c:v>
                </c:pt>
                <c:pt idx="4207">
                  <c:v>1600</c:v>
                </c:pt>
                <c:pt idx="4208">
                  <c:v>1090</c:v>
                </c:pt>
                <c:pt idx="4209">
                  <c:v>1721</c:v>
                </c:pt>
                <c:pt idx="4210">
                  <c:v>1100</c:v>
                </c:pt>
                <c:pt idx="4211">
                  <c:v>1450</c:v>
                </c:pt>
                <c:pt idx="4212">
                  <c:v>1071</c:v>
                </c:pt>
                <c:pt idx="4213">
                  <c:v>2266</c:v>
                </c:pt>
                <c:pt idx="4214">
                  <c:v>2065</c:v>
                </c:pt>
                <c:pt idx="4215">
                  <c:v>1800</c:v>
                </c:pt>
                <c:pt idx="4216">
                  <c:v>1123</c:v>
                </c:pt>
                <c:pt idx="4217">
                  <c:v>1884</c:v>
                </c:pt>
                <c:pt idx="4218">
                  <c:v>1145</c:v>
                </c:pt>
                <c:pt idx="4219">
                  <c:v>1328</c:v>
                </c:pt>
                <c:pt idx="4220">
                  <c:v>950</c:v>
                </c:pt>
                <c:pt idx="4221">
                  <c:v>1250</c:v>
                </c:pt>
                <c:pt idx="4222">
                  <c:v>1115</c:v>
                </c:pt>
                <c:pt idx="4223">
                  <c:v>1318</c:v>
                </c:pt>
                <c:pt idx="4224">
                  <c:v>1280</c:v>
                </c:pt>
                <c:pt idx="4225">
                  <c:v>1230</c:v>
                </c:pt>
                <c:pt idx="4226">
                  <c:v>1420</c:v>
                </c:pt>
                <c:pt idx="4227">
                  <c:v>2111</c:v>
                </c:pt>
                <c:pt idx="4228">
                  <c:v>1100</c:v>
                </c:pt>
                <c:pt idx="4229">
                  <c:v>1750</c:v>
                </c:pt>
                <c:pt idx="4230">
                  <c:v>700</c:v>
                </c:pt>
                <c:pt idx="4231">
                  <c:v>1050</c:v>
                </c:pt>
                <c:pt idx="4232">
                  <c:v>1235</c:v>
                </c:pt>
                <c:pt idx="4233">
                  <c:v>1200</c:v>
                </c:pt>
                <c:pt idx="4234">
                  <c:v>900</c:v>
                </c:pt>
                <c:pt idx="4235">
                  <c:v>1146</c:v>
                </c:pt>
                <c:pt idx="4236">
                  <c:v>1200</c:v>
                </c:pt>
                <c:pt idx="4237">
                  <c:v>615</c:v>
                </c:pt>
                <c:pt idx="4238">
                  <c:v>1070</c:v>
                </c:pt>
                <c:pt idx="4239">
                  <c:v>1355</c:v>
                </c:pt>
                <c:pt idx="4240">
                  <c:v>3080</c:v>
                </c:pt>
                <c:pt idx="4241">
                  <c:v>1800</c:v>
                </c:pt>
                <c:pt idx="4242">
                  <c:v>1400</c:v>
                </c:pt>
                <c:pt idx="4243">
                  <c:v>1123</c:v>
                </c:pt>
                <c:pt idx="4244">
                  <c:v>787</c:v>
                </c:pt>
                <c:pt idx="4245">
                  <c:v>1082</c:v>
                </c:pt>
                <c:pt idx="4246">
                  <c:v>1096</c:v>
                </c:pt>
                <c:pt idx="4247">
                  <c:v>1130</c:v>
                </c:pt>
                <c:pt idx="4248">
                  <c:v>550</c:v>
                </c:pt>
                <c:pt idx="4249">
                  <c:v>1058</c:v>
                </c:pt>
                <c:pt idx="4250">
                  <c:v>1269</c:v>
                </c:pt>
                <c:pt idx="4251">
                  <c:v>2689</c:v>
                </c:pt>
                <c:pt idx="4252">
                  <c:v>1976</c:v>
                </c:pt>
                <c:pt idx="4253">
                  <c:v>1820</c:v>
                </c:pt>
                <c:pt idx="4254">
                  <c:v>1329</c:v>
                </c:pt>
                <c:pt idx="4255">
                  <c:v>1350</c:v>
                </c:pt>
                <c:pt idx="4256">
                  <c:v>1205</c:v>
                </c:pt>
                <c:pt idx="4257">
                  <c:v>1339</c:v>
                </c:pt>
                <c:pt idx="4258">
                  <c:v>938</c:v>
                </c:pt>
                <c:pt idx="4259">
                  <c:v>450</c:v>
                </c:pt>
                <c:pt idx="4260">
                  <c:v>1100</c:v>
                </c:pt>
                <c:pt idx="4261">
                  <c:v>1060</c:v>
                </c:pt>
                <c:pt idx="4262">
                  <c:v>1125</c:v>
                </c:pt>
                <c:pt idx="4263">
                  <c:v>810</c:v>
                </c:pt>
                <c:pt idx="4264">
                  <c:v>1060</c:v>
                </c:pt>
                <c:pt idx="4265">
                  <c:v>1749</c:v>
                </c:pt>
                <c:pt idx="4266">
                  <c:v>1200</c:v>
                </c:pt>
                <c:pt idx="4267">
                  <c:v>1100</c:v>
                </c:pt>
                <c:pt idx="4268">
                  <c:v>680</c:v>
                </c:pt>
                <c:pt idx="4269">
                  <c:v>1925</c:v>
                </c:pt>
                <c:pt idx="4270">
                  <c:v>502</c:v>
                </c:pt>
                <c:pt idx="4271">
                  <c:v>1475</c:v>
                </c:pt>
                <c:pt idx="4272">
                  <c:v>966</c:v>
                </c:pt>
                <c:pt idx="4273">
                  <c:v>1300</c:v>
                </c:pt>
                <c:pt idx="4274">
                  <c:v>1559</c:v>
                </c:pt>
                <c:pt idx="4275">
                  <c:v>1246</c:v>
                </c:pt>
                <c:pt idx="4276">
                  <c:v>1410</c:v>
                </c:pt>
                <c:pt idx="4277">
                  <c:v>1300</c:v>
                </c:pt>
                <c:pt idx="4278">
                  <c:v>1339</c:v>
                </c:pt>
                <c:pt idx="4279">
                  <c:v>1104</c:v>
                </c:pt>
                <c:pt idx="4280">
                  <c:v>900</c:v>
                </c:pt>
                <c:pt idx="4281">
                  <c:v>1550</c:v>
                </c:pt>
                <c:pt idx="4282">
                  <c:v>670</c:v>
                </c:pt>
                <c:pt idx="4283">
                  <c:v>1483</c:v>
                </c:pt>
                <c:pt idx="4284">
                  <c:v>1540</c:v>
                </c:pt>
                <c:pt idx="4285">
                  <c:v>1255</c:v>
                </c:pt>
                <c:pt idx="4286">
                  <c:v>1460</c:v>
                </c:pt>
                <c:pt idx="4287">
                  <c:v>1230</c:v>
                </c:pt>
                <c:pt idx="4288">
                  <c:v>1340</c:v>
                </c:pt>
                <c:pt idx="4289">
                  <c:v>1600</c:v>
                </c:pt>
                <c:pt idx="4290">
                  <c:v>2162</c:v>
                </c:pt>
                <c:pt idx="4291">
                  <c:v>919</c:v>
                </c:pt>
                <c:pt idx="4292">
                  <c:v>1070</c:v>
                </c:pt>
                <c:pt idx="4293">
                  <c:v>1733</c:v>
                </c:pt>
                <c:pt idx="4294">
                  <c:v>1221</c:v>
                </c:pt>
                <c:pt idx="4295">
                  <c:v>1041</c:v>
                </c:pt>
                <c:pt idx="4296">
                  <c:v>2550</c:v>
                </c:pt>
                <c:pt idx="4297">
                  <c:v>1400</c:v>
                </c:pt>
                <c:pt idx="4298">
                  <c:v>600</c:v>
                </c:pt>
                <c:pt idx="4299">
                  <c:v>710</c:v>
                </c:pt>
                <c:pt idx="4300">
                  <c:v>1500</c:v>
                </c:pt>
                <c:pt idx="4301">
                  <c:v>3122</c:v>
                </c:pt>
                <c:pt idx="4302">
                  <c:v>2061</c:v>
                </c:pt>
                <c:pt idx="4303">
                  <c:v>1255</c:v>
                </c:pt>
                <c:pt idx="4304">
                  <c:v>2425</c:v>
                </c:pt>
                <c:pt idx="4305">
                  <c:v>1031</c:v>
                </c:pt>
                <c:pt idx="4306">
                  <c:v>1210</c:v>
                </c:pt>
                <c:pt idx="4307">
                  <c:v>950</c:v>
                </c:pt>
                <c:pt idx="4308">
                  <c:v>1161</c:v>
                </c:pt>
                <c:pt idx="4309">
                  <c:v>1303</c:v>
                </c:pt>
                <c:pt idx="4310">
                  <c:v>1418</c:v>
                </c:pt>
                <c:pt idx="4311">
                  <c:v>1200</c:v>
                </c:pt>
                <c:pt idx="4312">
                  <c:v>1825</c:v>
                </c:pt>
                <c:pt idx="4313">
                  <c:v>1015</c:v>
                </c:pt>
                <c:pt idx="4314">
                  <c:v>1150</c:v>
                </c:pt>
                <c:pt idx="4315">
                  <c:v>1010</c:v>
                </c:pt>
                <c:pt idx="4316">
                  <c:v>1508</c:v>
                </c:pt>
                <c:pt idx="4317">
                  <c:v>1275</c:v>
                </c:pt>
                <c:pt idx="4318">
                  <c:v>1460</c:v>
                </c:pt>
                <c:pt idx="4319">
                  <c:v>946</c:v>
                </c:pt>
                <c:pt idx="4320">
                  <c:v>1110</c:v>
                </c:pt>
                <c:pt idx="4321">
                  <c:v>1832</c:v>
                </c:pt>
                <c:pt idx="4322">
                  <c:v>1088</c:v>
                </c:pt>
                <c:pt idx="4323">
                  <c:v>1564</c:v>
                </c:pt>
                <c:pt idx="4324">
                  <c:v>1030</c:v>
                </c:pt>
                <c:pt idx="4325">
                  <c:v>660</c:v>
                </c:pt>
                <c:pt idx="4326">
                  <c:v>1700</c:v>
                </c:pt>
                <c:pt idx="4327">
                  <c:v>1205</c:v>
                </c:pt>
                <c:pt idx="4328">
                  <c:v>1950</c:v>
                </c:pt>
                <c:pt idx="4329">
                  <c:v>1080</c:v>
                </c:pt>
                <c:pt idx="4330">
                  <c:v>2800</c:v>
                </c:pt>
                <c:pt idx="4331">
                  <c:v>999</c:v>
                </c:pt>
                <c:pt idx="4332">
                  <c:v>1300</c:v>
                </c:pt>
                <c:pt idx="4333">
                  <c:v>1265</c:v>
                </c:pt>
                <c:pt idx="4334">
                  <c:v>1200</c:v>
                </c:pt>
                <c:pt idx="4335">
                  <c:v>1974</c:v>
                </c:pt>
                <c:pt idx="4336">
                  <c:v>1180</c:v>
                </c:pt>
                <c:pt idx="4337">
                  <c:v>1350</c:v>
                </c:pt>
                <c:pt idx="4338">
                  <c:v>1560</c:v>
                </c:pt>
                <c:pt idx="4339">
                  <c:v>1085</c:v>
                </c:pt>
                <c:pt idx="4340">
                  <c:v>1300</c:v>
                </c:pt>
                <c:pt idx="4341">
                  <c:v>1600</c:v>
                </c:pt>
                <c:pt idx="4342">
                  <c:v>1127</c:v>
                </c:pt>
                <c:pt idx="4343">
                  <c:v>795</c:v>
                </c:pt>
                <c:pt idx="4344">
                  <c:v>1850</c:v>
                </c:pt>
                <c:pt idx="4345">
                  <c:v>1020</c:v>
                </c:pt>
                <c:pt idx="4346">
                  <c:v>1200</c:v>
                </c:pt>
                <c:pt idx="4347">
                  <c:v>1345</c:v>
                </c:pt>
                <c:pt idx="4348">
                  <c:v>849</c:v>
                </c:pt>
                <c:pt idx="4349">
                  <c:v>1706</c:v>
                </c:pt>
                <c:pt idx="4350">
                  <c:v>2100</c:v>
                </c:pt>
                <c:pt idx="4351">
                  <c:v>1250</c:v>
                </c:pt>
                <c:pt idx="4352">
                  <c:v>1260</c:v>
                </c:pt>
                <c:pt idx="4353">
                  <c:v>1265</c:v>
                </c:pt>
                <c:pt idx="4354">
                  <c:v>1260</c:v>
                </c:pt>
                <c:pt idx="4355">
                  <c:v>1045</c:v>
                </c:pt>
                <c:pt idx="4356">
                  <c:v>412.5</c:v>
                </c:pt>
                <c:pt idx="4357">
                  <c:v>1100</c:v>
                </c:pt>
                <c:pt idx="4358">
                  <c:v>1113</c:v>
                </c:pt>
                <c:pt idx="4359">
                  <c:v>2774</c:v>
                </c:pt>
                <c:pt idx="4360">
                  <c:v>1210</c:v>
                </c:pt>
                <c:pt idx="4361">
                  <c:v>700</c:v>
                </c:pt>
                <c:pt idx="4362">
                  <c:v>1155</c:v>
                </c:pt>
                <c:pt idx="4363">
                  <c:v>1132</c:v>
                </c:pt>
                <c:pt idx="4364">
                  <c:v>1359</c:v>
                </c:pt>
                <c:pt idx="4365">
                  <c:v>2631</c:v>
                </c:pt>
                <c:pt idx="4366">
                  <c:v>1145</c:v>
                </c:pt>
                <c:pt idx="4367">
                  <c:v>600</c:v>
                </c:pt>
                <c:pt idx="4368">
                  <c:v>830</c:v>
                </c:pt>
                <c:pt idx="4369">
                  <c:v>1009</c:v>
                </c:pt>
                <c:pt idx="4370">
                  <c:v>1226</c:v>
                </c:pt>
                <c:pt idx="4371">
                  <c:v>1500</c:v>
                </c:pt>
                <c:pt idx="4372">
                  <c:v>1363</c:v>
                </c:pt>
                <c:pt idx="4373">
                  <c:v>1165</c:v>
                </c:pt>
                <c:pt idx="4374">
                  <c:v>2792</c:v>
                </c:pt>
                <c:pt idx="4375">
                  <c:v>700</c:v>
                </c:pt>
                <c:pt idx="4376">
                  <c:v>1060</c:v>
                </c:pt>
                <c:pt idx="4377">
                  <c:v>1200</c:v>
                </c:pt>
                <c:pt idx="4378">
                  <c:v>1518</c:v>
                </c:pt>
                <c:pt idx="4379">
                  <c:v>1495</c:v>
                </c:pt>
                <c:pt idx="4380">
                  <c:v>1575</c:v>
                </c:pt>
                <c:pt idx="4381">
                  <c:v>1545</c:v>
                </c:pt>
                <c:pt idx="4382">
                  <c:v>1470</c:v>
                </c:pt>
                <c:pt idx="4383">
                  <c:v>1500</c:v>
                </c:pt>
                <c:pt idx="4384">
                  <c:v>1450</c:v>
                </c:pt>
                <c:pt idx="4385">
                  <c:v>1179</c:v>
                </c:pt>
                <c:pt idx="4386">
                  <c:v>1650</c:v>
                </c:pt>
                <c:pt idx="4387">
                  <c:v>1095</c:v>
                </c:pt>
                <c:pt idx="4388">
                  <c:v>856</c:v>
                </c:pt>
                <c:pt idx="4389">
                  <c:v>1143</c:v>
                </c:pt>
                <c:pt idx="4390">
                  <c:v>1349</c:v>
                </c:pt>
                <c:pt idx="4391">
                  <c:v>1280</c:v>
                </c:pt>
                <c:pt idx="4392">
                  <c:v>1216</c:v>
                </c:pt>
                <c:pt idx="4393">
                  <c:v>2493</c:v>
                </c:pt>
                <c:pt idx="4394">
                  <c:v>1290</c:v>
                </c:pt>
                <c:pt idx="4395">
                  <c:v>1156</c:v>
                </c:pt>
                <c:pt idx="4396">
                  <c:v>1230</c:v>
                </c:pt>
                <c:pt idx="4397">
                  <c:v>1070</c:v>
                </c:pt>
                <c:pt idx="4398">
                  <c:v>1235</c:v>
                </c:pt>
                <c:pt idx="4399">
                  <c:v>1117</c:v>
                </c:pt>
                <c:pt idx="4400">
                  <c:v>1724</c:v>
                </c:pt>
                <c:pt idx="4401">
                  <c:v>1200</c:v>
                </c:pt>
                <c:pt idx="4402">
                  <c:v>600</c:v>
                </c:pt>
                <c:pt idx="4403">
                  <c:v>1930</c:v>
                </c:pt>
                <c:pt idx="4404">
                  <c:v>1216</c:v>
                </c:pt>
                <c:pt idx="4405">
                  <c:v>1452</c:v>
                </c:pt>
                <c:pt idx="4406">
                  <c:v>1355</c:v>
                </c:pt>
                <c:pt idx="4407">
                  <c:v>2145</c:v>
                </c:pt>
                <c:pt idx="4408">
                  <c:v>957</c:v>
                </c:pt>
                <c:pt idx="4409">
                  <c:v>925</c:v>
                </c:pt>
                <c:pt idx="4410">
                  <c:v>1550</c:v>
                </c:pt>
                <c:pt idx="4411">
                  <c:v>2100</c:v>
                </c:pt>
                <c:pt idx="4412">
                  <c:v>1115</c:v>
                </c:pt>
                <c:pt idx="4413">
                  <c:v>1692</c:v>
                </c:pt>
                <c:pt idx="4414">
                  <c:v>1100</c:v>
                </c:pt>
                <c:pt idx="4415">
                  <c:v>1385</c:v>
                </c:pt>
                <c:pt idx="4416">
                  <c:v>760</c:v>
                </c:pt>
                <c:pt idx="4417">
                  <c:v>1335</c:v>
                </c:pt>
                <c:pt idx="4418">
                  <c:v>910</c:v>
                </c:pt>
                <c:pt idx="4419">
                  <c:v>1610</c:v>
                </c:pt>
                <c:pt idx="4420">
                  <c:v>1341</c:v>
                </c:pt>
                <c:pt idx="4421">
                  <c:v>1200</c:v>
                </c:pt>
                <c:pt idx="4422">
                  <c:v>1285</c:v>
                </c:pt>
                <c:pt idx="4423">
                  <c:v>1679</c:v>
                </c:pt>
                <c:pt idx="4424">
                  <c:v>1016</c:v>
                </c:pt>
                <c:pt idx="4425">
                  <c:v>924</c:v>
                </c:pt>
                <c:pt idx="4426">
                  <c:v>500</c:v>
                </c:pt>
                <c:pt idx="4427">
                  <c:v>1800</c:v>
                </c:pt>
                <c:pt idx="4428">
                  <c:v>1255</c:v>
                </c:pt>
                <c:pt idx="4429">
                  <c:v>1040</c:v>
                </c:pt>
                <c:pt idx="4430">
                  <c:v>1062</c:v>
                </c:pt>
                <c:pt idx="4431">
                  <c:v>805.5</c:v>
                </c:pt>
                <c:pt idx="4432">
                  <c:v>950</c:v>
                </c:pt>
                <c:pt idx="4433">
                  <c:v>1216</c:v>
                </c:pt>
                <c:pt idx="4434">
                  <c:v>1300</c:v>
                </c:pt>
                <c:pt idx="4435">
                  <c:v>1390</c:v>
                </c:pt>
                <c:pt idx="4436">
                  <c:v>1033</c:v>
                </c:pt>
                <c:pt idx="4437">
                  <c:v>1390</c:v>
                </c:pt>
                <c:pt idx="4438">
                  <c:v>1020</c:v>
                </c:pt>
                <c:pt idx="4439">
                  <c:v>709</c:v>
                </c:pt>
                <c:pt idx="4440">
                  <c:v>1140</c:v>
                </c:pt>
                <c:pt idx="4441">
                  <c:v>670</c:v>
                </c:pt>
                <c:pt idx="4442">
                  <c:v>2171</c:v>
                </c:pt>
                <c:pt idx="4443">
                  <c:v>1136</c:v>
                </c:pt>
                <c:pt idx="4444">
                  <c:v>1477</c:v>
                </c:pt>
                <c:pt idx="4445">
                  <c:v>1001</c:v>
                </c:pt>
                <c:pt idx="4446">
                  <c:v>1040</c:v>
                </c:pt>
                <c:pt idx="4447">
                  <c:v>1060</c:v>
                </c:pt>
                <c:pt idx="4448">
                  <c:v>1240</c:v>
                </c:pt>
                <c:pt idx="4449">
                  <c:v>1070</c:v>
                </c:pt>
                <c:pt idx="4450">
                  <c:v>1253</c:v>
                </c:pt>
                <c:pt idx="4451">
                  <c:v>1190</c:v>
                </c:pt>
                <c:pt idx="4452">
                  <c:v>1312</c:v>
                </c:pt>
                <c:pt idx="4453">
                  <c:v>750</c:v>
                </c:pt>
                <c:pt idx="4454">
                  <c:v>1615</c:v>
                </c:pt>
                <c:pt idx="4455">
                  <c:v>1095</c:v>
                </c:pt>
                <c:pt idx="4456">
                  <c:v>1745</c:v>
                </c:pt>
                <c:pt idx="4457">
                  <c:v>1050</c:v>
                </c:pt>
                <c:pt idx="4458">
                  <c:v>1220</c:v>
                </c:pt>
                <c:pt idx="4459">
                  <c:v>1793</c:v>
                </c:pt>
                <c:pt idx="4460">
                  <c:v>1100</c:v>
                </c:pt>
                <c:pt idx="4461">
                  <c:v>1385</c:v>
                </c:pt>
                <c:pt idx="4462">
                  <c:v>1200</c:v>
                </c:pt>
                <c:pt idx="4463">
                  <c:v>2017</c:v>
                </c:pt>
                <c:pt idx="4464">
                  <c:v>400</c:v>
                </c:pt>
                <c:pt idx="4465">
                  <c:v>1400</c:v>
                </c:pt>
                <c:pt idx="4466">
                  <c:v>960</c:v>
                </c:pt>
                <c:pt idx="4467">
                  <c:v>1125</c:v>
                </c:pt>
                <c:pt idx="4468">
                  <c:v>1551</c:v>
                </c:pt>
                <c:pt idx="4469">
                  <c:v>1246</c:v>
                </c:pt>
                <c:pt idx="4470">
                  <c:v>3200</c:v>
                </c:pt>
                <c:pt idx="4471">
                  <c:v>1060</c:v>
                </c:pt>
                <c:pt idx="4472">
                  <c:v>1384</c:v>
                </c:pt>
                <c:pt idx="4473">
                  <c:v>620</c:v>
                </c:pt>
                <c:pt idx="4474">
                  <c:v>1005</c:v>
                </c:pt>
                <c:pt idx="4475">
                  <c:v>1400</c:v>
                </c:pt>
                <c:pt idx="4476">
                  <c:v>2400</c:v>
                </c:pt>
                <c:pt idx="4477">
                  <c:v>1096</c:v>
                </c:pt>
                <c:pt idx="4478">
                  <c:v>1180</c:v>
                </c:pt>
                <c:pt idx="4479">
                  <c:v>1300</c:v>
                </c:pt>
                <c:pt idx="4480">
                  <c:v>1020</c:v>
                </c:pt>
                <c:pt idx="4481">
                  <c:v>600</c:v>
                </c:pt>
                <c:pt idx="4482">
                  <c:v>1165</c:v>
                </c:pt>
                <c:pt idx="4483">
                  <c:v>1685</c:v>
                </c:pt>
                <c:pt idx="4484">
                  <c:v>1580</c:v>
                </c:pt>
                <c:pt idx="4485">
                  <c:v>1210</c:v>
                </c:pt>
                <c:pt idx="4486">
                  <c:v>1030</c:v>
                </c:pt>
                <c:pt idx="4487">
                  <c:v>1100</c:v>
                </c:pt>
                <c:pt idx="4488">
                  <c:v>1255</c:v>
                </c:pt>
                <c:pt idx="4489">
                  <c:v>1482</c:v>
                </c:pt>
                <c:pt idx="4490">
                  <c:v>1344</c:v>
                </c:pt>
                <c:pt idx="4491">
                  <c:v>1275</c:v>
                </c:pt>
                <c:pt idx="4492">
                  <c:v>3300</c:v>
                </c:pt>
                <c:pt idx="4493">
                  <c:v>1210</c:v>
                </c:pt>
                <c:pt idx="4494">
                  <c:v>1532</c:v>
                </c:pt>
                <c:pt idx="4495">
                  <c:v>1245</c:v>
                </c:pt>
                <c:pt idx="4496">
                  <c:v>1212</c:v>
                </c:pt>
                <c:pt idx="4497">
                  <c:v>1230</c:v>
                </c:pt>
                <c:pt idx="4498">
                  <c:v>2257</c:v>
                </c:pt>
                <c:pt idx="4499">
                  <c:v>1246</c:v>
                </c:pt>
                <c:pt idx="4500">
                  <c:v>1080</c:v>
                </c:pt>
                <c:pt idx="4501">
                  <c:v>1360</c:v>
                </c:pt>
                <c:pt idx="4502">
                  <c:v>1260</c:v>
                </c:pt>
                <c:pt idx="4503">
                  <c:v>1200</c:v>
                </c:pt>
                <c:pt idx="4504">
                  <c:v>1418</c:v>
                </c:pt>
                <c:pt idx="4505">
                  <c:v>950</c:v>
                </c:pt>
                <c:pt idx="4506">
                  <c:v>1020</c:v>
                </c:pt>
                <c:pt idx="4507">
                  <c:v>1400</c:v>
                </c:pt>
                <c:pt idx="4508">
                  <c:v>1440</c:v>
                </c:pt>
                <c:pt idx="4509">
                  <c:v>1462.5</c:v>
                </c:pt>
                <c:pt idx="4510">
                  <c:v>1175</c:v>
                </c:pt>
                <c:pt idx="4511">
                  <c:v>1185</c:v>
                </c:pt>
                <c:pt idx="4512">
                  <c:v>2250</c:v>
                </c:pt>
                <c:pt idx="4513">
                  <c:v>1178</c:v>
                </c:pt>
                <c:pt idx="4514">
                  <c:v>825</c:v>
                </c:pt>
                <c:pt idx="4515">
                  <c:v>1250</c:v>
                </c:pt>
                <c:pt idx="4516">
                  <c:v>1113.1199999999999</c:v>
                </c:pt>
                <c:pt idx="4517">
                  <c:v>1010</c:v>
                </c:pt>
                <c:pt idx="4518">
                  <c:v>900</c:v>
                </c:pt>
                <c:pt idx="4519">
                  <c:v>540</c:v>
                </c:pt>
                <c:pt idx="4520">
                  <c:v>1020</c:v>
                </c:pt>
                <c:pt idx="4521">
                  <c:v>1194</c:v>
                </c:pt>
                <c:pt idx="4522">
                  <c:v>1108</c:v>
                </c:pt>
                <c:pt idx="4523">
                  <c:v>700</c:v>
                </c:pt>
                <c:pt idx="4524">
                  <c:v>1600</c:v>
                </c:pt>
                <c:pt idx="4525">
                  <c:v>1850</c:v>
                </c:pt>
                <c:pt idx="4526">
                  <c:v>1250</c:v>
                </c:pt>
                <c:pt idx="4527">
                  <c:v>600</c:v>
                </c:pt>
                <c:pt idx="4528">
                  <c:v>1140</c:v>
                </c:pt>
                <c:pt idx="4529">
                  <c:v>1200</c:v>
                </c:pt>
                <c:pt idx="4530">
                  <c:v>985</c:v>
                </c:pt>
                <c:pt idx="4531">
                  <c:v>982</c:v>
                </c:pt>
                <c:pt idx="4532">
                  <c:v>600</c:v>
                </c:pt>
                <c:pt idx="4533">
                  <c:v>1314</c:v>
                </c:pt>
                <c:pt idx="4534">
                  <c:v>1700</c:v>
                </c:pt>
                <c:pt idx="4535">
                  <c:v>1077</c:v>
                </c:pt>
                <c:pt idx="4536">
                  <c:v>1891</c:v>
                </c:pt>
                <c:pt idx="4537">
                  <c:v>2000</c:v>
                </c:pt>
                <c:pt idx="4538">
                  <c:v>1643</c:v>
                </c:pt>
                <c:pt idx="4539">
                  <c:v>1200</c:v>
                </c:pt>
                <c:pt idx="4540">
                  <c:v>1116</c:v>
                </c:pt>
                <c:pt idx="4541">
                  <c:v>1020</c:v>
                </c:pt>
                <c:pt idx="4542">
                  <c:v>1740</c:v>
                </c:pt>
                <c:pt idx="4543">
                  <c:v>1225</c:v>
                </c:pt>
                <c:pt idx="4544">
                  <c:v>1241</c:v>
                </c:pt>
                <c:pt idx="4545">
                  <c:v>1041</c:v>
                </c:pt>
                <c:pt idx="4546">
                  <c:v>1050</c:v>
                </c:pt>
                <c:pt idx="4547">
                  <c:v>1309</c:v>
                </c:pt>
                <c:pt idx="4548">
                  <c:v>1128</c:v>
                </c:pt>
                <c:pt idx="4549">
                  <c:v>1430</c:v>
                </c:pt>
                <c:pt idx="4550">
                  <c:v>1065</c:v>
                </c:pt>
                <c:pt idx="4551">
                  <c:v>1085</c:v>
                </c:pt>
                <c:pt idx="4552">
                  <c:v>750</c:v>
                </c:pt>
                <c:pt idx="4553">
                  <c:v>981</c:v>
                </c:pt>
                <c:pt idx="4554">
                  <c:v>1548.3</c:v>
                </c:pt>
                <c:pt idx="4555">
                  <c:v>1410</c:v>
                </c:pt>
                <c:pt idx="4556">
                  <c:v>1525.84</c:v>
                </c:pt>
                <c:pt idx="4557">
                  <c:v>1200</c:v>
                </c:pt>
                <c:pt idx="4558">
                  <c:v>1030</c:v>
                </c:pt>
                <c:pt idx="4559">
                  <c:v>1852</c:v>
                </c:pt>
                <c:pt idx="4560">
                  <c:v>1160</c:v>
                </c:pt>
                <c:pt idx="4561">
                  <c:v>918</c:v>
                </c:pt>
                <c:pt idx="4562">
                  <c:v>1255</c:v>
                </c:pt>
                <c:pt idx="4563">
                  <c:v>1150</c:v>
                </c:pt>
                <c:pt idx="4564">
                  <c:v>1150</c:v>
                </c:pt>
                <c:pt idx="4565">
                  <c:v>1227</c:v>
                </c:pt>
                <c:pt idx="4566">
                  <c:v>1255</c:v>
                </c:pt>
                <c:pt idx="4567">
                  <c:v>1198</c:v>
                </c:pt>
                <c:pt idx="4568">
                  <c:v>2600</c:v>
                </c:pt>
                <c:pt idx="4569">
                  <c:v>2072</c:v>
                </c:pt>
                <c:pt idx="4570">
                  <c:v>797</c:v>
                </c:pt>
                <c:pt idx="4571">
                  <c:v>1350</c:v>
                </c:pt>
                <c:pt idx="4572">
                  <c:v>2500</c:v>
                </c:pt>
                <c:pt idx="4573">
                  <c:v>2215</c:v>
                </c:pt>
                <c:pt idx="4574">
                  <c:v>525</c:v>
                </c:pt>
                <c:pt idx="4575">
                  <c:v>2700</c:v>
                </c:pt>
                <c:pt idx="4576">
                  <c:v>1500</c:v>
                </c:pt>
                <c:pt idx="4577">
                  <c:v>900</c:v>
                </c:pt>
                <c:pt idx="4578">
                  <c:v>1355</c:v>
                </c:pt>
                <c:pt idx="4579">
                  <c:v>1465</c:v>
                </c:pt>
                <c:pt idx="4580">
                  <c:v>1006</c:v>
                </c:pt>
                <c:pt idx="4581">
                  <c:v>2000</c:v>
                </c:pt>
                <c:pt idx="4582">
                  <c:v>1128</c:v>
                </c:pt>
                <c:pt idx="4583">
                  <c:v>850</c:v>
                </c:pt>
                <c:pt idx="4584">
                  <c:v>1310</c:v>
                </c:pt>
                <c:pt idx="4585">
                  <c:v>1390</c:v>
                </c:pt>
                <c:pt idx="4586">
                  <c:v>1390</c:v>
                </c:pt>
                <c:pt idx="4587">
                  <c:v>1170</c:v>
                </c:pt>
                <c:pt idx="4588">
                  <c:v>1385</c:v>
                </c:pt>
                <c:pt idx="4589">
                  <c:v>1160</c:v>
                </c:pt>
                <c:pt idx="4590">
                  <c:v>1160</c:v>
                </c:pt>
                <c:pt idx="4591">
                  <c:v>1200</c:v>
                </c:pt>
                <c:pt idx="4592">
                  <c:v>1475</c:v>
                </c:pt>
                <c:pt idx="4593">
                  <c:v>1939</c:v>
                </c:pt>
                <c:pt idx="4594">
                  <c:v>850</c:v>
                </c:pt>
                <c:pt idx="4595">
                  <c:v>675</c:v>
                </c:pt>
                <c:pt idx="4596">
                  <c:v>1060</c:v>
                </c:pt>
                <c:pt idx="4597">
                  <c:v>1235</c:v>
                </c:pt>
                <c:pt idx="4598">
                  <c:v>1250</c:v>
                </c:pt>
                <c:pt idx="4599">
                  <c:v>1460</c:v>
                </c:pt>
                <c:pt idx="4600">
                  <c:v>1690</c:v>
                </c:pt>
                <c:pt idx="4601">
                  <c:v>850</c:v>
                </c:pt>
                <c:pt idx="4602">
                  <c:v>1843</c:v>
                </c:pt>
                <c:pt idx="4603">
                  <c:v>1680</c:v>
                </c:pt>
                <c:pt idx="4604">
                  <c:v>1047</c:v>
                </c:pt>
                <c:pt idx="4605">
                  <c:v>1100</c:v>
                </c:pt>
                <c:pt idx="4606">
                  <c:v>1120</c:v>
                </c:pt>
                <c:pt idx="4607">
                  <c:v>1095</c:v>
                </c:pt>
                <c:pt idx="4608">
                  <c:v>970</c:v>
                </c:pt>
                <c:pt idx="4609">
                  <c:v>1100</c:v>
                </c:pt>
                <c:pt idx="4610">
                  <c:v>1685</c:v>
                </c:pt>
                <c:pt idx="4611">
                  <c:v>1148</c:v>
                </c:pt>
                <c:pt idx="4612">
                  <c:v>1050</c:v>
                </c:pt>
                <c:pt idx="4613">
                  <c:v>1465</c:v>
                </c:pt>
                <c:pt idx="4614">
                  <c:v>3401</c:v>
                </c:pt>
                <c:pt idx="4615">
                  <c:v>630</c:v>
                </c:pt>
                <c:pt idx="4616">
                  <c:v>1850</c:v>
                </c:pt>
                <c:pt idx="4617">
                  <c:v>1350</c:v>
                </c:pt>
                <c:pt idx="4618">
                  <c:v>1760</c:v>
                </c:pt>
                <c:pt idx="4619">
                  <c:v>1200</c:v>
                </c:pt>
                <c:pt idx="4620">
                  <c:v>1100</c:v>
                </c:pt>
                <c:pt idx="4621">
                  <c:v>1140</c:v>
                </c:pt>
                <c:pt idx="4622">
                  <c:v>1617.5</c:v>
                </c:pt>
                <c:pt idx="4623">
                  <c:v>1410</c:v>
                </c:pt>
                <c:pt idx="4624">
                  <c:v>1434</c:v>
                </c:pt>
                <c:pt idx="4625">
                  <c:v>1180</c:v>
                </c:pt>
                <c:pt idx="4626">
                  <c:v>1160</c:v>
                </c:pt>
                <c:pt idx="4627">
                  <c:v>1343</c:v>
                </c:pt>
                <c:pt idx="4628">
                  <c:v>1184</c:v>
                </c:pt>
                <c:pt idx="4629">
                  <c:v>1305</c:v>
                </c:pt>
                <c:pt idx="4630">
                  <c:v>1540</c:v>
                </c:pt>
                <c:pt idx="4631">
                  <c:v>1550</c:v>
                </c:pt>
                <c:pt idx="4632">
                  <c:v>1345</c:v>
                </c:pt>
                <c:pt idx="4633">
                  <c:v>975</c:v>
                </c:pt>
                <c:pt idx="4634">
                  <c:v>1140</c:v>
                </c:pt>
                <c:pt idx="4635">
                  <c:v>1152</c:v>
                </c:pt>
                <c:pt idx="4636">
                  <c:v>1033</c:v>
                </c:pt>
                <c:pt idx="4637">
                  <c:v>1102</c:v>
                </c:pt>
                <c:pt idx="4638">
                  <c:v>1223</c:v>
                </c:pt>
                <c:pt idx="4639">
                  <c:v>1762</c:v>
                </c:pt>
                <c:pt idx="4640">
                  <c:v>560</c:v>
                </c:pt>
                <c:pt idx="4641">
                  <c:v>2000</c:v>
                </c:pt>
                <c:pt idx="4642">
                  <c:v>1410</c:v>
                </c:pt>
                <c:pt idx="4643">
                  <c:v>1853</c:v>
                </c:pt>
                <c:pt idx="4644">
                  <c:v>1455</c:v>
                </c:pt>
                <c:pt idx="4645">
                  <c:v>1138</c:v>
                </c:pt>
                <c:pt idx="4646">
                  <c:v>2556</c:v>
                </c:pt>
                <c:pt idx="4647">
                  <c:v>1200</c:v>
                </c:pt>
                <c:pt idx="4648">
                  <c:v>1200</c:v>
                </c:pt>
                <c:pt idx="4649">
                  <c:v>1200</c:v>
                </c:pt>
                <c:pt idx="4650">
                  <c:v>1870</c:v>
                </c:pt>
                <c:pt idx="4651">
                  <c:v>1199</c:v>
                </c:pt>
                <c:pt idx="4652">
                  <c:v>1360</c:v>
                </c:pt>
                <c:pt idx="4653">
                  <c:v>1230</c:v>
                </c:pt>
                <c:pt idx="4654">
                  <c:v>2000</c:v>
                </c:pt>
                <c:pt idx="4655">
                  <c:v>1047</c:v>
                </c:pt>
                <c:pt idx="4656">
                  <c:v>1200</c:v>
                </c:pt>
                <c:pt idx="4657">
                  <c:v>1302.5</c:v>
                </c:pt>
                <c:pt idx="4658">
                  <c:v>725</c:v>
                </c:pt>
                <c:pt idx="4659">
                  <c:v>1645</c:v>
                </c:pt>
                <c:pt idx="4660">
                  <c:v>870</c:v>
                </c:pt>
                <c:pt idx="4661">
                  <c:v>1026</c:v>
                </c:pt>
                <c:pt idx="4662">
                  <c:v>2000</c:v>
                </c:pt>
                <c:pt idx="4663">
                  <c:v>1766</c:v>
                </c:pt>
                <c:pt idx="4664">
                  <c:v>500</c:v>
                </c:pt>
                <c:pt idx="4665">
                  <c:v>1100</c:v>
                </c:pt>
                <c:pt idx="4666">
                  <c:v>1221</c:v>
                </c:pt>
                <c:pt idx="4667">
                  <c:v>680</c:v>
                </c:pt>
                <c:pt idx="4668">
                  <c:v>1278</c:v>
                </c:pt>
                <c:pt idx="4669">
                  <c:v>1025</c:v>
                </c:pt>
                <c:pt idx="4670">
                  <c:v>1175</c:v>
                </c:pt>
                <c:pt idx="4671">
                  <c:v>975</c:v>
                </c:pt>
                <c:pt idx="4672">
                  <c:v>850</c:v>
                </c:pt>
                <c:pt idx="4673">
                  <c:v>710</c:v>
                </c:pt>
                <c:pt idx="4674">
                  <c:v>1165</c:v>
                </c:pt>
                <c:pt idx="4675">
                  <c:v>625</c:v>
                </c:pt>
                <c:pt idx="4676">
                  <c:v>1340</c:v>
                </c:pt>
                <c:pt idx="4677">
                  <c:v>937</c:v>
                </c:pt>
                <c:pt idx="4678">
                  <c:v>750</c:v>
                </c:pt>
                <c:pt idx="4679">
                  <c:v>1475</c:v>
                </c:pt>
                <c:pt idx="4680">
                  <c:v>2230</c:v>
                </c:pt>
                <c:pt idx="4681">
                  <c:v>2200</c:v>
                </c:pt>
                <c:pt idx="4682">
                  <c:v>900</c:v>
                </c:pt>
                <c:pt idx="4683">
                  <c:v>1116</c:v>
                </c:pt>
                <c:pt idx="4684">
                  <c:v>948</c:v>
                </c:pt>
                <c:pt idx="4685">
                  <c:v>970</c:v>
                </c:pt>
                <c:pt idx="4686">
                  <c:v>1519</c:v>
                </c:pt>
                <c:pt idx="4687">
                  <c:v>1200</c:v>
                </c:pt>
                <c:pt idx="4688">
                  <c:v>1760</c:v>
                </c:pt>
                <c:pt idx="4689">
                  <c:v>1914</c:v>
                </c:pt>
                <c:pt idx="4690">
                  <c:v>1820</c:v>
                </c:pt>
                <c:pt idx="4691">
                  <c:v>1820</c:v>
                </c:pt>
                <c:pt idx="4692">
                  <c:v>1565</c:v>
                </c:pt>
                <c:pt idx="4693">
                  <c:v>1334</c:v>
                </c:pt>
                <c:pt idx="4694">
                  <c:v>924</c:v>
                </c:pt>
                <c:pt idx="4695">
                  <c:v>914</c:v>
                </c:pt>
                <c:pt idx="4696">
                  <c:v>500</c:v>
                </c:pt>
                <c:pt idx="4697">
                  <c:v>2145</c:v>
                </c:pt>
                <c:pt idx="4698">
                  <c:v>1650</c:v>
                </c:pt>
                <c:pt idx="4699">
                  <c:v>1020</c:v>
                </c:pt>
                <c:pt idx="4700">
                  <c:v>1180</c:v>
                </c:pt>
                <c:pt idx="4701">
                  <c:v>1255</c:v>
                </c:pt>
                <c:pt idx="4702">
                  <c:v>1014</c:v>
                </c:pt>
                <c:pt idx="4703">
                  <c:v>695</c:v>
                </c:pt>
                <c:pt idx="4704">
                  <c:v>2273</c:v>
                </c:pt>
                <c:pt idx="4705">
                  <c:v>1140</c:v>
                </c:pt>
                <c:pt idx="4706">
                  <c:v>1180</c:v>
                </c:pt>
                <c:pt idx="4707">
                  <c:v>2400</c:v>
                </c:pt>
                <c:pt idx="4708">
                  <c:v>850</c:v>
                </c:pt>
                <c:pt idx="4709">
                  <c:v>1200</c:v>
                </c:pt>
                <c:pt idx="4710">
                  <c:v>3160</c:v>
                </c:pt>
                <c:pt idx="4711">
                  <c:v>1769</c:v>
                </c:pt>
                <c:pt idx="4712">
                  <c:v>1554.3</c:v>
                </c:pt>
                <c:pt idx="4713">
                  <c:v>1243</c:v>
                </c:pt>
                <c:pt idx="4714">
                  <c:v>905</c:v>
                </c:pt>
                <c:pt idx="4715">
                  <c:v>627</c:v>
                </c:pt>
                <c:pt idx="4716">
                  <c:v>1435</c:v>
                </c:pt>
                <c:pt idx="4717">
                  <c:v>1620</c:v>
                </c:pt>
                <c:pt idx="4718">
                  <c:v>1862</c:v>
                </c:pt>
                <c:pt idx="4719">
                  <c:v>674</c:v>
                </c:pt>
                <c:pt idx="4720">
                  <c:v>1220</c:v>
                </c:pt>
                <c:pt idx="4721">
                  <c:v>1027</c:v>
                </c:pt>
                <c:pt idx="4722">
                  <c:v>1025</c:v>
                </c:pt>
                <c:pt idx="4723">
                  <c:v>1430</c:v>
                </c:pt>
                <c:pt idx="4724">
                  <c:v>1235</c:v>
                </c:pt>
                <c:pt idx="4725">
                  <c:v>1291</c:v>
                </c:pt>
                <c:pt idx="4726">
                  <c:v>1498</c:v>
                </c:pt>
                <c:pt idx="4727">
                  <c:v>1000</c:v>
                </c:pt>
                <c:pt idx="4728">
                  <c:v>922</c:v>
                </c:pt>
                <c:pt idx="4729">
                  <c:v>850</c:v>
                </c:pt>
                <c:pt idx="4730">
                  <c:v>1123</c:v>
                </c:pt>
                <c:pt idx="4731">
                  <c:v>1235</c:v>
                </c:pt>
                <c:pt idx="4732">
                  <c:v>1250</c:v>
                </c:pt>
                <c:pt idx="4733">
                  <c:v>984</c:v>
                </c:pt>
                <c:pt idx="4734">
                  <c:v>1305</c:v>
                </c:pt>
                <c:pt idx="4735">
                  <c:v>1200</c:v>
                </c:pt>
                <c:pt idx="4736">
                  <c:v>2790</c:v>
                </c:pt>
                <c:pt idx="4737">
                  <c:v>2010</c:v>
                </c:pt>
                <c:pt idx="4738">
                  <c:v>995</c:v>
                </c:pt>
                <c:pt idx="4739">
                  <c:v>1277</c:v>
                </c:pt>
                <c:pt idx="4740">
                  <c:v>1236</c:v>
                </c:pt>
                <c:pt idx="4741">
                  <c:v>1265</c:v>
                </c:pt>
                <c:pt idx="4742">
                  <c:v>525</c:v>
                </c:pt>
                <c:pt idx="4743">
                  <c:v>2570</c:v>
                </c:pt>
                <c:pt idx="4744">
                  <c:v>1442</c:v>
                </c:pt>
                <c:pt idx="4745">
                  <c:v>1224</c:v>
                </c:pt>
                <c:pt idx="4746">
                  <c:v>1205</c:v>
                </c:pt>
                <c:pt idx="4747">
                  <c:v>1233</c:v>
                </c:pt>
                <c:pt idx="4748">
                  <c:v>1312</c:v>
                </c:pt>
                <c:pt idx="4749">
                  <c:v>1449</c:v>
                </c:pt>
                <c:pt idx="4750">
                  <c:v>1090</c:v>
                </c:pt>
                <c:pt idx="4751">
                  <c:v>2100</c:v>
                </c:pt>
                <c:pt idx="4752">
                  <c:v>1390</c:v>
                </c:pt>
                <c:pt idx="4753">
                  <c:v>1200</c:v>
                </c:pt>
                <c:pt idx="4754">
                  <c:v>1000</c:v>
                </c:pt>
                <c:pt idx="4755">
                  <c:v>2400</c:v>
                </c:pt>
                <c:pt idx="4756">
                  <c:v>1732</c:v>
                </c:pt>
                <c:pt idx="4757">
                  <c:v>1290</c:v>
                </c:pt>
                <c:pt idx="4758">
                  <c:v>1840</c:v>
                </c:pt>
                <c:pt idx="4759">
                  <c:v>1917</c:v>
                </c:pt>
                <c:pt idx="4760">
                  <c:v>1100</c:v>
                </c:pt>
                <c:pt idx="4761">
                  <c:v>1455</c:v>
                </c:pt>
                <c:pt idx="4762">
                  <c:v>2774</c:v>
                </c:pt>
                <c:pt idx="4763">
                  <c:v>1425</c:v>
                </c:pt>
                <c:pt idx="4764">
                  <c:v>1655</c:v>
                </c:pt>
                <c:pt idx="4765">
                  <c:v>2805</c:v>
                </c:pt>
                <c:pt idx="4766">
                  <c:v>1040</c:v>
                </c:pt>
                <c:pt idx="4767">
                  <c:v>1126</c:v>
                </c:pt>
                <c:pt idx="4768">
                  <c:v>1250</c:v>
                </c:pt>
                <c:pt idx="4769">
                  <c:v>1800</c:v>
                </c:pt>
                <c:pt idx="4770">
                  <c:v>1200</c:v>
                </c:pt>
                <c:pt idx="4771">
                  <c:v>2050</c:v>
                </c:pt>
                <c:pt idx="4772">
                  <c:v>530</c:v>
                </c:pt>
                <c:pt idx="4773">
                  <c:v>2585.5</c:v>
                </c:pt>
                <c:pt idx="4774">
                  <c:v>883</c:v>
                </c:pt>
                <c:pt idx="4775">
                  <c:v>1490</c:v>
                </c:pt>
                <c:pt idx="4776">
                  <c:v>1295</c:v>
                </c:pt>
                <c:pt idx="4777">
                  <c:v>1275</c:v>
                </c:pt>
                <c:pt idx="4778">
                  <c:v>800</c:v>
                </c:pt>
                <c:pt idx="4779">
                  <c:v>1063</c:v>
                </c:pt>
                <c:pt idx="4780">
                  <c:v>656</c:v>
                </c:pt>
                <c:pt idx="4781">
                  <c:v>1125</c:v>
                </c:pt>
                <c:pt idx="4782">
                  <c:v>881</c:v>
                </c:pt>
                <c:pt idx="4783">
                  <c:v>700</c:v>
                </c:pt>
                <c:pt idx="4784">
                  <c:v>1936</c:v>
                </c:pt>
                <c:pt idx="4785">
                  <c:v>1680</c:v>
                </c:pt>
                <c:pt idx="4786">
                  <c:v>1253</c:v>
                </c:pt>
                <c:pt idx="4787">
                  <c:v>1082</c:v>
                </c:pt>
                <c:pt idx="4788">
                  <c:v>1065</c:v>
                </c:pt>
                <c:pt idx="4789">
                  <c:v>2100</c:v>
                </c:pt>
                <c:pt idx="4790">
                  <c:v>1070</c:v>
                </c:pt>
                <c:pt idx="4791">
                  <c:v>1280</c:v>
                </c:pt>
                <c:pt idx="4792">
                  <c:v>1125</c:v>
                </c:pt>
                <c:pt idx="4793">
                  <c:v>1755</c:v>
                </c:pt>
                <c:pt idx="4794">
                  <c:v>1210</c:v>
                </c:pt>
                <c:pt idx="4795">
                  <c:v>951</c:v>
                </c:pt>
                <c:pt idx="4796">
                  <c:v>1500</c:v>
                </c:pt>
                <c:pt idx="4797">
                  <c:v>1652.5</c:v>
                </c:pt>
                <c:pt idx="4798">
                  <c:v>1381</c:v>
                </c:pt>
                <c:pt idx="4799">
                  <c:v>1085</c:v>
                </c:pt>
                <c:pt idx="4800">
                  <c:v>1685</c:v>
                </c:pt>
                <c:pt idx="4801">
                  <c:v>1200</c:v>
                </c:pt>
                <c:pt idx="4802">
                  <c:v>1151</c:v>
                </c:pt>
                <c:pt idx="4803">
                  <c:v>1665</c:v>
                </c:pt>
                <c:pt idx="4804">
                  <c:v>800</c:v>
                </c:pt>
                <c:pt idx="4805">
                  <c:v>1030</c:v>
                </c:pt>
                <c:pt idx="4806">
                  <c:v>1257</c:v>
                </c:pt>
                <c:pt idx="4807">
                  <c:v>1600</c:v>
                </c:pt>
                <c:pt idx="4808">
                  <c:v>1465</c:v>
                </c:pt>
                <c:pt idx="4809">
                  <c:v>1650</c:v>
                </c:pt>
                <c:pt idx="4810">
                  <c:v>1243</c:v>
                </c:pt>
                <c:pt idx="4811">
                  <c:v>1230</c:v>
                </c:pt>
                <c:pt idx="4812">
                  <c:v>1300</c:v>
                </c:pt>
                <c:pt idx="4813">
                  <c:v>1000</c:v>
                </c:pt>
                <c:pt idx="4814">
                  <c:v>1146</c:v>
                </c:pt>
                <c:pt idx="4815">
                  <c:v>2159</c:v>
                </c:pt>
                <c:pt idx="4816">
                  <c:v>1255</c:v>
                </c:pt>
                <c:pt idx="4817">
                  <c:v>1130</c:v>
                </c:pt>
                <c:pt idx="4818">
                  <c:v>1200</c:v>
                </c:pt>
                <c:pt idx="4819">
                  <c:v>1040</c:v>
                </c:pt>
                <c:pt idx="4820">
                  <c:v>1180</c:v>
                </c:pt>
                <c:pt idx="4821">
                  <c:v>1200</c:v>
                </c:pt>
                <c:pt idx="4822">
                  <c:v>1374</c:v>
                </c:pt>
                <c:pt idx="4823">
                  <c:v>4700</c:v>
                </c:pt>
                <c:pt idx="4824">
                  <c:v>630.5</c:v>
                </c:pt>
                <c:pt idx="4825">
                  <c:v>1027</c:v>
                </c:pt>
                <c:pt idx="4826">
                  <c:v>2384</c:v>
                </c:pt>
                <c:pt idx="4827">
                  <c:v>1033</c:v>
                </c:pt>
                <c:pt idx="4828">
                  <c:v>1200</c:v>
                </c:pt>
                <c:pt idx="4829">
                  <c:v>2017</c:v>
                </c:pt>
                <c:pt idx="4830">
                  <c:v>1500</c:v>
                </c:pt>
                <c:pt idx="4831">
                  <c:v>700</c:v>
                </c:pt>
                <c:pt idx="4832">
                  <c:v>1495</c:v>
                </c:pt>
                <c:pt idx="4833">
                  <c:v>1302</c:v>
                </c:pt>
                <c:pt idx="4834">
                  <c:v>1303</c:v>
                </c:pt>
                <c:pt idx="4835">
                  <c:v>1350</c:v>
                </c:pt>
                <c:pt idx="4836">
                  <c:v>1380</c:v>
                </c:pt>
                <c:pt idx="4837">
                  <c:v>1620</c:v>
                </c:pt>
                <c:pt idx="4838">
                  <c:v>1000</c:v>
                </c:pt>
                <c:pt idx="4839">
                  <c:v>1250</c:v>
                </c:pt>
                <c:pt idx="4840">
                  <c:v>1750</c:v>
                </c:pt>
                <c:pt idx="4841">
                  <c:v>997</c:v>
                </c:pt>
                <c:pt idx="4842">
                  <c:v>1760</c:v>
                </c:pt>
                <c:pt idx="4843">
                  <c:v>1322</c:v>
                </c:pt>
                <c:pt idx="4844">
                  <c:v>1365</c:v>
                </c:pt>
                <c:pt idx="4845">
                  <c:v>1500</c:v>
                </c:pt>
                <c:pt idx="4846">
                  <c:v>1256</c:v>
                </c:pt>
                <c:pt idx="4847">
                  <c:v>941</c:v>
                </c:pt>
                <c:pt idx="4848">
                  <c:v>1665</c:v>
                </c:pt>
                <c:pt idx="4849">
                  <c:v>1414</c:v>
                </c:pt>
                <c:pt idx="4850">
                  <c:v>1270</c:v>
                </c:pt>
                <c:pt idx="4851">
                  <c:v>800</c:v>
                </c:pt>
                <c:pt idx="4852">
                  <c:v>1800</c:v>
                </c:pt>
                <c:pt idx="4853">
                  <c:v>850</c:v>
                </c:pt>
                <c:pt idx="4854">
                  <c:v>712</c:v>
                </c:pt>
                <c:pt idx="4855">
                  <c:v>2648</c:v>
                </c:pt>
                <c:pt idx="4856">
                  <c:v>900</c:v>
                </c:pt>
                <c:pt idx="4857">
                  <c:v>1200</c:v>
                </c:pt>
                <c:pt idx="4858">
                  <c:v>654</c:v>
                </c:pt>
                <c:pt idx="4859">
                  <c:v>708</c:v>
                </c:pt>
                <c:pt idx="4860">
                  <c:v>1680</c:v>
                </c:pt>
                <c:pt idx="4861">
                  <c:v>990</c:v>
                </c:pt>
                <c:pt idx="4862">
                  <c:v>1380</c:v>
                </c:pt>
                <c:pt idx="4863">
                  <c:v>1088</c:v>
                </c:pt>
                <c:pt idx="4864">
                  <c:v>1414</c:v>
                </c:pt>
                <c:pt idx="4865">
                  <c:v>1240</c:v>
                </c:pt>
                <c:pt idx="4866">
                  <c:v>1810</c:v>
                </c:pt>
                <c:pt idx="4867">
                  <c:v>1185</c:v>
                </c:pt>
                <c:pt idx="4868">
                  <c:v>1200</c:v>
                </c:pt>
                <c:pt idx="4869">
                  <c:v>1070</c:v>
                </c:pt>
                <c:pt idx="4870">
                  <c:v>1265</c:v>
                </c:pt>
                <c:pt idx="4871">
                  <c:v>1100</c:v>
                </c:pt>
                <c:pt idx="4872">
                  <c:v>1035</c:v>
                </c:pt>
                <c:pt idx="4873">
                  <c:v>614.5</c:v>
                </c:pt>
                <c:pt idx="4874">
                  <c:v>1000</c:v>
                </c:pt>
                <c:pt idx="4875">
                  <c:v>1179</c:v>
                </c:pt>
                <c:pt idx="4876">
                  <c:v>1650</c:v>
                </c:pt>
                <c:pt idx="4877">
                  <c:v>2800</c:v>
                </c:pt>
                <c:pt idx="4878">
                  <c:v>3500</c:v>
                </c:pt>
                <c:pt idx="4879">
                  <c:v>1430</c:v>
                </c:pt>
                <c:pt idx="4880">
                  <c:v>1130</c:v>
                </c:pt>
                <c:pt idx="4881">
                  <c:v>1850</c:v>
                </c:pt>
                <c:pt idx="4882">
                  <c:v>1340</c:v>
                </c:pt>
                <c:pt idx="4883">
                  <c:v>600</c:v>
                </c:pt>
                <c:pt idx="4884">
                  <c:v>1160</c:v>
                </c:pt>
                <c:pt idx="4885">
                  <c:v>1116</c:v>
                </c:pt>
                <c:pt idx="4886">
                  <c:v>1090</c:v>
                </c:pt>
                <c:pt idx="4887">
                  <c:v>1100</c:v>
                </c:pt>
                <c:pt idx="4888">
                  <c:v>1365</c:v>
                </c:pt>
                <c:pt idx="4889">
                  <c:v>1484</c:v>
                </c:pt>
                <c:pt idx="4890">
                  <c:v>1630</c:v>
                </c:pt>
                <c:pt idx="4891">
                  <c:v>1451</c:v>
                </c:pt>
                <c:pt idx="4892">
                  <c:v>1330</c:v>
                </c:pt>
                <c:pt idx="4893">
                  <c:v>2127</c:v>
                </c:pt>
                <c:pt idx="4894">
                  <c:v>1260</c:v>
                </c:pt>
                <c:pt idx="4895">
                  <c:v>1173</c:v>
                </c:pt>
                <c:pt idx="4896">
                  <c:v>1445</c:v>
                </c:pt>
                <c:pt idx="4897">
                  <c:v>2336.5</c:v>
                </c:pt>
                <c:pt idx="4898">
                  <c:v>1197</c:v>
                </c:pt>
                <c:pt idx="4899">
                  <c:v>3930</c:v>
                </c:pt>
                <c:pt idx="4900">
                  <c:v>1450</c:v>
                </c:pt>
                <c:pt idx="4901">
                  <c:v>1187</c:v>
                </c:pt>
                <c:pt idx="4902">
                  <c:v>1050</c:v>
                </c:pt>
                <c:pt idx="4903">
                  <c:v>1370</c:v>
                </c:pt>
                <c:pt idx="4904">
                  <c:v>1036</c:v>
                </c:pt>
                <c:pt idx="4905">
                  <c:v>1275</c:v>
                </c:pt>
                <c:pt idx="4906">
                  <c:v>2010</c:v>
                </c:pt>
                <c:pt idx="4907">
                  <c:v>1418</c:v>
                </c:pt>
                <c:pt idx="4908">
                  <c:v>1265</c:v>
                </c:pt>
                <c:pt idx="4909">
                  <c:v>1576</c:v>
                </c:pt>
                <c:pt idx="4910">
                  <c:v>1148</c:v>
                </c:pt>
                <c:pt idx="4911">
                  <c:v>1000</c:v>
                </c:pt>
                <c:pt idx="4912">
                  <c:v>1293</c:v>
                </c:pt>
                <c:pt idx="4913">
                  <c:v>1200</c:v>
                </c:pt>
                <c:pt idx="4914">
                  <c:v>1210</c:v>
                </c:pt>
                <c:pt idx="4915">
                  <c:v>1126</c:v>
                </c:pt>
                <c:pt idx="4916">
                  <c:v>1840</c:v>
                </c:pt>
                <c:pt idx="4917">
                  <c:v>1440</c:v>
                </c:pt>
                <c:pt idx="4918">
                  <c:v>1300</c:v>
                </c:pt>
                <c:pt idx="4919">
                  <c:v>1276</c:v>
                </c:pt>
                <c:pt idx="4920">
                  <c:v>1216</c:v>
                </c:pt>
                <c:pt idx="4921">
                  <c:v>840</c:v>
                </c:pt>
                <c:pt idx="4922">
                  <c:v>1126</c:v>
                </c:pt>
                <c:pt idx="4923">
                  <c:v>1162</c:v>
                </c:pt>
                <c:pt idx="4924">
                  <c:v>1301</c:v>
                </c:pt>
                <c:pt idx="4925">
                  <c:v>658</c:v>
                </c:pt>
                <c:pt idx="4926">
                  <c:v>1208.51</c:v>
                </c:pt>
                <c:pt idx="4927">
                  <c:v>1133</c:v>
                </c:pt>
                <c:pt idx="4928">
                  <c:v>1760</c:v>
                </c:pt>
                <c:pt idx="4929">
                  <c:v>1075</c:v>
                </c:pt>
                <c:pt idx="4930">
                  <c:v>940</c:v>
                </c:pt>
                <c:pt idx="4931">
                  <c:v>1145</c:v>
                </c:pt>
                <c:pt idx="4932">
                  <c:v>1302.5</c:v>
                </c:pt>
                <c:pt idx="4933">
                  <c:v>3317.5</c:v>
                </c:pt>
                <c:pt idx="4934">
                  <c:v>1300</c:v>
                </c:pt>
                <c:pt idx="4935">
                  <c:v>2040</c:v>
                </c:pt>
                <c:pt idx="4936">
                  <c:v>2420</c:v>
                </c:pt>
                <c:pt idx="4937">
                  <c:v>1216</c:v>
                </c:pt>
                <c:pt idx="4938">
                  <c:v>1459</c:v>
                </c:pt>
                <c:pt idx="4939">
                  <c:v>1622</c:v>
                </c:pt>
                <c:pt idx="4940">
                  <c:v>1843</c:v>
                </c:pt>
                <c:pt idx="4941">
                  <c:v>1274</c:v>
                </c:pt>
                <c:pt idx="4942">
                  <c:v>600</c:v>
                </c:pt>
                <c:pt idx="4943">
                  <c:v>1430</c:v>
                </c:pt>
                <c:pt idx="4944">
                  <c:v>1565</c:v>
                </c:pt>
                <c:pt idx="4945">
                  <c:v>1670</c:v>
                </c:pt>
                <c:pt idx="4946">
                  <c:v>1695</c:v>
                </c:pt>
                <c:pt idx="4947">
                  <c:v>1410</c:v>
                </c:pt>
                <c:pt idx="4948">
                  <c:v>1060</c:v>
                </c:pt>
                <c:pt idx="4949">
                  <c:v>1120</c:v>
                </c:pt>
                <c:pt idx="4950">
                  <c:v>880</c:v>
                </c:pt>
                <c:pt idx="4951">
                  <c:v>1083</c:v>
                </c:pt>
                <c:pt idx="4952">
                  <c:v>1435</c:v>
                </c:pt>
                <c:pt idx="4953">
                  <c:v>1425</c:v>
                </c:pt>
                <c:pt idx="4954">
                  <c:v>900</c:v>
                </c:pt>
                <c:pt idx="4955">
                  <c:v>2400</c:v>
                </c:pt>
                <c:pt idx="4956">
                  <c:v>693</c:v>
                </c:pt>
                <c:pt idx="4957">
                  <c:v>2435</c:v>
                </c:pt>
                <c:pt idx="4958">
                  <c:v>1920</c:v>
                </c:pt>
                <c:pt idx="4959">
                  <c:v>630</c:v>
                </c:pt>
                <c:pt idx="4960">
                  <c:v>1075</c:v>
                </c:pt>
                <c:pt idx="4961">
                  <c:v>705</c:v>
                </c:pt>
                <c:pt idx="4962">
                  <c:v>1200</c:v>
                </c:pt>
                <c:pt idx="4963">
                  <c:v>1532</c:v>
                </c:pt>
                <c:pt idx="4964">
                  <c:v>1330</c:v>
                </c:pt>
                <c:pt idx="4965">
                  <c:v>1530</c:v>
                </c:pt>
                <c:pt idx="4966">
                  <c:v>1105</c:v>
                </c:pt>
                <c:pt idx="4967">
                  <c:v>1630</c:v>
                </c:pt>
                <c:pt idx="4968">
                  <c:v>1256</c:v>
                </c:pt>
                <c:pt idx="4969">
                  <c:v>1595</c:v>
                </c:pt>
                <c:pt idx="4970">
                  <c:v>1000</c:v>
                </c:pt>
                <c:pt idx="4971">
                  <c:v>1475</c:v>
                </c:pt>
                <c:pt idx="4972">
                  <c:v>1000</c:v>
                </c:pt>
                <c:pt idx="4973">
                  <c:v>1737</c:v>
                </c:pt>
                <c:pt idx="4974">
                  <c:v>1000</c:v>
                </c:pt>
                <c:pt idx="4975">
                  <c:v>2100</c:v>
                </c:pt>
                <c:pt idx="4976">
                  <c:v>3600</c:v>
                </c:pt>
                <c:pt idx="4977">
                  <c:v>883</c:v>
                </c:pt>
                <c:pt idx="4978">
                  <c:v>1243</c:v>
                </c:pt>
                <c:pt idx="4979">
                  <c:v>1776</c:v>
                </c:pt>
                <c:pt idx="4980">
                  <c:v>1347</c:v>
                </c:pt>
                <c:pt idx="4981">
                  <c:v>1330</c:v>
                </c:pt>
                <c:pt idx="4982">
                  <c:v>1459</c:v>
                </c:pt>
                <c:pt idx="4983">
                  <c:v>2259</c:v>
                </c:pt>
                <c:pt idx="4984">
                  <c:v>2700</c:v>
                </c:pt>
                <c:pt idx="4985">
                  <c:v>1008</c:v>
                </c:pt>
                <c:pt idx="4986">
                  <c:v>1200</c:v>
                </c:pt>
                <c:pt idx="4987">
                  <c:v>660</c:v>
                </c:pt>
                <c:pt idx="4988">
                  <c:v>1405</c:v>
                </c:pt>
                <c:pt idx="4989">
                  <c:v>602</c:v>
                </c:pt>
                <c:pt idx="4990">
                  <c:v>1710</c:v>
                </c:pt>
                <c:pt idx="4991">
                  <c:v>1500</c:v>
                </c:pt>
                <c:pt idx="4992">
                  <c:v>1539</c:v>
                </c:pt>
                <c:pt idx="4993">
                  <c:v>1100</c:v>
                </c:pt>
                <c:pt idx="4994">
                  <c:v>1151</c:v>
                </c:pt>
                <c:pt idx="4995">
                  <c:v>920</c:v>
                </c:pt>
                <c:pt idx="4996">
                  <c:v>1350</c:v>
                </c:pt>
                <c:pt idx="4997">
                  <c:v>1200</c:v>
                </c:pt>
                <c:pt idx="4998">
                  <c:v>1265</c:v>
                </c:pt>
                <c:pt idx="4999">
                  <c:v>1700</c:v>
                </c:pt>
                <c:pt idx="5000">
                  <c:v>1600</c:v>
                </c:pt>
                <c:pt idx="5001">
                  <c:v>1550</c:v>
                </c:pt>
                <c:pt idx="5002">
                  <c:v>1560</c:v>
                </c:pt>
                <c:pt idx="5003">
                  <c:v>1243</c:v>
                </c:pt>
                <c:pt idx="5004">
                  <c:v>1403</c:v>
                </c:pt>
                <c:pt idx="5005">
                  <c:v>1010</c:v>
                </c:pt>
                <c:pt idx="5006">
                  <c:v>1416</c:v>
                </c:pt>
                <c:pt idx="5007">
                  <c:v>1628</c:v>
                </c:pt>
                <c:pt idx="5008">
                  <c:v>1680</c:v>
                </c:pt>
                <c:pt idx="5009">
                  <c:v>1595</c:v>
                </c:pt>
                <c:pt idx="5010">
                  <c:v>1507</c:v>
                </c:pt>
                <c:pt idx="5011">
                  <c:v>1949</c:v>
                </c:pt>
                <c:pt idx="5012">
                  <c:v>1000</c:v>
                </c:pt>
                <c:pt idx="5013">
                  <c:v>905</c:v>
                </c:pt>
                <c:pt idx="5014">
                  <c:v>2480</c:v>
                </c:pt>
                <c:pt idx="5015">
                  <c:v>1605</c:v>
                </c:pt>
                <c:pt idx="5016">
                  <c:v>1290</c:v>
                </c:pt>
                <c:pt idx="5017">
                  <c:v>1100</c:v>
                </c:pt>
                <c:pt idx="5018">
                  <c:v>2100</c:v>
                </c:pt>
                <c:pt idx="5019">
                  <c:v>995</c:v>
                </c:pt>
                <c:pt idx="5020">
                  <c:v>1425</c:v>
                </c:pt>
                <c:pt idx="5021">
                  <c:v>1455</c:v>
                </c:pt>
                <c:pt idx="5022">
                  <c:v>550</c:v>
                </c:pt>
                <c:pt idx="5023">
                  <c:v>1385</c:v>
                </c:pt>
                <c:pt idx="5024">
                  <c:v>4000</c:v>
                </c:pt>
                <c:pt idx="5025">
                  <c:v>1060</c:v>
                </c:pt>
                <c:pt idx="5026">
                  <c:v>1080</c:v>
                </c:pt>
                <c:pt idx="5027">
                  <c:v>1783</c:v>
                </c:pt>
                <c:pt idx="5028">
                  <c:v>1520</c:v>
                </c:pt>
                <c:pt idx="5029">
                  <c:v>1060</c:v>
                </c:pt>
                <c:pt idx="5030">
                  <c:v>1267</c:v>
                </c:pt>
                <c:pt idx="5031">
                  <c:v>1155</c:v>
                </c:pt>
                <c:pt idx="5032">
                  <c:v>2500</c:v>
                </c:pt>
                <c:pt idx="5033">
                  <c:v>1240</c:v>
                </c:pt>
                <c:pt idx="5034">
                  <c:v>1570</c:v>
                </c:pt>
                <c:pt idx="5035">
                  <c:v>1019</c:v>
                </c:pt>
                <c:pt idx="5036">
                  <c:v>1355</c:v>
                </c:pt>
                <c:pt idx="5037">
                  <c:v>1537</c:v>
                </c:pt>
                <c:pt idx="5038">
                  <c:v>1550</c:v>
                </c:pt>
                <c:pt idx="5039">
                  <c:v>1100</c:v>
                </c:pt>
                <c:pt idx="5040">
                  <c:v>1750</c:v>
                </c:pt>
                <c:pt idx="5041">
                  <c:v>1466</c:v>
                </c:pt>
                <c:pt idx="5042">
                  <c:v>1550</c:v>
                </c:pt>
                <c:pt idx="5043">
                  <c:v>2300</c:v>
                </c:pt>
                <c:pt idx="5044">
                  <c:v>540</c:v>
                </c:pt>
                <c:pt idx="5045">
                  <c:v>2800</c:v>
                </c:pt>
                <c:pt idx="5046">
                  <c:v>1020</c:v>
                </c:pt>
                <c:pt idx="5047">
                  <c:v>1987</c:v>
                </c:pt>
                <c:pt idx="5048">
                  <c:v>1305</c:v>
                </c:pt>
                <c:pt idx="5049">
                  <c:v>2100</c:v>
                </c:pt>
                <c:pt idx="5050">
                  <c:v>1125</c:v>
                </c:pt>
                <c:pt idx="5051">
                  <c:v>1225</c:v>
                </c:pt>
                <c:pt idx="5052">
                  <c:v>1255</c:v>
                </c:pt>
                <c:pt idx="5053">
                  <c:v>1191</c:v>
                </c:pt>
                <c:pt idx="5054">
                  <c:v>3600</c:v>
                </c:pt>
                <c:pt idx="5055">
                  <c:v>1165</c:v>
                </c:pt>
                <c:pt idx="5056">
                  <c:v>865</c:v>
                </c:pt>
                <c:pt idx="5057">
                  <c:v>1850</c:v>
                </c:pt>
                <c:pt idx="5058">
                  <c:v>497</c:v>
                </c:pt>
                <c:pt idx="5059">
                  <c:v>1232</c:v>
                </c:pt>
                <c:pt idx="5060">
                  <c:v>1732</c:v>
                </c:pt>
                <c:pt idx="5061">
                  <c:v>1614</c:v>
                </c:pt>
                <c:pt idx="5062">
                  <c:v>600</c:v>
                </c:pt>
                <c:pt idx="5063">
                  <c:v>2072</c:v>
                </c:pt>
                <c:pt idx="5064">
                  <c:v>919</c:v>
                </c:pt>
                <c:pt idx="5065">
                  <c:v>2100</c:v>
                </c:pt>
                <c:pt idx="5066">
                  <c:v>2849</c:v>
                </c:pt>
                <c:pt idx="5067">
                  <c:v>1000</c:v>
                </c:pt>
                <c:pt idx="5068">
                  <c:v>1216</c:v>
                </c:pt>
                <c:pt idx="5069">
                  <c:v>2245</c:v>
                </c:pt>
                <c:pt idx="5070">
                  <c:v>1476</c:v>
                </c:pt>
                <c:pt idx="5071">
                  <c:v>1852</c:v>
                </c:pt>
                <c:pt idx="5072">
                  <c:v>1225</c:v>
                </c:pt>
                <c:pt idx="5073">
                  <c:v>1597</c:v>
                </c:pt>
                <c:pt idx="5074">
                  <c:v>2423</c:v>
                </c:pt>
                <c:pt idx="5075">
                  <c:v>1152</c:v>
                </c:pt>
                <c:pt idx="5076">
                  <c:v>1762</c:v>
                </c:pt>
                <c:pt idx="5077">
                  <c:v>1400</c:v>
                </c:pt>
                <c:pt idx="5078">
                  <c:v>1530</c:v>
                </c:pt>
                <c:pt idx="5079">
                  <c:v>1185</c:v>
                </c:pt>
                <c:pt idx="5080">
                  <c:v>1890</c:v>
                </c:pt>
                <c:pt idx="5081">
                  <c:v>1247</c:v>
                </c:pt>
                <c:pt idx="5082">
                  <c:v>1201</c:v>
                </c:pt>
                <c:pt idx="5083">
                  <c:v>830</c:v>
                </c:pt>
                <c:pt idx="5084">
                  <c:v>1165</c:v>
                </c:pt>
                <c:pt idx="5085">
                  <c:v>1100</c:v>
                </c:pt>
                <c:pt idx="5086">
                  <c:v>1890</c:v>
                </c:pt>
                <c:pt idx="5087">
                  <c:v>1685</c:v>
                </c:pt>
                <c:pt idx="5088">
                  <c:v>1165</c:v>
                </c:pt>
                <c:pt idx="5089">
                  <c:v>827</c:v>
                </c:pt>
                <c:pt idx="5090">
                  <c:v>635</c:v>
                </c:pt>
                <c:pt idx="5091">
                  <c:v>1050</c:v>
                </c:pt>
                <c:pt idx="5092">
                  <c:v>1819.18</c:v>
                </c:pt>
                <c:pt idx="5093">
                  <c:v>1500</c:v>
                </c:pt>
                <c:pt idx="5094">
                  <c:v>1500</c:v>
                </c:pt>
                <c:pt idx="5095">
                  <c:v>1751</c:v>
                </c:pt>
                <c:pt idx="5096">
                  <c:v>1020</c:v>
                </c:pt>
                <c:pt idx="5097">
                  <c:v>1148</c:v>
                </c:pt>
                <c:pt idx="5098">
                  <c:v>1856</c:v>
                </c:pt>
                <c:pt idx="5099">
                  <c:v>1060</c:v>
                </c:pt>
                <c:pt idx="5100">
                  <c:v>1300</c:v>
                </c:pt>
                <c:pt idx="5101">
                  <c:v>3000</c:v>
                </c:pt>
                <c:pt idx="5102">
                  <c:v>1325</c:v>
                </c:pt>
                <c:pt idx="5103">
                  <c:v>1261</c:v>
                </c:pt>
                <c:pt idx="5104">
                  <c:v>1100</c:v>
                </c:pt>
                <c:pt idx="5105">
                  <c:v>700</c:v>
                </c:pt>
                <c:pt idx="5106">
                  <c:v>1675</c:v>
                </c:pt>
                <c:pt idx="5107">
                  <c:v>3400</c:v>
                </c:pt>
                <c:pt idx="5108">
                  <c:v>1180</c:v>
                </c:pt>
                <c:pt idx="5109">
                  <c:v>1160</c:v>
                </c:pt>
                <c:pt idx="5110">
                  <c:v>1863</c:v>
                </c:pt>
                <c:pt idx="5111">
                  <c:v>1914</c:v>
                </c:pt>
                <c:pt idx="5112">
                  <c:v>1458</c:v>
                </c:pt>
                <c:pt idx="5113">
                  <c:v>1105</c:v>
                </c:pt>
                <c:pt idx="5114">
                  <c:v>1662</c:v>
                </c:pt>
                <c:pt idx="5115">
                  <c:v>1556</c:v>
                </c:pt>
                <c:pt idx="5116">
                  <c:v>918</c:v>
                </c:pt>
                <c:pt idx="5117">
                  <c:v>1455</c:v>
                </c:pt>
                <c:pt idx="5118">
                  <c:v>1205</c:v>
                </c:pt>
                <c:pt idx="5119">
                  <c:v>1194</c:v>
                </c:pt>
                <c:pt idx="5120">
                  <c:v>1200</c:v>
                </c:pt>
                <c:pt idx="5121">
                  <c:v>1100</c:v>
                </c:pt>
                <c:pt idx="5122">
                  <c:v>1405</c:v>
                </c:pt>
                <c:pt idx="5123">
                  <c:v>929</c:v>
                </c:pt>
                <c:pt idx="5124">
                  <c:v>1035</c:v>
                </c:pt>
                <c:pt idx="5125">
                  <c:v>2100</c:v>
                </c:pt>
                <c:pt idx="5126">
                  <c:v>1065</c:v>
                </c:pt>
                <c:pt idx="5127">
                  <c:v>1532.5</c:v>
                </c:pt>
                <c:pt idx="5128">
                  <c:v>1500</c:v>
                </c:pt>
                <c:pt idx="5129">
                  <c:v>1093</c:v>
                </c:pt>
                <c:pt idx="5130">
                  <c:v>1250</c:v>
                </c:pt>
                <c:pt idx="5131">
                  <c:v>1680</c:v>
                </c:pt>
                <c:pt idx="5132">
                  <c:v>1146</c:v>
                </c:pt>
                <c:pt idx="5133">
                  <c:v>1250</c:v>
                </c:pt>
                <c:pt idx="5134">
                  <c:v>1451</c:v>
                </c:pt>
                <c:pt idx="5135">
                  <c:v>1424</c:v>
                </c:pt>
                <c:pt idx="5136">
                  <c:v>1435</c:v>
                </c:pt>
                <c:pt idx="5137">
                  <c:v>658</c:v>
                </c:pt>
                <c:pt idx="5138">
                  <c:v>1300</c:v>
                </c:pt>
                <c:pt idx="5139">
                  <c:v>1242</c:v>
                </c:pt>
                <c:pt idx="5140">
                  <c:v>1910</c:v>
                </c:pt>
                <c:pt idx="5141">
                  <c:v>1610</c:v>
                </c:pt>
                <c:pt idx="5142">
                  <c:v>1127</c:v>
                </c:pt>
                <c:pt idx="5143">
                  <c:v>1075</c:v>
                </c:pt>
                <c:pt idx="5144">
                  <c:v>1155</c:v>
                </c:pt>
                <c:pt idx="5145">
                  <c:v>1250</c:v>
                </c:pt>
                <c:pt idx="5146">
                  <c:v>2200</c:v>
                </c:pt>
                <c:pt idx="5147">
                  <c:v>2400</c:v>
                </c:pt>
                <c:pt idx="5148">
                  <c:v>876</c:v>
                </c:pt>
                <c:pt idx="5149">
                  <c:v>1850</c:v>
                </c:pt>
                <c:pt idx="5150">
                  <c:v>1314</c:v>
                </c:pt>
                <c:pt idx="5151">
                  <c:v>690</c:v>
                </c:pt>
                <c:pt idx="5152">
                  <c:v>1230</c:v>
                </c:pt>
                <c:pt idx="5153">
                  <c:v>920</c:v>
                </c:pt>
                <c:pt idx="5154">
                  <c:v>1850</c:v>
                </c:pt>
                <c:pt idx="5155">
                  <c:v>1073</c:v>
                </c:pt>
                <c:pt idx="5156">
                  <c:v>1540</c:v>
                </c:pt>
                <c:pt idx="5157">
                  <c:v>1550</c:v>
                </c:pt>
                <c:pt idx="5158">
                  <c:v>1198</c:v>
                </c:pt>
                <c:pt idx="5159">
                  <c:v>1656</c:v>
                </c:pt>
                <c:pt idx="5160">
                  <c:v>1900</c:v>
                </c:pt>
                <c:pt idx="5161">
                  <c:v>1910</c:v>
                </c:pt>
                <c:pt idx="5162">
                  <c:v>1003</c:v>
                </c:pt>
                <c:pt idx="5163">
                  <c:v>1495</c:v>
                </c:pt>
                <c:pt idx="5164">
                  <c:v>2172</c:v>
                </c:pt>
                <c:pt idx="5165">
                  <c:v>1200</c:v>
                </c:pt>
                <c:pt idx="5166">
                  <c:v>1548</c:v>
                </c:pt>
                <c:pt idx="5167">
                  <c:v>2856</c:v>
                </c:pt>
                <c:pt idx="5168">
                  <c:v>1689</c:v>
                </c:pt>
                <c:pt idx="5169">
                  <c:v>1031</c:v>
                </c:pt>
                <c:pt idx="5170">
                  <c:v>2119</c:v>
                </c:pt>
                <c:pt idx="5171">
                  <c:v>1200</c:v>
                </c:pt>
                <c:pt idx="5172">
                  <c:v>1060</c:v>
                </c:pt>
                <c:pt idx="5173">
                  <c:v>1100</c:v>
                </c:pt>
                <c:pt idx="5174">
                  <c:v>1250</c:v>
                </c:pt>
                <c:pt idx="5175">
                  <c:v>1100</c:v>
                </c:pt>
                <c:pt idx="5176">
                  <c:v>1200</c:v>
                </c:pt>
                <c:pt idx="5177">
                  <c:v>1420</c:v>
                </c:pt>
                <c:pt idx="5178">
                  <c:v>1500</c:v>
                </c:pt>
                <c:pt idx="5179">
                  <c:v>1942</c:v>
                </c:pt>
                <c:pt idx="5180">
                  <c:v>1985</c:v>
                </c:pt>
                <c:pt idx="5181">
                  <c:v>1200</c:v>
                </c:pt>
                <c:pt idx="5182">
                  <c:v>1752</c:v>
                </c:pt>
                <c:pt idx="5183">
                  <c:v>1200</c:v>
                </c:pt>
                <c:pt idx="5184">
                  <c:v>1480</c:v>
                </c:pt>
                <c:pt idx="5185">
                  <c:v>1826</c:v>
                </c:pt>
                <c:pt idx="5186">
                  <c:v>1035</c:v>
                </c:pt>
                <c:pt idx="5187">
                  <c:v>2600</c:v>
                </c:pt>
                <c:pt idx="5188">
                  <c:v>1667</c:v>
                </c:pt>
                <c:pt idx="5189">
                  <c:v>934</c:v>
                </c:pt>
                <c:pt idx="5190">
                  <c:v>1620</c:v>
                </c:pt>
                <c:pt idx="5191">
                  <c:v>1070</c:v>
                </c:pt>
                <c:pt idx="5192">
                  <c:v>3600</c:v>
                </c:pt>
                <c:pt idx="5193">
                  <c:v>1280</c:v>
                </c:pt>
                <c:pt idx="5194">
                  <c:v>1400</c:v>
                </c:pt>
                <c:pt idx="5195">
                  <c:v>1330</c:v>
                </c:pt>
                <c:pt idx="5196">
                  <c:v>1012</c:v>
                </c:pt>
                <c:pt idx="5197">
                  <c:v>1611</c:v>
                </c:pt>
                <c:pt idx="5198">
                  <c:v>1405</c:v>
                </c:pt>
                <c:pt idx="5199">
                  <c:v>1515</c:v>
                </c:pt>
                <c:pt idx="5200">
                  <c:v>1830</c:v>
                </c:pt>
                <c:pt idx="5201">
                  <c:v>1710</c:v>
                </c:pt>
                <c:pt idx="5202">
                  <c:v>935</c:v>
                </c:pt>
                <c:pt idx="5203">
                  <c:v>2197</c:v>
                </c:pt>
                <c:pt idx="5204">
                  <c:v>1678</c:v>
                </c:pt>
                <c:pt idx="5205">
                  <c:v>1410</c:v>
                </c:pt>
                <c:pt idx="5206">
                  <c:v>1125</c:v>
                </c:pt>
                <c:pt idx="5207">
                  <c:v>1191</c:v>
                </c:pt>
                <c:pt idx="5208">
                  <c:v>1200</c:v>
                </c:pt>
                <c:pt idx="5209">
                  <c:v>1525</c:v>
                </c:pt>
                <c:pt idx="5210">
                  <c:v>1464</c:v>
                </c:pt>
                <c:pt idx="5211">
                  <c:v>920</c:v>
                </c:pt>
                <c:pt idx="5212">
                  <c:v>651</c:v>
                </c:pt>
                <c:pt idx="5213">
                  <c:v>600</c:v>
                </c:pt>
                <c:pt idx="5214">
                  <c:v>645</c:v>
                </c:pt>
                <c:pt idx="5215">
                  <c:v>1185</c:v>
                </c:pt>
                <c:pt idx="5216">
                  <c:v>1190</c:v>
                </c:pt>
                <c:pt idx="5217">
                  <c:v>2856</c:v>
                </c:pt>
                <c:pt idx="5218">
                  <c:v>1355</c:v>
                </c:pt>
                <c:pt idx="5219">
                  <c:v>1200</c:v>
                </c:pt>
                <c:pt idx="5220">
                  <c:v>500</c:v>
                </c:pt>
                <c:pt idx="5221">
                  <c:v>1250</c:v>
                </c:pt>
                <c:pt idx="5222">
                  <c:v>1480</c:v>
                </c:pt>
                <c:pt idx="5223">
                  <c:v>3300</c:v>
                </c:pt>
                <c:pt idx="5224">
                  <c:v>1583</c:v>
                </c:pt>
                <c:pt idx="5225">
                  <c:v>1206</c:v>
                </c:pt>
                <c:pt idx="5226">
                  <c:v>1357</c:v>
                </c:pt>
                <c:pt idx="5227">
                  <c:v>925</c:v>
                </c:pt>
                <c:pt idx="5228">
                  <c:v>909</c:v>
                </c:pt>
                <c:pt idx="5229">
                  <c:v>1100</c:v>
                </c:pt>
                <c:pt idx="5230">
                  <c:v>1100</c:v>
                </c:pt>
                <c:pt idx="5231">
                  <c:v>975</c:v>
                </c:pt>
                <c:pt idx="5232">
                  <c:v>1306</c:v>
                </c:pt>
                <c:pt idx="5233">
                  <c:v>1200</c:v>
                </c:pt>
                <c:pt idx="5234">
                  <c:v>610</c:v>
                </c:pt>
                <c:pt idx="5235">
                  <c:v>1484</c:v>
                </c:pt>
                <c:pt idx="5236">
                  <c:v>1125</c:v>
                </c:pt>
                <c:pt idx="5237">
                  <c:v>1447</c:v>
                </c:pt>
                <c:pt idx="5238">
                  <c:v>2882</c:v>
                </c:pt>
                <c:pt idx="5239">
                  <c:v>2075</c:v>
                </c:pt>
                <c:pt idx="5240">
                  <c:v>1250</c:v>
                </c:pt>
                <c:pt idx="5241">
                  <c:v>1272</c:v>
                </c:pt>
                <c:pt idx="5242">
                  <c:v>625</c:v>
                </c:pt>
                <c:pt idx="5243">
                  <c:v>840</c:v>
                </c:pt>
                <c:pt idx="5244">
                  <c:v>2502</c:v>
                </c:pt>
                <c:pt idx="5245">
                  <c:v>583</c:v>
                </c:pt>
                <c:pt idx="5246">
                  <c:v>900</c:v>
                </c:pt>
                <c:pt idx="5247">
                  <c:v>1115</c:v>
                </c:pt>
                <c:pt idx="5248">
                  <c:v>1464</c:v>
                </c:pt>
                <c:pt idx="5249">
                  <c:v>2200</c:v>
                </c:pt>
                <c:pt idx="5250">
                  <c:v>750</c:v>
                </c:pt>
                <c:pt idx="5251">
                  <c:v>1600</c:v>
                </c:pt>
                <c:pt idx="5252">
                  <c:v>1365</c:v>
                </c:pt>
                <c:pt idx="5253">
                  <c:v>1300</c:v>
                </c:pt>
                <c:pt idx="5254">
                  <c:v>1260</c:v>
                </c:pt>
                <c:pt idx="5255">
                  <c:v>1190</c:v>
                </c:pt>
                <c:pt idx="5256">
                  <c:v>2480</c:v>
                </c:pt>
                <c:pt idx="5257">
                  <c:v>1250</c:v>
                </c:pt>
                <c:pt idx="5258">
                  <c:v>1500</c:v>
                </c:pt>
                <c:pt idx="5259">
                  <c:v>1510</c:v>
                </c:pt>
                <c:pt idx="5260">
                  <c:v>1187</c:v>
                </c:pt>
                <c:pt idx="5261">
                  <c:v>1120</c:v>
                </c:pt>
                <c:pt idx="5262">
                  <c:v>1115</c:v>
                </c:pt>
                <c:pt idx="5263">
                  <c:v>1717</c:v>
                </c:pt>
                <c:pt idx="5264">
                  <c:v>2099</c:v>
                </c:pt>
                <c:pt idx="5265">
                  <c:v>1100</c:v>
                </c:pt>
                <c:pt idx="5266">
                  <c:v>1465</c:v>
                </c:pt>
                <c:pt idx="5267">
                  <c:v>1255</c:v>
                </c:pt>
                <c:pt idx="5268">
                  <c:v>1220</c:v>
                </c:pt>
                <c:pt idx="5269">
                  <c:v>1065</c:v>
                </c:pt>
                <c:pt idx="5270">
                  <c:v>1765</c:v>
                </c:pt>
                <c:pt idx="5271">
                  <c:v>1281</c:v>
                </c:pt>
                <c:pt idx="5272">
                  <c:v>1210</c:v>
                </c:pt>
                <c:pt idx="5273">
                  <c:v>1215</c:v>
                </c:pt>
                <c:pt idx="5274">
                  <c:v>1200</c:v>
                </c:pt>
                <c:pt idx="5275">
                  <c:v>1237</c:v>
                </c:pt>
                <c:pt idx="5276">
                  <c:v>1300</c:v>
                </c:pt>
                <c:pt idx="5277">
                  <c:v>1105</c:v>
                </c:pt>
                <c:pt idx="5278">
                  <c:v>1505</c:v>
                </c:pt>
                <c:pt idx="5279">
                  <c:v>1186</c:v>
                </c:pt>
                <c:pt idx="5280">
                  <c:v>750</c:v>
                </c:pt>
                <c:pt idx="5281">
                  <c:v>1083</c:v>
                </c:pt>
                <c:pt idx="5282">
                  <c:v>1430</c:v>
                </c:pt>
                <c:pt idx="5283">
                  <c:v>1056</c:v>
                </c:pt>
                <c:pt idx="5284">
                  <c:v>2108</c:v>
                </c:pt>
                <c:pt idx="5285">
                  <c:v>1650</c:v>
                </c:pt>
                <c:pt idx="5286">
                  <c:v>1220</c:v>
                </c:pt>
                <c:pt idx="5287">
                  <c:v>1198</c:v>
                </c:pt>
                <c:pt idx="5288">
                  <c:v>1190</c:v>
                </c:pt>
                <c:pt idx="5289">
                  <c:v>900</c:v>
                </c:pt>
                <c:pt idx="5290">
                  <c:v>2690</c:v>
                </c:pt>
                <c:pt idx="5291">
                  <c:v>1340</c:v>
                </c:pt>
                <c:pt idx="5292">
                  <c:v>1260</c:v>
                </c:pt>
                <c:pt idx="5293">
                  <c:v>2254</c:v>
                </c:pt>
                <c:pt idx="5294">
                  <c:v>820</c:v>
                </c:pt>
                <c:pt idx="5295">
                  <c:v>1296</c:v>
                </c:pt>
                <c:pt idx="5296">
                  <c:v>1190</c:v>
                </c:pt>
                <c:pt idx="5297">
                  <c:v>1173</c:v>
                </c:pt>
                <c:pt idx="5298">
                  <c:v>1800</c:v>
                </c:pt>
                <c:pt idx="5299">
                  <c:v>1102</c:v>
                </c:pt>
                <c:pt idx="5300">
                  <c:v>913</c:v>
                </c:pt>
                <c:pt idx="5301">
                  <c:v>1176</c:v>
                </c:pt>
                <c:pt idx="5302">
                  <c:v>1620</c:v>
                </c:pt>
                <c:pt idx="5303">
                  <c:v>1519</c:v>
                </c:pt>
                <c:pt idx="5304">
                  <c:v>1345</c:v>
                </c:pt>
                <c:pt idx="5305">
                  <c:v>1594</c:v>
                </c:pt>
                <c:pt idx="5306">
                  <c:v>1250</c:v>
                </c:pt>
                <c:pt idx="5307">
                  <c:v>1056</c:v>
                </c:pt>
                <c:pt idx="5308">
                  <c:v>1200</c:v>
                </c:pt>
                <c:pt idx="5309">
                  <c:v>1290</c:v>
                </c:pt>
                <c:pt idx="5310">
                  <c:v>1150</c:v>
                </c:pt>
                <c:pt idx="5311">
                  <c:v>1464</c:v>
                </c:pt>
                <c:pt idx="5312">
                  <c:v>1200</c:v>
                </c:pt>
                <c:pt idx="5313">
                  <c:v>861</c:v>
                </c:pt>
                <c:pt idx="5314">
                  <c:v>1047</c:v>
                </c:pt>
                <c:pt idx="5315">
                  <c:v>1200</c:v>
                </c:pt>
                <c:pt idx="5316">
                  <c:v>1065</c:v>
                </c:pt>
                <c:pt idx="5317">
                  <c:v>1000</c:v>
                </c:pt>
                <c:pt idx="5318">
                  <c:v>1682</c:v>
                </c:pt>
                <c:pt idx="5319">
                  <c:v>1756</c:v>
                </c:pt>
                <c:pt idx="5320">
                  <c:v>1050</c:v>
                </c:pt>
                <c:pt idx="5321">
                  <c:v>1238</c:v>
                </c:pt>
                <c:pt idx="5322">
                  <c:v>814</c:v>
                </c:pt>
                <c:pt idx="5323">
                  <c:v>1145</c:v>
                </c:pt>
                <c:pt idx="5324">
                  <c:v>965</c:v>
                </c:pt>
                <c:pt idx="5325">
                  <c:v>750</c:v>
                </c:pt>
                <c:pt idx="5326">
                  <c:v>1300</c:v>
                </c:pt>
                <c:pt idx="5327">
                  <c:v>1590</c:v>
                </c:pt>
                <c:pt idx="5328">
                  <c:v>644</c:v>
                </c:pt>
                <c:pt idx="5329">
                  <c:v>982</c:v>
                </c:pt>
                <c:pt idx="5330">
                  <c:v>1260</c:v>
                </c:pt>
                <c:pt idx="5331">
                  <c:v>1555</c:v>
                </c:pt>
                <c:pt idx="5332">
                  <c:v>1225</c:v>
                </c:pt>
                <c:pt idx="5333">
                  <c:v>1085</c:v>
                </c:pt>
                <c:pt idx="5334">
                  <c:v>1595</c:v>
                </c:pt>
                <c:pt idx="5335">
                  <c:v>1196</c:v>
                </c:pt>
                <c:pt idx="5336">
                  <c:v>1859</c:v>
                </c:pt>
                <c:pt idx="5337">
                  <c:v>1079</c:v>
                </c:pt>
                <c:pt idx="5338">
                  <c:v>550</c:v>
                </c:pt>
                <c:pt idx="5339">
                  <c:v>1118</c:v>
                </c:pt>
                <c:pt idx="5340">
                  <c:v>1198</c:v>
                </c:pt>
                <c:pt idx="5341">
                  <c:v>1162.5</c:v>
                </c:pt>
                <c:pt idx="5342">
                  <c:v>1830</c:v>
                </c:pt>
                <c:pt idx="5343">
                  <c:v>1160</c:v>
                </c:pt>
                <c:pt idx="5344">
                  <c:v>1485</c:v>
                </c:pt>
                <c:pt idx="5345">
                  <c:v>2070</c:v>
                </c:pt>
                <c:pt idx="5346">
                  <c:v>957</c:v>
                </c:pt>
                <c:pt idx="5347">
                  <c:v>1268</c:v>
                </c:pt>
                <c:pt idx="5348">
                  <c:v>1450</c:v>
                </c:pt>
                <c:pt idx="5349">
                  <c:v>1600</c:v>
                </c:pt>
                <c:pt idx="5350">
                  <c:v>1330</c:v>
                </c:pt>
                <c:pt idx="5351">
                  <c:v>1355</c:v>
                </c:pt>
                <c:pt idx="5352">
                  <c:v>1272</c:v>
                </c:pt>
                <c:pt idx="5353">
                  <c:v>1100</c:v>
                </c:pt>
                <c:pt idx="5354">
                  <c:v>1220</c:v>
                </c:pt>
                <c:pt idx="5355">
                  <c:v>1075</c:v>
                </c:pt>
                <c:pt idx="5356">
                  <c:v>800</c:v>
                </c:pt>
                <c:pt idx="5357">
                  <c:v>995</c:v>
                </c:pt>
                <c:pt idx="5358">
                  <c:v>900</c:v>
                </c:pt>
                <c:pt idx="5359">
                  <c:v>1140</c:v>
                </c:pt>
                <c:pt idx="5360">
                  <c:v>1480</c:v>
                </c:pt>
                <c:pt idx="5361">
                  <c:v>1710</c:v>
                </c:pt>
                <c:pt idx="5362">
                  <c:v>2106</c:v>
                </c:pt>
                <c:pt idx="5363">
                  <c:v>1602</c:v>
                </c:pt>
                <c:pt idx="5364">
                  <c:v>1660</c:v>
                </c:pt>
                <c:pt idx="5365">
                  <c:v>1549</c:v>
                </c:pt>
                <c:pt idx="5366">
                  <c:v>700</c:v>
                </c:pt>
                <c:pt idx="5367">
                  <c:v>1012</c:v>
                </c:pt>
                <c:pt idx="5368">
                  <c:v>1469</c:v>
                </c:pt>
                <c:pt idx="5369">
                  <c:v>1216</c:v>
                </c:pt>
                <c:pt idx="5370">
                  <c:v>1065</c:v>
                </c:pt>
                <c:pt idx="5371">
                  <c:v>1411</c:v>
                </c:pt>
                <c:pt idx="5372">
                  <c:v>1400</c:v>
                </c:pt>
                <c:pt idx="5373">
                  <c:v>1250</c:v>
                </c:pt>
                <c:pt idx="5374">
                  <c:v>1245</c:v>
                </c:pt>
                <c:pt idx="5375">
                  <c:v>1115</c:v>
                </c:pt>
                <c:pt idx="5376">
                  <c:v>1000</c:v>
                </c:pt>
                <c:pt idx="5377">
                  <c:v>1580</c:v>
                </c:pt>
                <c:pt idx="5378">
                  <c:v>1800</c:v>
                </c:pt>
                <c:pt idx="5379">
                  <c:v>1500</c:v>
                </c:pt>
                <c:pt idx="5380">
                  <c:v>645</c:v>
                </c:pt>
                <c:pt idx="5381">
                  <c:v>1275</c:v>
                </c:pt>
                <c:pt idx="5382">
                  <c:v>1494</c:v>
                </c:pt>
                <c:pt idx="5383">
                  <c:v>1949</c:v>
                </c:pt>
                <c:pt idx="5384">
                  <c:v>1020</c:v>
                </c:pt>
                <c:pt idx="5385">
                  <c:v>883</c:v>
                </c:pt>
                <c:pt idx="5386">
                  <c:v>3200</c:v>
                </c:pt>
                <c:pt idx="5387">
                  <c:v>1680</c:v>
                </c:pt>
                <c:pt idx="5388">
                  <c:v>2010</c:v>
                </c:pt>
                <c:pt idx="5389">
                  <c:v>1240</c:v>
                </c:pt>
                <c:pt idx="5390">
                  <c:v>1213</c:v>
                </c:pt>
                <c:pt idx="5391">
                  <c:v>1835</c:v>
                </c:pt>
                <c:pt idx="5392">
                  <c:v>2932</c:v>
                </c:pt>
                <c:pt idx="5393">
                  <c:v>945</c:v>
                </c:pt>
                <c:pt idx="5394">
                  <c:v>1504</c:v>
                </c:pt>
                <c:pt idx="5395">
                  <c:v>1569</c:v>
                </c:pt>
                <c:pt idx="5396">
                  <c:v>1755</c:v>
                </c:pt>
                <c:pt idx="5397">
                  <c:v>1760</c:v>
                </c:pt>
                <c:pt idx="5398">
                  <c:v>1240</c:v>
                </c:pt>
                <c:pt idx="5399">
                  <c:v>1450</c:v>
                </c:pt>
                <c:pt idx="5400">
                  <c:v>1000</c:v>
                </c:pt>
                <c:pt idx="5401">
                  <c:v>2000</c:v>
                </c:pt>
                <c:pt idx="5402">
                  <c:v>1215</c:v>
                </c:pt>
                <c:pt idx="5403">
                  <c:v>1330</c:v>
                </c:pt>
                <c:pt idx="5404">
                  <c:v>1178</c:v>
                </c:pt>
                <c:pt idx="5405">
                  <c:v>2000</c:v>
                </c:pt>
                <c:pt idx="5406">
                  <c:v>1602</c:v>
                </c:pt>
                <c:pt idx="5407">
                  <c:v>1194</c:v>
                </c:pt>
                <c:pt idx="5408">
                  <c:v>2400</c:v>
                </c:pt>
                <c:pt idx="5409">
                  <c:v>1700</c:v>
                </c:pt>
                <c:pt idx="5410">
                  <c:v>1200</c:v>
                </c:pt>
                <c:pt idx="5411">
                  <c:v>1500</c:v>
                </c:pt>
                <c:pt idx="5412">
                  <c:v>1737</c:v>
                </c:pt>
                <c:pt idx="5413">
                  <c:v>900</c:v>
                </c:pt>
                <c:pt idx="5414">
                  <c:v>1280</c:v>
                </c:pt>
                <c:pt idx="5415">
                  <c:v>1560</c:v>
                </c:pt>
                <c:pt idx="5416">
                  <c:v>883</c:v>
                </c:pt>
                <c:pt idx="5417">
                  <c:v>750</c:v>
                </c:pt>
                <c:pt idx="5418">
                  <c:v>2400</c:v>
                </c:pt>
                <c:pt idx="5419">
                  <c:v>900</c:v>
                </c:pt>
                <c:pt idx="5420">
                  <c:v>1030</c:v>
                </c:pt>
                <c:pt idx="5421">
                  <c:v>1850</c:v>
                </c:pt>
                <c:pt idx="5422">
                  <c:v>1831</c:v>
                </c:pt>
                <c:pt idx="5423">
                  <c:v>1095</c:v>
                </c:pt>
                <c:pt idx="5424">
                  <c:v>1320</c:v>
                </c:pt>
                <c:pt idx="5425">
                  <c:v>1272.5</c:v>
                </c:pt>
                <c:pt idx="5426">
                  <c:v>1000</c:v>
                </c:pt>
                <c:pt idx="5427">
                  <c:v>1820</c:v>
                </c:pt>
                <c:pt idx="5428">
                  <c:v>1075</c:v>
                </c:pt>
                <c:pt idx="5429">
                  <c:v>1500</c:v>
                </c:pt>
                <c:pt idx="5430">
                  <c:v>360</c:v>
                </c:pt>
                <c:pt idx="5431">
                  <c:v>1140</c:v>
                </c:pt>
                <c:pt idx="5432">
                  <c:v>1145</c:v>
                </c:pt>
                <c:pt idx="5433">
                  <c:v>1862</c:v>
                </c:pt>
                <c:pt idx="5434">
                  <c:v>947</c:v>
                </c:pt>
                <c:pt idx="5435">
                  <c:v>1120</c:v>
                </c:pt>
                <c:pt idx="5436">
                  <c:v>1805</c:v>
                </c:pt>
                <c:pt idx="5437">
                  <c:v>1100</c:v>
                </c:pt>
                <c:pt idx="5438">
                  <c:v>1355</c:v>
                </c:pt>
                <c:pt idx="5439">
                  <c:v>1677</c:v>
                </c:pt>
                <c:pt idx="5440">
                  <c:v>2500</c:v>
                </c:pt>
                <c:pt idx="5441">
                  <c:v>1560</c:v>
                </c:pt>
                <c:pt idx="5442">
                  <c:v>2060</c:v>
                </c:pt>
                <c:pt idx="5443">
                  <c:v>1716</c:v>
                </c:pt>
                <c:pt idx="5444">
                  <c:v>1864</c:v>
                </c:pt>
                <c:pt idx="5445">
                  <c:v>638</c:v>
                </c:pt>
                <c:pt idx="5446">
                  <c:v>937</c:v>
                </c:pt>
                <c:pt idx="5447">
                  <c:v>1490</c:v>
                </c:pt>
                <c:pt idx="5448">
                  <c:v>1100</c:v>
                </c:pt>
                <c:pt idx="5449">
                  <c:v>1000</c:v>
                </c:pt>
                <c:pt idx="5450">
                  <c:v>1060</c:v>
                </c:pt>
                <c:pt idx="5451">
                  <c:v>1047</c:v>
                </c:pt>
                <c:pt idx="5452">
                  <c:v>1200</c:v>
                </c:pt>
                <c:pt idx="5453">
                  <c:v>1420</c:v>
                </c:pt>
                <c:pt idx="5454">
                  <c:v>1539</c:v>
                </c:pt>
                <c:pt idx="5455">
                  <c:v>1550</c:v>
                </c:pt>
                <c:pt idx="5456">
                  <c:v>1555</c:v>
                </c:pt>
                <c:pt idx="5457">
                  <c:v>1553</c:v>
                </c:pt>
                <c:pt idx="5458">
                  <c:v>920</c:v>
                </c:pt>
                <c:pt idx="5459">
                  <c:v>1740</c:v>
                </c:pt>
                <c:pt idx="5460">
                  <c:v>1855</c:v>
                </c:pt>
                <c:pt idx="5461">
                  <c:v>1724</c:v>
                </c:pt>
                <c:pt idx="5462">
                  <c:v>1020</c:v>
                </c:pt>
                <c:pt idx="5463">
                  <c:v>1250</c:v>
                </c:pt>
                <c:pt idx="5464">
                  <c:v>1450</c:v>
                </c:pt>
                <c:pt idx="5465">
                  <c:v>1200</c:v>
                </c:pt>
                <c:pt idx="5466">
                  <c:v>1140</c:v>
                </c:pt>
                <c:pt idx="5467">
                  <c:v>550</c:v>
                </c:pt>
                <c:pt idx="5468">
                  <c:v>1450</c:v>
                </c:pt>
                <c:pt idx="5469">
                  <c:v>700</c:v>
                </c:pt>
                <c:pt idx="5470">
                  <c:v>1200</c:v>
                </c:pt>
                <c:pt idx="5471">
                  <c:v>1050</c:v>
                </c:pt>
                <c:pt idx="5472">
                  <c:v>1600</c:v>
                </c:pt>
                <c:pt idx="5473">
                  <c:v>1625</c:v>
                </c:pt>
                <c:pt idx="5474">
                  <c:v>1492</c:v>
                </c:pt>
                <c:pt idx="5475">
                  <c:v>2856</c:v>
                </c:pt>
                <c:pt idx="5476">
                  <c:v>1489</c:v>
                </c:pt>
                <c:pt idx="5477">
                  <c:v>1560</c:v>
                </c:pt>
                <c:pt idx="5478">
                  <c:v>1140</c:v>
                </c:pt>
                <c:pt idx="5479">
                  <c:v>1431</c:v>
                </c:pt>
                <c:pt idx="5480">
                  <c:v>1682</c:v>
                </c:pt>
                <c:pt idx="5481">
                  <c:v>1198</c:v>
                </c:pt>
                <c:pt idx="5482">
                  <c:v>1550</c:v>
                </c:pt>
                <c:pt idx="5483">
                  <c:v>1026</c:v>
                </c:pt>
                <c:pt idx="5484">
                  <c:v>1260</c:v>
                </c:pt>
                <c:pt idx="5485">
                  <c:v>690</c:v>
                </c:pt>
                <c:pt idx="5486">
                  <c:v>539</c:v>
                </c:pt>
                <c:pt idx="5487">
                  <c:v>1200</c:v>
                </c:pt>
                <c:pt idx="5488">
                  <c:v>2400</c:v>
                </c:pt>
                <c:pt idx="5489">
                  <c:v>1200</c:v>
                </c:pt>
                <c:pt idx="5490">
                  <c:v>1186</c:v>
                </c:pt>
                <c:pt idx="5491">
                  <c:v>1039</c:v>
                </c:pt>
                <c:pt idx="5492">
                  <c:v>1500</c:v>
                </c:pt>
                <c:pt idx="5493">
                  <c:v>2520</c:v>
                </c:pt>
                <c:pt idx="5494">
                  <c:v>1225</c:v>
                </c:pt>
                <c:pt idx="5495">
                  <c:v>1350</c:v>
                </c:pt>
                <c:pt idx="5496">
                  <c:v>1550</c:v>
                </c:pt>
                <c:pt idx="5497">
                  <c:v>1490</c:v>
                </c:pt>
                <c:pt idx="5498">
                  <c:v>1520</c:v>
                </c:pt>
                <c:pt idx="5499">
                  <c:v>1391</c:v>
                </c:pt>
                <c:pt idx="5500">
                  <c:v>1200</c:v>
                </c:pt>
                <c:pt idx="5501">
                  <c:v>1200</c:v>
                </c:pt>
                <c:pt idx="5502">
                  <c:v>1322</c:v>
                </c:pt>
                <c:pt idx="5503">
                  <c:v>2173</c:v>
                </c:pt>
                <c:pt idx="5504">
                  <c:v>1200</c:v>
                </c:pt>
                <c:pt idx="5505">
                  <c:v>1200</c:v>
                </c:pt>
                <c:pt idx="5506">
                  <c:v>1170</c:v>
                </c:pt>
                <c:pt idx="5507">
                  <c:v>1125</c:v>
                </c:pt>
                <c:pt idx="5508">
                  <c:v>698.5</c:v>
                </c:pt>
                <c:pt idx="5509">
                  <c:v>1250</c:v>
                </c:pt>
                <c:pt idx="5510">
                  <c:v>1025</c:v>
                </c:pt>
                <c:pt idx="5511">
                  <c:v>1075</c:v>
                </c:pt>
                <c:pt idx="5512">
                  <c:v>1900</c:v>
                </c:pt>
                <c:pt idx="5513">
                  <c:v>1435</c:v>
                </c:pt>
                <c:pt idx="5514">
                  <c:v>1175</c:v>
                </c:pt>
                <c:pt idx="5515">
                  <c:v>1464</c:v>
                </c:pt>
                <c:pt idx="5516">
                  <c:v>900</c:v>
                </c:pt>
                <c:pt idx="5517">
                  <c:v>585</c:v>
                </c:pt>
                <c:pt idx="5518">
                  <c:v>3170</c:v>
                </c:pt>
                <c:pt idx="5519">
                  <c:v>1220</c:v>
                </c:pt>
                <c:pt idx="5520">
                  <c:v>2145</c:v>
                </c:pt>
                <c:pt idx="5521">
                  <c:v>960</c:v>
                </c:pt>
                <c:pt idx="5522">
                  <c:v>1210</c:v>
                </c:pt>
                <c:pt idx="5523">
                  <c:v>1230</c:v>
                </c:pt>
                <c:pt idx="5524">
                  <c:v>1350</c:v>
                </c:pt>
                <c:pt idx="5525">
                  <c:v>1150</c:v>
                </c:pt>
                <c:pt idx="5526">
                  <c:v>1404</c:v>
                </c:pt>
                <c:pt idx="5527">
                  <c:v>1050</c:v>
                </c:pt>
                <c:pt idx="5528">
                  <c:v>1285</c:v>
                </c:pt>
                <c:pt idx="5529">
                  <c:v>1018</c:v>
                </c:pt>
                <c:pt idx="5530">
                  <c:v>1200</c:v>
                </c:pt>
                <c:pt idx="5531">
                  <c:v>1115</c:v>
                </c:pt>
                <c:pt idx="5532">
                  <c:v>1600</c:v>
                </c:pt>
                <c:pt idx="5533">
                  <c:v>1480</c:v>
                </c:pt>
                <c:pt idx="5534">
                  <c:v>2500</c:v>
                </c:pt>
                <c:pt idx="5535">
                  <c:v>480</c:v>
                </c:pt>
                <c:pt idx="5536">
                  <c:v>1435</c:v>
                </c:pt>
                <c:pt idx="5537">
                  <c:v>600</c:v>
                </c:pt>
                <c:pt idx="5538">
                  <c:v>1590</c:v>
                </c:pt>
                <c:pt idx="5539">
                  <c:v>936</c:v>
                </c:pt>
                <c:pt idx="5540">
                  <c:v>1181</c:v>
                </c:pt>
                <c:pt idx="5541">
                  <c:v>1741</c:v>
                </c:pt>
                <c:pt idx="5542">
                  <c:v>1750</c:v>
                </c:pt>
                <c:pt idx="5543">
                  <c:v>1050</c:v>
                </c:pt>
                <c:pt idx="5544">
                  <c:v>1027</c:v>
                </c:pt>
                <c:pt idx="5545">
                  <c:v>596</c:v>
                </c:pt>
                <c:pt idx="5546">
                  <c:v>1600</c:v>
                </c:pt>
                <c:pt idx="5547">
                  <c:v>2790</c:v>
                </c:pt>
                <c:pt idx="5548">
                  <c:v>1000</c:v>
                </c:pt>
                <c:pt idx="5549">
                  <c:v>1120</c:v>
                </c:pt>
                <c:pt idx="5550">
                  <c:v>1200</c:v>
                </c:pt>
                <c:pt idx="5551">
                  <c:v>1200</c:v>
                </c:pt>
                <c:pt idx="5552">
                  <c:v>1570</c:v>
                </c:pt>
                <c:pt idx="5553">
                  <c:v>1500</c:v>
                </c:pt>
                <c:pt idx="5554">
                  <c:v>1140</c:v>
                </c:pt>
                <c:pt idx="5555">
                  <c:v>1105</c:v>
                </c:pt>
                <c:pt idx="5556">
                  <c:v>1200</c:v>
                </c:pt>
                <c:pt idx="5557">
                  <c:v>1185</c:v>
                </c:pt>
                <c:pt idx="5558">
                  <c:v>1083</c:v>
                </c:pt>
                <c:pt idx="5559">
                  <c:v>1458</c:v>
                </c:pt>
                <c:pt idx="5560">
                  <c:v>1555</c:v>
                </c:pt>
                <c:pt idx="5561">
                  <c:v>1200</c:v>
                </c:pt>
                <c:pt idx="5562">
                  <c:v>1308</c:v>
                </c:pt>
                <c:pt idx="5563">
                  <c:v>1024</c:v>
                </c:pt>
                <c:pt idx="5564">
                  <c:v>1194</c:v>
                </c:pt>
                <c:pt idx="5565">
                  <c:v>1450</c:v>
                </c:pt>
                <c:pt idx="5566">
                  <c:v>1639</c:v>
                </c:pt>
                <c:pt idx="5567">
                  <c:v>1870</c:v>
                </c:pt>
                <c:pt idx="5568">
                  <c:v>1232</c:v>
                </c:pt>
                <c:pt idx="5569">
                  <c:v>975</c:v>
                </c:pt>
                <c:pt idx="5570">
                  <c:v>2000</c:v>
                </c:pt>
                <c:pt idx="5571">
                  <c:v>1230</c:v>
                </c:pt>
                <c:pt idx="5572">
                  <c:v>1350</c:v>
                </c:pt>
                <c:pt idx="5573">
                  <c:v>1076</c:v>
                </c:pt>
                <c:pt idx="5574">
                  <c:v>2400</c:v>
                </c:pt>
                <c:pt idx="5575">
                  <c:v>995</c:v>
                </c:pt>
                <c:pt idx="5576">
                  <c:v>2120</c:v>
                </c:pt>
                <c:pt idx="5577">
                  <c:v>1096</c:v>
                </c:pt>
                <c:pt idx="5578">
                  <c:v>1107.83</c:v>
                </c:pt>
                <c:pt idx="5579">
                  <c:v>1320</c:v>
                </c:pt>
                <c:pt idx="5580">
                  <c:v>1431.5</c:v>
                </c:pt>
                <c:pt idx="5581">
                  <c:v>1320</c:v>
                </c:pt>
                <c:pt idx="5582">
                  <c:v>1315</c:v>
                </c:pt>
                <c:pt idx="5583">
                  <c:v>1000</c:v>
                </c:pt>
                <c:pt idx="5584">
                  <c:v>1596</c:v>
                </c:pt>
                <c:pt idx="5585">
                  <c:v>1750</c:v>
                </c:pt>
                <c:pt idx="5586">
                  <c:v>1350</c:v>
                </c:pt>
                <c:pt idx="5587">
                  <c:v>1175</c:v>
                </c:pt>
                <c:pt idx="5588">
                  <c:v>921</c:v>
                </c:pt>
                <c:pt idx="5589">
                  <c:v>1713</c:v>
                </c:pt>
                <c:pt idx="5590">
                  <c:v>1200</c:v>
                </c:pt>
                <c:pt idx="5591">
                  <c:v>1900</c:v>
                </c:pt>
                <c:pt idx="5592">
                  <c:v>1664</c:v>
                </c:pt>
                <c:pt idx="5593">
                  <c:v>1795</c:v>
                </c:pt>
                <c:pt idx="5594">
                  <c:v>600</c:v>
                </c:pt>
                <c:pt idx="5595">
                  <c:v>1240</c:v>
                </c:pt>
                <c:pt idx="5596">
                  <c:v>1965</c:v>
                </c:pt>
                <c:pt idx="5597">
                  <c:v>1200</c:v>
                </c:pt>
                <c:pt idx="5598">
                  <c:v>1112</c:v>
                </c:pt>
                <c:pt idx="5599">
                  <c:v>1136</c:v>
                </c:pt>
                <c:pt idx="5600">
                  <c:v>914</c:v>
                </c:pt>
                <c:pt idx="5601">
                  <c:v>1270</c:v>
                </c:pt>
                <c:pt idx="5602">
                  <c:v>1050</c:v>
                </c:pt>
                <c:pt idx="5603">
                  <c:v>1385</c:v>
                </c:pt>
                <c:pt idx="5604">
                  <c:v>990</c:v>
                </c:pt>
                <c:pt idx="5605">
                  <c:v>845</c:v>
                </c:pt>
                <c:pt idx="5606">
                  <c:v>1485</c:v>
                </c:pt>
                <c:pt idx="5607">
                  <c:v>1460</c:v>
                </c:pt>
                <c:pt idx="5608">
                  <c:v>1450</c:v>
                </c:pt>
                <c:pt idx="5609">
                  <c:v>1360</c:v>
                </c:pt>
                <c:pt idx="5610">
                  <c:v>1375</c:v>
                </c:pt>
                <c:pt idx="5611">
                  <c:v>1125</c:v>
                </c:pt>
                <c:pt idx="5612">
                  <c:v>720</c:v>
                </c:pt>
                <c:pt idx="5613">
                  <c:v>1460</c:v>
                </c:pt>
                <c:pt idx="5614">
                  <c:v>1107</c:v>
                </c:pt>
                <c:pt idx="5615">
                  <c:v>1158</c:v>
                </c:pt>
                <c:pt idx="5616">
                  <c:v>800</c:v>
                </c:pt>
                <c:pt idx="5617">
                  <c:v>1760</c:v>
                </c:pt>
                <c:pt idx="5618">
                  <c:v>3200</c:v>
                </c:pt>
                <c:pt idx="5619">
                  <c:v>1350</c:v>
                </c:pt>
                <c:pt idx="5620">
                  <c:v>1125</c:v>
                </c:pt>
                <c:pt idx="5621">
                  <c:v>1706</c:v>
                </c:pt>
                <c:pt idx="5622">
                  <c:v>1600</c:v>
                </c:pt>
                <c:pt idx="5623">
                  <c:v>1200</c:v>
                </c:pt>
                <c:pt idx="5624">
                  <c:v>1755</c:v>
                </c:pt>
                <c:pt idx="5625">
                  <c:v>1200</c:v>
                </c:pt>
                <c:pt idx="5626">
                  <c:v>1200</c:v>
                </c:pt>
                <c:pt idx="5627">
                  <c:v>1266.67</c:v>
                </c:pt>
                <c:pt idx="5628">
                  <c:v>1800</c:v>
                </c:pt>
                <c:pt idx="5629">
                  <c:v>1300</c:v>
                </c:pt>
                <c:pt idx="5630">
                  <c:v>800</c:v>
                </c:pt>
                <c:pt idx="5631">
                  <c:v>1029.5</c:v>
                </c:pt>
                <c:pt idx="5632">
                  <c:v>1128</c:v>
                </c:pt>
                <c:pt idx="5633">
                  <c:v>1210</c:v>
                </c:pt>
                <c:pt idx="5634">
                  <c:v>2710</c:v>
                </c:pt>
                <c:pt idx="5635">
                  <c:v>1151</c:v>
                </c:pt>
                <c:pt idx="5636">
                  <c:v>1464</c:v>
                </c:pt>
                <c:pt idx="5637">
                  <c:v>1017</c:v>
                </c:pt>
                <c:pt idx="5638">
                  <c:v>920</c:v>
                </c:pt>
                <c:pt idx="5639">
                  <c:v>1750</c:v>
                </c:pt>
                <c:pt idx="5640">
                  <c:v>1163</c:v>
                </c:pt>
                <c:pt idx="5641">
                  <c:v>1650</c:v>
                </c:pt>
                <c:pt idx="5642">
                  <c:v>1800</c:v>
                </c:pt>
                <c:pt idx="5643">
                  <c:v>1100</c:v>
                </c:pt>
                <c:pt idx="5644">
                  <c:v>1200</c:v>
                </c:pt>
                <c:pt idx="5645">
                  <c:v>1410</c:v>
                </c:pt>
                <c:pt idx="5646">
                  <c:v>1933</c:v>
                </c:pt>
                <c:pt idx="5647">
                  <c:v>1200</c:v>
                </c:pt>
                <c:pt idx="5648">
                  <c:v>1608</c:v>
                </c:pt>
                <c:pt idx="5649">
                  <c:v>2679</c:v>
                </c:pt>
                <c:pt idx="5650">
                  <c:v>1156</c:v>
                </c:pt>
                <c:pt idx="5651">
                  <c:v>1230</c:v>
                </c:pt>
                <c:pt idx="5652">
                  <c:v>770</c:v>
                </c:pt>
                <c:pt idx="5653">
                  <c:v>1777.26</c:v>
                </c:pt>
                <c:pt idx="5654">
                  <c:v>1339</c:v>
                </c:pt>
                <c:pt idx="5655">
                  <c:v>1080</c:v>
                </c:pt>
                <c:pt idx="5656">
                  <c:v>3150</c:v>
                </c:pt>
                <c:pt idx="5657">
                  <c:v>1450</c:v>
                </c:pt>
                <c:pt idx="5658">
                  <c:v>1075</c:v>
                </c:pt>
                <c:pt idx="5659">
                  <c:v>1163</c:v>
                </c:pt>
                <c:pt idx="5660">
                  <c:v>1200</c:v>
                </c:pt>
                <c:pt idx="5661">
                  <c:v>3090</c:v>
                </c:pt>
                <c:pt idx="5662">
                  <c:v>1299</c:v>
                </c:pt>
                <c:pt idx="5663">
                  <c:v>1130</c:v>
                </c:pt>
                <c:pt idx="5664">
                  <c:v>1170</c:v>
                </c:pt>
                <c:pt idx="5665">
                  <c:v>2195</c:v>
                </c:pt>
                <c:pt idx="5666">
                  <c:v>2600</c:v>
                </c:pt>
                <c:pt idx="5667">
                  <c:v>1140</c:v>
                </c:pt>
                <c:pt idx="5668">
                  <c:v>1900</c:v>
                </c:pt>
                <c:pt idx="5669">
                  <c:v>1090</c:v>
                </c:pt>
                <c:pt idx="5670">
                  <c:v>1110</c:v>
                </c:pt>
                <c:pt idx="5671">
                  <c:v>705</c:v>
                </c:pt>
                <c:pt idx="5672">
                  <c:v>1089</c:v>
                </c:pt>
                <c:pt idx="5673">
                  <c:v>880</c:v>
                </c:pt>
                <c:pt idx="5674">
                  <c:v>1080</c:v>
                </c:pt>
                <c:pt idx="5675">
                  <c:v>1093</c:v>
                </c:pt>
                <c:pt idx="5676">
                  <c:v>1480</c:v>
                </c:pt>
                <c:pt idx="5677">
                  <c:v>1703</c:v>
                </c:pt>
                <c:pt idx="5678">
                  <c:v>1200</c:v>
                </c:pt>
                <c:pt idx="5679">
                  <c:v>1690</c:v>
                </c:pt>
                <c:pt idx="5680">
                  <c:v>1305</c:v>
                </c:pt>
                <c:pt idx="5681">
                  <c:v>1257</c:v>
                </c:pt>
                <c:pt idx="5682">
                  <c:v>1150</c:v>
                </c:pt>
                <c:pt idx="5683">
                  <c:v>1194</c:v>
                </c:pt>
                <c:pt idx="5684">
                  <c:v>2000</c:v>
                </c:pt>
                <c:pt idx="5685">
                  <c:v>1500</c:v>
                </c:pt>
                <c:pt idx="5686">
                  <c:v>1025</c:v>
                </c:pt>
                <c:pt idx="5687">
                  <c:v>980</c:v>
                </c:pt>
                <c:pt idx="5688">
                  <c:v>1200</c:v>
                </c:pt>
                <c:pt idx="5689">
                  <c:v>2225</c:v>
                </c:pt>
                <c:pt idx="5690">
                  <c:v>1022</c:v>
                </c:pt>
                <c:pt idx="5691">
                  <c:v>1153</c:v>
                </c:pt>
                <c:pt idx="5692">
                  <c:v>1175</c:v>
                </c:pt>
                <c:pt idx="5693">
                  <c:v>1560</c:v>
                </c:pt>
                <c:pt idx="5694">
                  <c:v>650</c:v>
                </c:pt>
                <c:pt idx="5695">
                  <c:v>1350</c:v>
                </c:pt>
                <c:pt idx="5696">
                  <c:v>1200</c:v>
                </c:pt>
                <c:pt idx="5697">
                  <c:v>1200</c:v>
                </c:pt>
                <c:pt idx="5698">
                  <c:v>800</c:v>
                </c:pt>
                <c:pt idx="5699">
                  <c:v>2093</c:v>
                </c:pt>
                <c:pt idx="5700">
                  <c:v>1320</c:v>
                </c:pt>
                <c:pt idx="5701">
                  <c:v>1275</c:v>
                </c:pt>
                <c:pt idx="5702">
                  <c:v>1215</c:v>
                </c:pt>
                <c:pt idx="5703">
                  <c:v>1130</c:v>
                </c:pt>
                <c:pt idx="5704">
                  <c:v>1444</c:v>
                </c:pt>
                <c:pt idx="5705">
                  <c:v>950</c:v>
                </c:pt>
                <c:pt idx="5706">
                  <c:v>1000</c:v>
                </c:pt>
                <c:pt idx="5707">
                  <c:v>1240</c:v>
                </c:pt>
                <c:pt idx="5708">
                  <c:v>1231</c:v>
                </c:pt>
                <c:pt idx="5709">
                  <c:v>1300</c:v>
                </c:pt>
                <c:pt idx="5710">
                  <c:v>1713</c:v>
                </c:pt>
                <c:pt idx="5711">
                  <c:v>1200</c:v>
                </c:pt>
                <c:pt idx="5712">
                  <c:v>1310</c:v>
                </c:pt>
                <c:pt idx="5713">
                  <c:v>790</c:v>
                </c:pt>
                <c:pt idx="5714">
                  <c:v>1605</c:v>
                </c:pt>
                <c:pt idx="5715">
                  <c:v>1250</c:v>
                </c:pt>
                <c:pt idx="5716">
                  <c:v>1260</c:v>
                </c:pt>
                <c:pt idx="5717">
                  <c:v>1180</c:v>
                </c:pt>
                <c:pt idx="5718">
                  <c:v>1255</c:v>
                </c:pt>
                <c:pt idx="5719">
                  <c:v>1025</c:v>
                </c:pt>
                <c:pt idx="5720">
                  <c:v>1877</c:v>
                </c:pt>
                <c:pt idx="5721">
                  <c:v>1649</c:v>
                </c:pt>
                <c:pt idx="5722">
                  <c:v>2500</c:v>
                </c:pt>
                <c:pt idx="5723">
                  <c:v>1542</c:v>
                </c:pt>
                <c:pt idx="5724">
                  <c:v>1418</c:v>
                </c:pt>
                <c:pt idx="5725">
                  <c:v>1012</c:v>
                </c:pt>
                <c:pt idx="5726">
                  <c:v>1200</c:v>
                </c:pt>
                <c:pt idx="5727">
                  <c:v>1115</c:v>
                </c:pt>
                <c:pt idx="5728">
                  <c:v>1680</c:v>
                </c:pt>
                <c:pt idx="5729">
                  <c:v>1171</c:v>
                </c:pt>
                <c:pt idx="5730">
                  <c:v>1027</c:v>
                </c:pt>
                <c:pt idx="5731">
                  <c:v>1700</c:v>
                </c:pt>
                <c:pt idx="5732">
                  <c:v>1090</c:v>
                </c:pt>
                <c:pt idx="5733">
                  <c:v>1232</c:v>
                </c:pt>
                <c:pt idx="5734">
                  <c:v>766</c:v>
                </c:pt>
                <c:pt idx="5735">
                  <c:v>525</c:v>
                </c:pt>
                <c:pt idx="5736">
                  <c:v>1452</c:v>
                </c:pt>
                <c:pt idx="5737">
                  <c:v>1254</c:v>
                </c:pt>
                <c:pt idx="5738">
                  <c:v>3600</c:v>
                </c:pt>
                <c:pt idx="5739">
                  <c:v>1593</c:v>
                </c:pt>
                <c:pt idx="5740">
                  <c:v>1333</c:v>
                </c:pt>
                <c:pt idx="5741">
                  <c:v>1100</c:v>
                </c:pt>
                <c:pt idx="5742">
                  <c:v>1375</c:v>
                </c:pt>
                <c:pt idx="5743">
                  <c:v>1650</c:v>
                </c:pt>
                <c:pt idx="5744">
                  <c:v>1430</c:v>
                </c:pt>
                <c:pt idx="5745">
                  <c:v>940</c:v>
                </c:pt>
                <c:pt idx="5746">
                  <c:v>435</c:v>
                </c:pt>
                <c:pt idx="5747">
                  <c:v>1160</c:v>
                </c:pt>
                <c:pt idx="5748">
                  <c:v>1500</c:v>
                </c:pt>
                <c:pt idx="5749">
                  <c:v>1890</c:v>
                </c:pt>
                <c:pt idx="5750">
                  <c:v>1050</c:v>
                </c:pt>
                <c:pt idx="5751">
                  <c:v>1027</c:v>
                </c:pt>
                <c:pt idx="5752">
                  <c:v>1495</c:v>
                </c:pt>
                <c:pt idx="5753">
                  <c:v>1459</c:v>
                </c:pt>
                <c:pt idx="5754">
                  <c:v>1711</c:v>
                </c:pt>
                <c:pt idx="5755">
                  <c:v>1250</c:v>
                </c:pt>
                <c:pt idx="5756">
                  <c:v>645</c:v>
                </c:pt>
                <c:pt idx="5757">
                  <c:v>875</c:v>
                </c:pt>
                <c:pt idx="5758">
                  <c:v>1334</c:v>
                </c:pt>
                <c:pt idx="5759">
                  <c:v>1140</c:v>
                </c:pt>
                <c:pt idx="5760">
                  <c:v>1115</c:v>
                </c:pt>
                <c:pt idx="5761">
                  <c:v>2072</c:v>
                </c:pt>
                <c:pt idx="5762">
                  <c:v>920</c:v>
                </c:pt>
                <c:pt idx="5763">
                  <c:v>778</c:v>
                </c:pt>
                <c:pt idx="5764">
                  <c:v>1310</c:v>
                </c:pt>
                <c:pt idx="5765">
                  <c:v>1631</c:v>
                </c:pt>
                <c:pt idx="5766">
                  <c:v>525</c:v>
                </c:pt>
                <c:pt idx="5767">
                  <c:v>1395</c:v>
                </c:pt>
                <c:pt idx="5768">
                  <c:v>2000</c:v>
                </c:pt>
                <c:pt idx="5769">
                  <c:v>1232</c:v>
                </c:pt>
                <c:pt idx="5770">
                  <c:v>1075</c:v>
                </c:pt>
                <c:pt idx="5771">
                  <c:v>1205</c:v>
                </c:pt>
                <c:pt idx="5772">
                  <c:v>2340</c:v>
                </c:pt>
                <c:pt idx="5773">
                  <c:v>1179</c:v>
                </c:pt>
                <c:pt idx="5774">
                  <c:v>1013</c:v>
                </c:pt>
                <c:pt idx="5775">
                  <c:v>1160</c:v>
                </c:pt>
                <c:pt idx="5776">
                  <c:v>1200</c:v>
                </c:pt>
                <c:pt idx="5777">
                  <c:v>1255</c:v>
                </c:pt>
                <c:pt idx="5778">
                  <c:v>1069</c:v>
                </c:pt>
                <c:pt idx="5779">
                  <c:v>1200</c:v>
                </c:pt>
                <c:pt idx="5780">
                  <c:v>1065</c:v>
                </c:pt>
                <c:pt idx="5781">
                  <c:v>1395</c:v>
                </c:pt>
                <c:pt idx="5782">
                  <c:v>1725</c:v>
                </c:pt>
                <c:pt idx="5783">
                  <c:v>1007</c:v>
                </c:pt>
                <c:pt idx="5784">
                  <c:v>1436</c:v>
                </c:pt>
                <c:pt idx="5785">
                  <c:v>4250</c:v>
                </c:pt>
                <c:pt idx="5786">
                  <c:v>1645</c:v>
                </c:pt>
                <c:pt idx="5787">
                  <c:v>1200</c:v>
                </c:pt>
                <c:pt idx="5788">
                  <c:v>940</c:v>
                </c:pt>
                <c:pt idx="5789">
                  <c:v>4300</c:v>
                </c:pt>
                <c:pt idx="5790">
                  <c:v>1194</c:v>
                </c:pt>
                <c:pt idx="5791">
                  <c:v>1829</c:v>
                </c:pt>
                <c:pt idx="5792">
                  <c:v>1800</c:v>
                </c:pt>
                <c:pt idx="5793">
                  <c:v>1000</c:v>
                </c:pt>
                <c:pt idx="5794">
                  <c:v>675</c:v>
                </c:pt>
                <c:pt idx="5795">
                  <c:v>1390</c:v>
                </c:pt>
                <c:pt idx="5796">
                  <c:v>1500</c:v>
                </c:pt>
                <c:pt idx="5797">
                  <c:v>2047</c:v>
                </c:pt>
                <c:pt idx="5798">
                  <c:v>1202</c:v>
                </c:pt>
                <c:pt idx="5799">
                  <c:v>1012</c:v>
                </c:pt>
                <c:pt idx="5800">
                  <c:v>2132</c:v>
                </c:pt>
                <c:pt idx="5801">
                  <c:v>605</c:v>
                </c:pt>
                <c:pt idx="5802">
                  <c:v>1331</c:v>
                </c:pt>
                <c:pt idx="5803">
                  <c:v>1200</c:v>
                </c:pt>
                <c:pt idx="5804">
                  <c:v>1280</c:v>
                </c:pt>
                <c:pt idx="5805">
                  <c:v>1007</c:v>
                </c:pt>
                <c:pt idx="5806">
                  <c:v>1370</c:v>
                </c:pt>
                <c:pt idx="5807">
                  <c:v>925</c:v>
                </c:pt>
                <c:pt idx="5808">
                  <c:v>1500</c:v>
                </c:pt>
                <c:pt idx="5809">
                  <c:v>450</c:v>
                </c:pt>
                <c:pt idx="5810">
                  <c:v>1341</c:v>
                </c:pt>
                <c:pt idx="5811">
                  <c:v>1350</c:v>
                </c:pt>
                <c:pt idx="5812">
                  <c:v>992</c:v>
                </c:pt>
                <c:pt idx="5813">
                  <c:v>1163</c:v>
                </c:pt>
                <c:pt idx="5814">
                  <c:v>1229</c:v>
                </c:pt>
                <c:pt idx="5815">
                  <c:v>600</c:v>
                </c:pt>
                <c:pt idx="5816">
                  <c:v>1219</c:v>
                </c:pt>
                <c:pt idx="5817">
                  <c:v>1525</c:v>
                </c:pt>
                <c:pt idx="5818">
                  <c:v>1147</c:v>
                </c:pt>
                <c:pt idx="5819">
                  <c:v>1412</c:v>
                </c:pt>
                <c:pt idx="5820">
                  <c:v>1044</c:v>
                </c:pt>
                <c:pt idx="5821">
                  <c:v>1190</c:v>
                </c:pt>
                <c:pt idx="5822">
                  <c:v>1240</c:v>
                </c:pt>
                <c:pt idx="5823">
                  <c:v>1352</c:v>
                </c:pt>
                <c:pt idx="5824">
                  <c:v>1100</c:v>
                </c:pt>
                <c:pt idx="5825">
                  <c:v>1330</c:v>
                </c:pt>
                <c:pt idx="5826">
                  <c:v>1700</c:v>
                </c:pt>
                <c:pt idx="5827">
                  <c:v>1355</c:v>
                </c:pt>
                <c:pt idx="5828">
                  <c:v>1200</c:v>
                </c:pt>
                <c:pt idx="5829">
                  <c:v>400</c:v>
                </c:pt>
                <c:pt idx="5830">
                  <c:v>1342</c:v>
                </c:pt>
                <c:pt idx="5831">
                  <c:v>1615</c:v>
                </c:pt>
                <c:pt idx="5832">
                  <c:v>1340</c:v>
                </c:pt>
                <c:pt idx="5833">
                  <c:v>1200</c:v>
                </c:pt>
                <c:pt idx="5834">
                  <c:v>1080</c:v>
                </c:pt>
                <c:pt idx="5835">
                  <c:v>1600</c:v>
                </c:pt>
                <c:pt idx="5836">
                  <c:v>1200</c:v>
                </c:pt>
                <c:pt idx="5837">
                  <c:v>1780</c:v>
                </c:pt>
                <c:pt idx="5838">
                  <c:v>1605</c:v>
                </c:pt>
                <c:pt idx="5839">
                  <c:v>1200</c:v>
                </c:pt>
                <c:pt idx="5840">
                  <c:v>900</c:v>
                </c:pt>
                <c:pt idx="5841">
                  <c:v>1830</c:v>
                </c:pt>
                <c:pt idx="5842">
                  <c:v>1800</c:v>
                </c:pt>
                <c:pt idx="5843">
                  <c:v>1230</c:v>
                </c:pt>
                <c:pt idx="5844">
                  <c:v>1065</c:v>
                </c:pt>
                <c:pt idx="5845">
                  <c:v>900</c:v>
                </c:pt>
                <c:pt idx="5846">
                  <c:v>946</c:v>
                </c:pt>
                <c:pt idx="5847">
                  <c:v>1711</c:v>
                </c:pt>
                <c:pt idx="5848">
                  <c:v>950</c:v>
                </c:pt>
                <c:pt idx="5849">
                  <c:v>1656</c:v>
                </c:pt>
                <c:pt idx="5850">
                  <c:v>1075</c:v>
                </c:pt>
                <c:pt idx="5851">
                  <c:v>1752.12</c:v>
                </c:pt>
                <c:pt idx="5852">
                  <c:v>6000</c:v>
                </c:pt>
                <c:pt idx="5853">
                  <c:v>1540</c:v>
                </c:pt>
                <c:pt idx="5854">
                  <c:v>665</c:v>
                </c:pt>
                <c:pt idx="5855">
                  <c:v>1665</c:v>
                </c:pt>
                <c:pt idx="5856">
                  <c:v>1145</c:v>
                </c:pt>
                <c:pt idx="5857">
                  <c:v>1185</c:v>
                </c:pt>
                <c:pt idx="5858">
                  <c:v>1693</c:v>
                </c:pt>
                <c:pt idx="5859">
                  <c:v>2456</c:v>
                </c:pt>
                <c:pt idx="5860">
                  <c:v>1155</c:v>
                </c:pt>
                <c:pt idx="5861">
                  <c:v>1610</c:v>
                </c:pt>
                <c:pt idx="5862">
                  <c:v>1200</c:v>
                </c:pt>
                <c:pt idx="5863">
                  <c:v>1709</c:v>
                </c:pt>
                <c:pt idx="5864">
                  <c:v>1400</c:v>
                </c:pt>
                <c:pt idx="5865">
                  <c:v>1200</c:v>
                </c:pt>
                <c:pt idx="5866">
                  <c:v>1439</c:v>
                </c:pt>
                <c:pt idx="5867">
                  <c:v>1375</c:v>
                </c:pt>
                <c:pt idx="5868">
                  <c:v>1200</c:v>
                </c:pt>
                <c:pt idx="5869">
                  <c:v>1315</c:v>
                </c:pt>
                <c:pt idx="5870">
                  <c:v>1500</c:v>
                </c:pt>
                <c:pt idx="5871">
                  <c:v>3600</c:v>
                </c:pt>
                <c:pt idx="5872">
                  <c:v>1178</c:v>
                </c:pt>
                <c:pt idx="5873">
                  <c:v>1430</c:v>
                </c:pt>
                <c:pt idx="5874">
                  <c:v>1400</c:v>
                </c:pt>
                <c:pt idx="5875">
                  <c:v>1093</c:v>
                </c:pt>
                <c:pt idx="5876">
                  <c:v>1200</c:v>
                </c:pt>
                <c:pt idx="5877">
                  <c:v>2210</c:v>
                </c:pt>
                <c:pt idx="5878">
                  <c:v>1150</c:v>
                </c:pt>
                <c:pt idx="5879">
                  <c:v>1435</c:v>
                </c:pt>
                <c:pt idx="5880">
                  <c:v>1173</c:v>
                </c:pt>
                <c:pt idx="5881">
                  <c:v>1140</c:v>
                </c:pt>
                <c:pt idx="5882">
                  <c:v>1717</c:v>
                </c:pt>
                <c:pt idx="5883">
                  <c:v>1325</c:v>
                </c:pt>
                <c:pt idx="5884">
                  <c:v>1370</c:v>
                </c:pt>
                <c:pt idx="5885">
                  <c:v>1025</c:v>
                </c:pt>
                <c:pt idx="5886">
                  <c:v>1409</c:v>
                </c:pt>
                <c:pt idx="5887">
                  <c:v>1200</c:v>
                </c:pt>
                <c:pt idx="5888">
                  <c:v>1200</c:v>
                </c:pt>
                <c:pt idx="5889">
                  <c:v>1740</c:v>
                </c:pt>
                <c:pt idx="5890">
                  <c:v>1232</c:v>
                </c:pt>
                <c:pt idx="5891">
                  <c:v>1200</c:v>
                </c:pt>
                <c:pt idx="5892">
                  <c:v>1250</c:v>
                </c:pt>
                <c:pt idx="5893">
                  <c:v>2100</c:v>
                </c:pt>
                <c:pt idx="5894">
                  <c:v>552</c:v>
                </c:pt>
                <c:pt idx="5895">
                  <c:v>1065</c:v>
                </c:pt>
                <c:pt idx="5896">
                  <c:v>1225</c:v>
                </c:pt>
                <c:pt idx="5897">
                  <c:v>650</c:v>
                </c:pt>
                <c:pt idx="5898">
                  <c:v>1067</c:v>
                </c:pt>
                <c:pt idx="5899">
                  <c:v>1364</c:v>
                </c:pt>
                <c:pt idx="5900">
                  <c:v>1750</c:v>
                </c:pt>
                <c:pt idx="5901">
                  <c:v>1240</c:v>
                </c:pt>
                <c:pt idx="5902">
                  <c:v>1200</c:v>
                </c:pt>
                <c:pt idx="5903">
                  <c:v>1540</c:v>
                </c:pt>
                <c:pt idx="5904">
                  <c:v>1504</c:v>
                </c:pt>
                <c:pt idx="5905">
                  <c:v>1116</c:v>
                </c:pt>
                <c:pt idx="5906">
                  <c:v>2365</c:v>
                </c:pt>
                <c:pt idx="5907">
                  <c:v>1308</c:v>
                </c:pt>
                <c:pt idx="5908">
                  <c:v>864</c:v>
                </c:pt>
                <c:pt idx="5909">
                  <c:v>1069</c:v>
                </c:pt>
                <c:pt idx="5910">
                  <c:v>1333</c:v>
                </c:pt>
                <c:pt idx="5911">
                  <c:v>1800</c:v>
                </c:pt>
                <c:pt idx="5912">
                  <c:v>1698</c:v>
                </c:pt>
                <c:pt idx="5913">
                  <c:v>1275</c:v>
                </c:pt>
                <c:pt idx="5914">
                  <c:v>1060</c:v>
                </c:pt>
                <c:pt idx="5915">
                  <c:v>1160</c:v>
                </c:pt>
                <c:pt idx="5916">
                  <c:v>1484</c:v>
                </c:pt>
                <c:pt idx="5917">
                  <c:v>1310</c:v>
                </c:pt>
                <c:pt idx="5918">
                  <c:v>3000</c:v>
                </c:pt>
                <c:pt idx="5919">
                  <c:v>2145</c:v>
                </c:pt>
                <c:pt idx="5920">
                  <c:v>1693</c:v>
                </c:pt>
                <c:pt idx="5921">
                  <c:v>1230</c:v>
                </c:pt>
                <c:pt idx="5922">
                  <c:v>1310</c:v>
                </c:pt>
                <c:pt idx="5923">
                  <c:v>1150</c:v>
                </c:pt>
                <c:pt idx="5924">
                  <c:v>1385</c:v>
                </c:pt>
                <c:pt idx="5925">
                  <c:v>1066</c:v>
                </c:pt>
                <c:pt idx="5926">
                  <c:v>2293</c:v>
                </c:pt>
                <c:pt idx="5927">
                  <c:v>1625</c:v>
                </c:pt>
                <c:pt idx="5928">
                  <c:v>1246</c:v>
                </c:pt>
                <c:pt idx="5929">
                  <c:v>2400</c:v>
                </c:pt>
                <c:pt idx="5930">
                  <c:v>3900</c:v>
                </c:pt>
                <c:pt idx="5931">
                  <c:v>1000</c:v>
                </c:pt>
                <c:pt idx="5932">
                  <c:v>907</c:v>
                </c:pt>
                <c:pt idx="5933">
                  <c:v>1395</c:v>
                </c:pt>
                <c:pt idx="5934">
                  <c:v>1180</c:v>
                </c:pt>
                <c:pt idx="5935">
                  <c:v>1903</c:v>
                </c:pt>
                <c:pt idx="5936">
                  <c:v>1175</c:v>
                </c:pt>
                <c:pt idx="5937">
                  <c:v>1272</c:v>
                </c:pt>
                <c:pt idx="5938">
                  <c:v>1490</c:v>
                </c:pt>
                <c:pt idx="5939">
                  <c:v>1144</c:v>
                </c:pt>
                <c:pt idx="5940">
                  <c:v>2400</c:v>
                </c:pt>
                <c:pt idx="5941">
                  <c:v>1143</c:v>
                </c:pt>
                <c:pt idx="5942">
                  <c:v>2500</c:v>
                </c:pt>
                <c:pt idx="5943">
                  <c:v>1216</c:v>
                </c:pt>
                <c:pt idx="5944">
                  <c:v>1044</c:v>
                </c:pt>
                <c:pt idx="5945">
                  <c:v>1352</c:v>
                </c:pt>
                <c:pt idx="5946">
                  <c:v>1552</c:v>
                </c:pt>
                <c:pt idx="5947">
                  <c:v>1785</c:v>
                </c:pt>
                <c:pt idx="5948">
                  <c:v>810</c:v>
                </c:pt>
                <c:pt idx="5949">
                  <c:v>1650</c:v>
                </c:pt>
                <c:pt idx="5950">
                  <c:v>1595</c:v>
                </c:pt>
                <c:pt idx="5951">
                  <c:v>1060</c:v>
                </c:pt>
                <c:pt idx="5952">
                  <c:v>1410</c:v>
                </c:pt>
                <c:pt idx="5953">
                  <c:v>1523</c:v>
                </c:pt>
                <c:pt idx="5954">
                  <c:v>1591</c:v>
                </c:pt>
                <c:pt idx="5955">
                  <c:v>1640</c:v>
                </c:pt>
                <c:pt idx="5956">
                  <c:v>450</c:v>
                </c:pt>
                <c:pt idx="5957">
                  <c:v>1305</c:v>
                </c:pt>
                <c:pt idx="5958">
                  <c:v>1590</c:v>
                </c:pt>
                <c:pt idx="5959">
                  <c:v>1240</c:v>
                </c:pt>
                <c:pt idx="5960">
                  <c:v>1200</c:v>
                </c:pt>
                <c:pt idx="5961">
                  <c:v>1100</c:v>
                </c:pt>
                <c:pt idx="5962">
                  <c:v>1115</c:v>
                </c:pt>
                <c:pt idx="5963">
                  <c:v>845</c:v>
                </c:pt>
                <c:pt idx="5964">
                  <c:v>1310</c:v>
                </c:pt>
                <c:pt idx="5965">
                  <c:v>959</c:v>
                </c:pt>
                <c:pt idx="5966">
                  <c:v>883</c:v>
                </c:pt>
                <c:pt idx="5967">
                  <c:v>1050</c:v>
                </c:pt>
                <c:pt idx="5968">
                  <c:v>1390</c:v>
                </c:pt>
                <c:pt idx="5969">
                  <c:v>1280</c:v>
                </c:pt>
                <c:pt idx="5970">
                  <c:v>1614</c:v>
                </c:pt>
                <c:pt idx="5971">
                  <c:v>1000</c:v>
                </c:pt>
                <c:pt idx="5972">
                  <c:v>1196</c:v>
                </c:pt>
                <c:pt idx="5973">
                  <c:v>1220</c:v>
                </c:pt>
                <c:pt idx="5974">
                  <c:v>950</c:v>
                </c:pt>
                <c:pt idx="5975">
                  <c:v>1141</c:v>
                </c:pt>
                <c:pt idx="5976">
                  <c:v>1200</c:v>
                </c:pt>
                <c:pt idx="5977">
                  <c:v>1380</c:v>
                </c:pt>
                <c:pt idx="5978">
                  <c:v>855</c:v>
                </c:pt>
                <c:pt idx="5979">
                  <c:v>645</c:v>
                </c:pt>
                <c:pt idx="5980">
                  <c:v>922</c:v>
                </c:pt>
                <c:pt idx="5981">
                  <c:v>1200</c:v>
                </c:pt>
                <c:pt idx="5982">
                  <c:v>1240</c:v>
                </c:pt>
                <c:pt idx="5983">
                  <c:v>1070</c:v>
                </c:pt>
                <c:pt idx="5984">
                  <c:v>1293</c:v>
                </c:pt>
                <c:pt idx="5985">
                  <c:v>1380</c:v>
                </c:pt>
                <c:pt idx="5986">
                  <c:v>1599</c:v>
                </c:pt>
                <c:pt idx="5987">
                  <c:v>967</c:v>
                </c:pt>
                <c:pt idx="5988">
                  <c:v>1885</c:v>
                </c:pt>
                <c:pt idx="5989">
                  <c:v>860</c:v>
                </c:pt>
                <c:pt idx="5990">
                  <c:v>1050</c:v>
                </c:pt>
                <c:pt idx="5991">
                  <c:v>1595</c:v>
                </c:pt>
                <c:pt idx="5992">
                  <c:v>1350</c:v>
                </c:pt>
                <c:pt idx="5993">
                  <c:v>1204</c:v>
                </c:pt>
                <c:pt idx="5994">
                  <c:v>2990</c:v>
                </c:pt>
                <c:pt idx="5995">
                  <c:v>1035</c:v>
                </c:pt>
                <c:pt idx="5996">
                  <c:v>1000</c:v>
                </c:pt>
                <c:pt idx="5997">
                  <c:v>1457</c:v>
                </c:pt>
                <c:pt idx="5998">
                  <c:v>1194</c:v>
                </c:pt>
                <c:pt idx="5999">
                  <c:v>1100</c:v>
                </c:pt>
                <c:pt idx="6000">
                  <c:v>1655</c:v>
                </c:pt>
                <c:pt idx="6001">
                  <c:v>1691.2</c:v>
                </c:pt>
                <c:pt idx="6002">
                  <c:v>1215</c:v>
                </c:pt>
                <c:pt idx="6003">
                  <c:v>1155</c:v>
                </c:pt>
                <c:pt idx="6004">
                  <c:v>1639</c:v>
                </c:pt>
                <c:pt idx="6005">
                  <c:v>1685</c:v>
                </c:pt>
                <c:pt idx="6006">
                  <c:v>1100</c:v>
                </c:pt>
                <c:pt idx="6007">
                  <c:v>2122</c:v>
                </c:pt>
                <c:pt idx="6008">
                  <c:v>1050</c:v>
                </c:pt>
                <c:pt idx="6009">
                  <c:v>1230</c:v>
                </c:pt>
                <c:pt idx="6010">
                  <c:v>1240</c:v>
                </c:pt>
                <c:pt idx="6011">
                  <c:v>1252</c:v>
                </c:pt>
                <c:pt idx="6012">
                  <c:v>1374</c:v>
                </c:pt>
                <c:pt idx="6013">
                  <c:v>500</c:v>
                </c:pt>
                <c:pt idx="6014">
                  <c:v>1355</c:v>
                </c:pt>
                <c:pt idx="6015">
                  <c:v>1040</c:v>
                </c:pt>
                <c:pt idx="6016">
                  <c:v>1350</c:v>
                </c:pt>
                <c:pt idx="6017">
                  <c:v>2400</c:v>
                </c:pt>
                <c:pt idx="6018">
                  <c:v>1560</c:v>
                </c:pt>
                <c:pt idx="6019">
                  <c:v>1151</c:v>
                </c:pt>
                <c:pt idx="6020">
                  <c:v>1360</c:v>
                </c:pt>
                <c:pt idx="6021">
                  <c:v>1250</c:v>
                </c:pt>
                <c:pt idx="6022">
                  <c:v>1110</c:v>
                </c:pt>
                <c:pt idx="6023">
                  <c:v>1015</c:v>
                </c:pt>
                <c:pt idx="6024">
                  <c:v>1351</c:v>
                </c:pt>
                <c:pt idx="6025">
                  <c:v>960</c:v>
                </c:pt>
                <c:pt idx="6026">
                  <c:v>1110</c:v>
                </c:pt>
                <c:pt idx="6027">
                  <c:v>1680</c:v>
                </c:pt>
                <c:pt idx="6028">
                  <c:v>2400</c:v>
                </c:pt>
                <c:pt idx="6029">
                  <c:v>1350</c:v>
                </c:pt>
                <c:pt idx="6030">
                  <c:v>1254</c:v>
                </c:pt>
                <c:pt idx="6031">
                  <c:v>1255</c:v>
                </c:pt>
                <c:pt idx="6032">
                  <c:v>1051</c:v>
                </c:pt>
                <c:pt idx="6033">
                  <c:v>1099</c:v>
                </c:pt>
                <c:pt idx="6034">
                  <c:v>2000</c:v>
                </c:pt>
                <c:pt idx="6035">
                  <c:v>1541</c:v>
                </c:pt>
                <c:pt idx="6036">
                  <c:v>1200</c:v>
                </c:pt>
                <c:pt idx="6037">
                  <c:v>1125</c:v>
                </c:pt>
                <c:pt idx="6038">
                  <c:v>1650</c:v>
                </c:pt>
                <c:pt idx="6039">
                  <c:v>834</c:v>
                </c:pt>
                <c:pt idx="6040">
                  <c:v>1320</c:v>
                </c:pt>
                <c:pt idx="6041">
                  <c:v>1500</c:v>
                </c:pt>
                <c:pt idx="6042">
                  <c:v>600</c:v>
                </c:pt>
                <c:pt idx="6043">
                  <c:v>1180</c:v>
                </c:pt>
                <c:pt idx="6044">
                  <c:v>1010</c:v>
                </c:pt>
                <c:pt idx="6045">
                  <c:v>1070</c:v>
                </c:pt>
                <c:pt idx="6046">
                  <c:v>1580</c:v>
                </c:pt>
                <c:pt idx="6047">
                  <c:v>2000</c:v>
                </c:pt>
                <c:pt idx="6048">
                  <c:v>1920</c:v>
                </c:pt>
                <c:pt idx="6049">
                  <c:v>1200</c:v>
                </c:pt>
                <c:pt idx="6050">
                  <c:v>1040</c:v>
                </c:pt>
                <c:pt idx="6051">
                  <c:v>1430</c:v>
                </c:pt>
                <c:pt idx="6052">
                  <c:v>1215</c:v>
                </c:pt>
                <c:pt idx="6053">
                  <c:v>1564</c:v>
                </c:pt>
                <c:pt idx="6054">
                  <c:v>800</c:v>
                </c:pt>
                <c:pt idx="6055">
                  <c:v>750</c:v>
                </c:pt>
                <c:pt idx="6056">
                  <c:v>1200</c:v>
                </c:pt>
                <c:pt idx="6057">
                  <c:v>1128</c:v>
                </c:pt>
                <c:pt idx="6058">
                  <c:v>1200</c:v>
                </c:pt>
                <c:pt idx="6059">
                  <c:v>2000</c:v>
                </c:pt>
                <c:pt idx="6060">
                  <c:v>1650</c:v>
                </c:pt>
                <c:pt idx="6061">
                  <c:v>1200</c:v>
                </c:pt>
                <c:pt idx="6062">
                  <c:v>985</c:v>
                </c:pt>
                <c:pt idx="6063">
                  <c:v>1475</c:v>
                </c:pt>
                <c:pt idx="6064">
                  <c:v>1157</c:v>
                </c:pt>
                <c:pt idx="6065">
                  <c:v>900</c:v>
                </c:pt>
                <c:pt idx="6066">
                  <c:v>2500</c:v>
                </c:pt>
                <c:pt idx="6067">
                  <c:v>1030</c:v>
                </c:pt>
                <c:pt idx="6068">
                  <c:v>1000</c:v>
                </c:pt>
                <c:pt idx="6069">
                  <c:v>1950</c:v>
                </c:pt>
                <c:pt idx="6070">
                  <c:v>1570</c:v>
                </c:pt>
                <c:pt idx="6071">
                  <c:v>1283</c:v>
                </c:pt>
                <c:pt idx="6072">
                  <c:v>875</c:v>
                </c:pt>
                <c:pt idx="6073">
                  <c:v>1200</c:v>
                </c:pt>
                <c:pt idx="6074">
                  <c:v>2400</c:v>
                </c:pt>
                <c:pt idx="6075">
                  <c:v>1250</c:v>
                </c:pt>
                <c:pt idx="6076">
                  <c:v>990</c:v>
                </c:pt>
                <c:pt idx="6077">
                  <c:v>1199</c:v>
                </c:pt>
                <c:pt idx="6078">
                  <c:v>1280</c:v>
                </c:pt>
                <c:pt idx="6079">
                  <c:v>1190</c:v>
                </c:pt>
                <c:pt idx="6080">
                  <c:v>1100</c:v>
                </c:pt>
                <c:pt idx="6081">
                  <c:v>2075</c:v>
                </c:pt>
                <c:pt idx="6082">
                  <c:v>1133</c:v>
                </c:pt>
                <c:pt idx="6083">
                  <c:v>2400</c:v>
                </c:pt>
                <c:pt idx="6084">
                  <c:v>1280</c:v>
                </c:pt>
                <c:pt idx="6085">
                  <c:v>1250</c:v>
                </c:pt>
                <c:pt idx="6086">
                  <c:v>1565</c:v>
                </c:pt>
                <c:pt idx="6087">
                  <c:v>1900</c:v>
                </c:pt>
                <c:pt idx="6088">
                  <c:v>1080</c:v>
                </c:pt>
                <c:pt idx="6089">
                  <c:v>600</c:v>
                </c:pt>
                <c:pt idx="6090">
                  <c:v>1335</c:v>
                </c:pt>
                <c:pt idx="6091">
                  <c:v>1246</c:v>
                </c:pt>
                <c:pt idx="6092">
                  <c:v>1385</c:v>
                </c:pt>
                <c:pt idx="6093">
                  <c:v>1578</c:v>
                </c:pt>
                <c:pt idx="6094">
                  <c:v>1140</c:v>
                </c:pt>
                <c:pt idx="6095">
                  <c:v>1700</c:v>
                </c:pt>
                <c:pt idx="6096">
                  <c:v>1050</c:v>
                </c:pt>
                <c:pt idx="6097">
                  <c:v>1120</c:v>
                </c:pt>
                <c:pt idx="6098">
                  <c:v>435</c:v>
                </c:pt>
                <c:pt idx="6099">
                  <c:v>1116</c:v>
                </c:pt>
                <c:pt idx="6100">
                  <c:v>1480</c:v>
                </c:pt>
                <c:pt idx="6101">
                  <c:v>1000</c:v>
                </c:pt>
                <c:pt idx="6102">
                  <c:v>1145</c:v>
                </c:pt>
                <c:pt idx="6103">
                  <c:v>800</c:v>
                </c:pt>
                <c:pt idx="6104">
                  <c:v>1265</c:v>
                </c:pt>
                <c:pt idx="6105">
                  <c:v>1700</c:v>
                </c:pt>
                <c:pt idx="6106">
                  <c:v>1475</c:v>
                </c:pt>
                <c:pt idx="6107">
                  <c:v>1265</c:v>
                </c:pt>
                <c:pt idx="6108">
                  <c:v>1200</c:v>
                </c:pt>
                <c:pt idx="6109">
                  <c:v>2180</c:v>
                </c:pt>
                <c:pt idx="6110">
                  <c:v>1080</c:v>
                </c:pt>
                <c:pt idx="6111">
                  <c:v>2023</c:v>
                </c:pt>
                <c:pt idx="6112">
                  <c:v>1545</c:v>
                </c:pt>
                <c:pt idx="6113">
                  <c:v>1804</c:v>
                </c:pt>
                <c:pt idx="6114">
                  <c:v>1350</c:v>
                </c:pt>
                <c:pt idx="6115">
                  <c:v>1108</c:v>
                </c:pt>
                <c:pt idx="6116">
                  <c:v>1730</c:v>
                </c:pt>
                <c:pt idx="6117">
                  <c:v>1427</c:v>
                </c:pt>
                <c:pt idx="6118">
                  <c:v>935</c:v>
                </c:pt>
                <c:pt idx="6119">
                  <c:v>1073</c:v>
                </c:pt>
                <c:pt idx="6120">
                  <c:v>960</c:v>
                </c:pt>
                <c:pt idx="6121">
                  <c:v>2215</c:v>
                </c:pt>
                <c:pt idx="6122">
                  <c:v>1125</c:v>
                </c:pt>
                <c:pt idx="6123">
                  <c:v>1230</c:v>
                </c:pt>
                <c:pt idx="6124">
                  <c:v>1438</c:v>
                </c:pt>
                <c:pt idx="6125">
                  <c:v>1080</c:v>
                </c:pt>
                <c:pt idx="6126">
                  <c:v>1200</c:v>
                </c:pt>
                <c:pt idx="6127">
                  <c:v>1200</c:v>
                </c:pt>
                <c:pt idx="6128">
                  <c:v>1590</c:v>
                </c:pt>
                <c:pt idx="6129">
                  <c:v>1350</c:v>
                </c:pt>
                <c:pt idx="6130">
                  <c:v>1400</c:v>
                </c:pt>
                <c:pt idx="6131">
                  <c:v>1560</c:v>
                </c:pt>
                <c:pt idx="6132">
                  <c:v>1810</c:v>
                </c:pt>
                <c:pt idx="6133">
                  <c:v>2274.2399999999998</c:v>
                </c:pt>
                <c:pt idx="6134">
                  <c:v>1484</c:v>
                </c:pt>
                <c:pt idx="6135">
                  <c:v>1455</c:v>
                </c:pt>
                <c:pt idx="6136">
                  <c:v>2280</c:v>
                </c:pt>
                <c:pt idx="6137">
                  <c:v>1351</c:v>
                </c:pt>
                <c:pt idx="6138">
                  <c:v>1223</c:v>
                </c:pt>
                <c:pt idx="6139">
                  <c:v>1430</c:v>
                </c:pt>
                <c:pt idx="6140">
                  <c:v>1310</c:v>
                </c:pt>
                <c:pt idx="6141">
                  <c:v>984</c:v>
                </c:pt>
                <c:pt idx="6142">
                  <c:v>1770</c:v>
                </c:pt>
                <c:pt idx="6143">
                  <c:v>1350</c:v>
                </c:pt>
                <c:pt idx="6144">
                  <c:v>1447</c:v>
                </c:pt>
                <c:pt idx="6145">
                  <c:v>1140</c:v>
                </c:pt>
                <c:pt idx="6146">
                  <c:v>1170</c:v>
                </c:pt>
                <c:pt idx="6147">
                  <c:v>1160</c:v>
                </c:pt>
                <c:pt idx="6148">
                  <c:v>1296</c:v>
                </c:pt>
                <c:pt idx="6149">
                  <c:v>1570</c:v>
                </c:pt>
                <c:pt idx="6150">
                  <c:v>1495</c:v>
                </c:pt>
                <c:pt idx="6151">
                  <c:v>1530</c:v>
                </c:pt>
                <c:pt idx="6152">
                  <c:v>1800</c:v>
                </c:pt>
                <c:pt idx="6153">
                  <c:v>1088</c:v>
                </c:pt>
                <c:pt idx="6154">
                  <c:v>1533</c:v>
                </c:pt>
                <c:pt idx="6155">
                  <c:v>1100</c:v>
                </c:pt>
                <c:pt idx="6156">
                  <c:v>1540</c:v>
                </c:pt>
                <c:pt idx="6157">
                  <c:v>1244</c:v>
                </c:pt>
                <c:pt idx="6158">
                  <c:v>1040</c:v>
                </c:pt>
                <c:pt idx="6159">
                  <c:v>1260</c:v>
                </c:pt>
                <c:pt idx="6160">
                  <c:v>1180</c:v>
                </c:pt>
                <c:pt idx="6161">
                  <c:v>1245</c:v>
                </c:pt>
                <c:pt idx="6162">
                  <c:v>1350</c:v>
                </c:pt>
                <c:pt idx="6163">
                  <c:v>1464</c:v>
                </c:pt>
                <c:pt idx="6164">
                  <c:v>470</c:v>
                </c:pt>
                <c:pt idx="6165">
                  <c:v>920</c:v>
                </c:pt>
                <c:pt idx="6166">
                  <c:v>2300</c:v>
                </c:pt>
                <c:pt idx="6167">
                  <c:v>1124</c:v>
                </c:pt>
                <c:pt idx="6168">
                  <c:v>2095</c:v>
                </c:pt>
                <c:pt idx="6169">
                  <c:v>1100</c:v>
                </c:pt>
                <c:pt idx="6170">
                  <c:v>1019</c:v>
                </c:pt>
                <c:pt idx="6171">
                  <c:v>1756</c:v>
                </c:pt>
                <c:pt idx="6172">
                  <c:v>1280</c:v>
                </c:pt>
                <c:pt idx="6173">
                  <c:v>1200</c:v>
                </c:pt>
                <c:pt idx="6174">
                  <c:v>1700</c:v>
                </c:pt>
                <c:pt idx="6175">
                  <c:v>2134</c:v>
                </c:pt>
                <c:pt idx="6176">
                  <c:v>1369.1</c:v>
                </c:pt>
                <c:pt idx="6177">
                  <c:v>2515</c:v>
                </c:pt>
                <c:pt idx="6178">
                  <c:v>2215</c:v>
                </c:pt>
                <c:pt idx="6179">
                  <c:v>1440</c:v>
                </c:pt>
                <c:pt idx="6180">
                  <c:v>1186</c:v>
                </c:pt>
                <c:pt idx="6181">
                  <c:v>1350</c:v>
                </c:pt>
                <c:pt idx="6182">
                  <c:v>1800</c:v>
                </c:pt>
                <c:pt idx="6183">
                  <c:v>1600</c:v>
                </c:pt>
                <c:pt idx="6184">
                  <c:v>1000</c:v>
                </c:pt>
                <c:pt idx="6185">
                  <c:v>1305</c:v>
                </c:pt>
                <c:pt idx="6186">
                  <c:v>1740</c:v>
                </c:pt>
                <c:pt idx="6187">
                  <c:v>900</c:v>
                </c:pt>
                <c:pt idx="6188">
                  <c:v>1567</c:v>
                </c:pt>
                <c:pt idx="6189">
                  <c:v>1082</c:v>
                </c:pt>
                <c:pt idx="6190">
                  <c:v>1050</c:v>
                </c:pt>
                <c:pt idx="6191">
                  <c:v>1200</c:v>
                </c:pt>
                <c:pt idx="6192">
                  <c:v>1220</c:v>
                </c:pt>
                <c:pt idx="6193">
                  <c:v>1970</c:v>
                </c:pt>
                <c:pt idx="6194">
                  <c:v>2130</c:v>
                </c:pt>
                <c:pt idx="6195">
                  <c:v>1749</c:v>
                </c:pt>
                <c:pt idx="6196">
                  <c:v>1260</c:v>
                </c:pt>
                <c:pt idx="6197">
                  <c:v>1170</c:v>
                </c:pt>
                <c:pt idx="6198">
                  <c:v>1670</c:v>
                </c:pt>
                <c:pt idx="6199">
                  <c:v>2264</c:v>
                </c:pt>
                <c:pt idx="6200">
                  <c:v>1100</c:v>
                </c:pt>
                <c:pt idx="6201">
                  <c:v>674</c:v>
                </c:pt>
                <c:pt idx="6202">
                  <c:v>1125</c:v>
                </c:pt>
                <c:pt idx="6203">
                  <c:v>1125</c:v>
                </c:pt>
                <c:pt idx="6204">
                  <c:v>700</c:v>
                </c:pt>
                <c:pt idx="6205">
                  <c:v>1300</c:v>
                </c:pt>
                <c:pt idx="6206">
                  <c:v>1600</c:v>
                </c:pt>
                <c:pt idx="6207">
                  <c:v>1052</c:v>
                </c:pt>
                <c:pt idx="6208">
                  <c:v>1130</c:v>
                </c:pt>
                <c:pt idx="6209">
                  <c:v>2200</c:v>
                </c:pt>
                <c:pt idx="6210">
                  <c:v>1500</c:v>
                </c:pt>
                <c:pt idx="6211">
                  <c:v>1350</c:v>
                </c:pt>
                <c:pt idx="6212">
                  <c:v>1230</c:v>
                </c:pt>
                <c:pt idx="6213">
                  <c:v>1520</c:v>
                </c:pt>
                <c:pt idx="6214">
                  <c:v>525</c:v>
                </c:pt>
                <c:pt idx="6215">
                  <c:v>1040</c:v>
                </c:pt>
                <c:pt idx="6216">
                  <c:v>1300</c:v>
                </c:pt>
                <c:pt idx="6217">
                  <c:v>2690</c:v>
                </c:pt>
                <c:pt idx="6218">
                  <c:v>780</c:v>
                </c:pt>
                <c:pt idx="6219">
                  <c:v>1140</c:v>
                </c:pt>
                <c:pt idx="6220">
                  <c:v>1225</c:v>
                </c:pt>
                <c:pt idx="6221">
                  <c:v>646</c:v>
                </c:pt>
                <c:pt idx="6222">
                  <c:v>1600</c:v>
                </c:pt>
                <c:pt idx="6223">
                  <c:v>1890</c:v>
                </c:pt>
                <c:pt idx="6224">
                  <c:v>1050</c:v>
                </c:pt>
                <c:pt idx="6225">
                  <c:v>1458</c:v>
                </c:pt>
                <c:pt idx="6226">
                  <c:v>1970</c:v>
                </c:pt>
                <c:pt idx="6227">
                  <c:v>1808</c:v>
                </c:pt>
                <c:pt idx="6228">
                  <c:v>1007</c:v>
                </c:pt>
                <c:pt idx="6229">
                  <c:v>1105</c:v>
                </c:pt>
                <c:pt idx="6230">
                  <c:v>1700</c:v>
                </c:pt>
                <c:pt idx="6231">
                  <c:v>1170</c:v>
                </c:pt>
                <c:pt idx="6232">
                  <c:v>1080</c:v>
                </c:pt>
                <c:pt idx="6233">
                  <c:v>1150</c:v>
                </c:pt>
                <c:pt idx="6234">
                  <c:v>1200</c:v>
                </c:pt>
                <c:pt idx="6235">
                  <c:v>1200</c:v>
                </c:pt>
                <c:pt idx="6236">
                  <c:v>1656</c:v>
                </c:pt>
                <c:pt idx="6237">
                  <c:v>1040</c:v>
                </c:pt>
                <c:pt idx="6238">
                  <c:v>1085</c:v>
                </c:pt>
                <c:pt idx="6239">
                  <c:v>1215</c:v>
                </c:pt>
                <c:pt idx="6240">
                  <c:v>2150</c:v>
                </c:pt>
                <c:pt idx="6241">
                  <c:v>1210</c:v>
                </c:pt>
                <c:pt idx="6242">
                  <c:v>1050</c:v>
                </c:pt>
                <c:pt idx="6243">
                  <c:v>1920</c:v>
                </c:pt>
                <c:pt idx="6244">
                  <c:v>1250</c:v>
                </c:pt>
                <c:pt idx="6245">
                  <c:v>947.55</c:v>
                </c:pt>
                <c:pt idx="6246">
                  <c:v>1421</c:v>
                </c:pt>
                <c:pt idx="6247">
                  <c:v>1425</c:v>
                </c:pt>
                <c:pt idx="6248">
                  <c:v>1162</c:v>
                </c:pt>
                <c:pt idx="6249">
                  <c:v>914</c:v>
                </c:pt>
                <c:pt idx="6250">
                  <c:v>1258</c:v>
                </c:pt>
                <c:pt idx="6251">
                  <c:v>1537</c:v>
                </c:pt>
                <c:pt idx="6252">
                  <c:v>1230</c:v>
                </c:pt>
                <c:pt idx="6253">
                  <c:v>2250</c:v>
                </c:pt>
                <c:pt idx="6254">
                  <c:v>2000</c:v>
                </c:pt>
                <c:pt idx="6255">
                  <c:v>3000</c:v>
                </c:pt>
                <c:pt idx="6256">
                  <c:v>3200</c:v>
                </c:pt>
                <c:pt idx="6257">
                  <c:v>950</c:v>
                </c:pt>
                <c:pt idx="6258">
                  <c:v>1282</c:v>
                </c:pt>
                <c:pt idx="6259">
                  <c:v>1304</c:v>
                </c:pt>
                <c:pt idx="6260">
                  <c:v>2100</c:v>
                </c:pt>
                <c:pt idx="6261">
                  <c:v>1220</c:v>
                </c:pt>
                <c:pt idx="6262">
                  <c:v>1636</c:v>
                </c:pt>
                <c:pt idx="6263">
                  <c:v>1415</c:v>
                </c:pt>
                <c:pt idx="6264">
                  <c:v>1728</c:v>
                </c:pt>
                <c:pt idx="6265">
                  <c:v>1680</c:v>
                </c:pt>
                <c:pt idx="6266">
                  <c:v>1495</c:v>
                </c:pt>
                <c:pt idx="6267">
                  <c:v>2501</c:v>
                </c:pt>
                <c:pt idx="6268">
                  <c:v>381</c:v>
                </c:pt>
                <c:pt idx="6269">
                  <c:v>2002</c:v>
                </c:pt>
                <c:pt idx="6270">
                  <c:v>1200</c:v>
                </c:pt>
                <c:pt idx="6271">
                  <c:v>1942</c:v>
                </c:pt>
                <c:pt idx="6272">
                  <c:v>1522.5</c:v>
                </c:pt>
                <c:pt idx="6273">
                  <c:v>1450</c:v>
                </c:pt>
                <c:pt idx="6274">
                  <c:v>1039</c:v>
                </c:pt>
                <c:pt idx="6275">
                  <c:v>1210</c:v>
                </c:pt>
                <c:pt idx="6276">
                  <c:v>995</c:v>
                </c:pt>
                <c:pt idx="6277">
                  <c:v>1620</c:v>
                </c:pt>
                <c:pt idx="6278">
                  <c:v>1314</c:v>
                </c:pt>
                <c:pt idx="6279">
                  <c:v>945</c:v>
                </c:pt>
                <c:pt idx="6280">
                  <c:v>1374</c:v>
                </c:pt>
                <c:pt idx="6281">
                  <c:v>1603</c:v>
                </c:pt>
                <c:pt idx="6282">
                  <c:v>1230</c:v>
                </c:pt>
                <c:pt idx="6283">
                  <c:v>670</c:v>
                </c:pt>
                <c:pt idx="6284">
                  <c:v>1864</c:v>
                </c:pt>
                <c:pt idx="6285">
                  <c:v>2500</c:v>
                </c:pt>
                <c:pt idx="6286">
                  <c:v>1625</c:v>
                </c:pt>
                <c:pt idx="6287">
                  <c:v>1186</c:v>
                </c:pt>
                <c:pt idx="6288">
                  <c:v>770</c:v>
                </c:pt>
                <c:pt idx="6289">
                  <c:v>1085</c:v>
                </c:pt>
                <c:pt idx="6290">
                  <c:v>1893</c:v>
                </c:pt>
                <c:pt idx="6291">
                  <c:v>1496</c:v>
                </c:pt>
                <c:pt idx="6292">
                  <c:v>1305</c:v>
                </c:pt>
                <c:pt idx="6293">
                  <c:v>1550</c:v>
                </c:pt>
                <c:pt idx="6294">
                  <c:v>1200</c:v>
                </c:pt>
                <c:pt idx="6295">
                  <c:v>1494</c:v>
                </c:pt>
                <c:pt idx="6296">
                  <c:v>1286</c:v>
                </c:pt>
                <c:pt idx="6297">
                  <c:v>1860</c:v>
                </c:pt>
                <c:pt idx="6298">
                  <c:v>1243</c:v>
                </c:pt>
                <c:pt idx="6299">
                  <c:v>1200</c:v>
                </c:pt>
                <c:pt idx="6300">
                  <c:v>1044</c:v>
                </c:pt>
                <c:pt idx="6301">
                  <c:v>1040</c:v>
                </c:pt>
                <c:pt idx="6302">
                  <c:v>1125</c:v>
                </c:pt>
                <c:pt idx="6303">
                  <c:v>1278</c:v>
                </c:pt>
                <c:pt idx="6304">
                  <c:v>2400</c:v>
                </c:pt>
                <c:pt idx="6305">
                  <c:v>1250</c:v>
                </c:pt>
                <c:pt idx="6306">
                  <c:v>2400</c:v>
                </c:pt>
                <c:pt idx="6307">
                  <c:v>1210</c:v>
                </c:pt>
                <c:pt idx="6308">
                  <c:v>1200</c:v>
                </c:pt>
                <c:pt idx="6309">
                  <c:v>1157</c:v>
                </c:pt>
                <c:pt idx="6310">
                  <c:v>1185</c:v>
                </c:pt>
                <c:pt idx="6311">
                  <c:v>1450</c:v>
                </c:pt>
                <c:pt idx="6312">
                  <c:v>1859</c:v>
                </c:pt>
                <c:pt idx="6313">
                  <c:v>900</c:v>
                </c:pt>
                <c:pt idx="6314">
                  <c:v>1305</c:v>
                </c:pt>
                <c:pt idx="6315">
                  <c:v>1200</c:v>
                </c:pt>
                <c:pt idx="6316">
                  <c:v>784</c:v>
                </c:pt>
                <c:pt idx="6317">
                  <c:v>1150</c:v>
                </c:pt>
                <c:pt idx="6318">
                  <c:v>1806</c:v>
                </c:pt>
                <c:pt idx="6319">
                  <c:v>1027</c:v>
                </c:pt>
                <c:pt idx="6320">
                  <c:v>1002</c:v>
                </c:pt>
                <c:pt idx="6321">
                  <c:v>1220</c:v>
                </c:pt>
                <c:pt idx="6322">
                  <c:v>1109</c:v>
                </c:pt>
                <c:pt idx="6323">
                  <c:v>1002</c:v>
                </c:pt>
                <c:pt idx="6324">
                  <c:v>1308</c:v>
                </c:pt>
                <c:pt idx="6325">
                  <c:v>1232</c:v>
                </c:pt>
                <c:pt idx="6326">
                  <c:v>1027</c:v>
                </c:pt>
                <c:pt idx="6327">
                  <c:v>1250</c:v>
                </c:pt>
                <c:pt idx="6328">
                  <c:v>1255</c:v>
                </c:pt>
                <c:pt idx="6329">
                  <c:v>1434</c:v>
                </c:pt>
                <c:pt idx="6330">
                  <c:v>925</c:v>
                </c:pt>
                <c:pt idx="6331">
                  <c:v>1858</c:v>
                </c:pt>
                <c:pt idx="6332">
                  <c:v>1205</c:v>
                </c:pt>
                <c:pt idx="6333">
                  <c:v>1500</c:v>
                </c:pt>
                <c:pt idx="6334">
                  <c:v>1020</c:v>
                </c:pt>
                <c:pt idx="6335">
                  <c:v>965</c:v>
                </c:pt>
                <c:pt idx="6336">
                  <c:v>1636</c:v>
                </c:pt>
                <c:pt idx="6337">
                  <c:v>1724</c:v>
                </c:pt>
                <c:pt idx="6338">
                  <c:v>1216</c:v>
                </c:pt>
                <c:pt idx="6339">
                  <c:v>654</c:v>
                </c:pt>
                <c:pt idx="6340">
                  <c:v>2460</c:v>
                </c:pt>
                <c:pt idx="6341">
                  <c:v>1190</c:v>
                </c:pt>
                <c:pt idx="6342">
                  <c:v>1636</c:v>
                </c:pt>
                <c:pt idx="6343">
                  <c:v>1195</c:v>
                </c:pt>
                <c:pt idx="6344">
                  <c:v>2400</c:v>
                </c:pt>
                <c:pt idx="6345">
                  <c:v>1250</c:v>
                </c:pt>
                <c:pt idx="6346">
                  <c:v>1452</c:v>
                </c:pt>
                <c:pt idx="6347">
                  <c:v>1546</c:v>
                </c:pt>
                <c:pt idx="6348">
                  <c:v>3385.5</c:v>
                </c:pt>
                <c:pt idx="6349">
                  <c:v>2700</c:v>
                </c:pt>
                <c:pt idx="6350">
                  <c:v>3000</c:v>
                </c:pt>
                <c:pt idx="6351">
                  <c:v>375</c:v>
                </c:pt>
                <c:pt idx="6352">
                  <c:v>1007</c:v>
                </c:pt>
                <c:pt idx="6353">
                  <c:v>1020</c:v>
                </c:pt>
                <c:pt idx="6354">
                  <c:v>800</c:v>
                </c:pt>
                <c:pt idx="6355">
                  <c:v>1125</c:v>
                </c:pt>
                <c:pt idx="6356">
                  <c:v>909</c:v>
                </c:pt>
                <c:pt idx="6357">
                  <c:v>2850</c:v>
                </c:pt>
                <c:pt idx="6358">
                  <c:v>1400</c:v>
                </c:pt>
                <c:pt idx="6359">
                  <c:v>1152</c:v>
                </c:pt>
                <c:pt idx="6360">
                  <c:v>958</c:v>
                </c:pt>
                <c:pt idx="6361">
                  <c:v>1150</c:v>
                </c:pt>
                <c:pt idx="6362">
                  <c:v>1310</c:v>
                </c:pt>
                <c:pt idx="6363">
                  <c:v>1590</c:v>
                </c:pt>
                <c:pt idx="6364">
                  <c:v>1645</c:v>
                </c:pt>
                <c:pt idx="6365">
                  <c:v>1800</c:v>
                </c:pt>
                <c:pt idx="6366">
                  <c:v>1795</c:v>
                </c:pt>
                <c:pt idx="6367">
                  <c:v>1100</c:v>
                </c:pt>
                <c:pt idx="6368">
                  <c:v>777</c:v>
                </c:pt>
                <c:pt idx="6369">
                  <c:v>925</c:v>
                </c:pt>
                <c:pt idx="6370">
                  <c:v>1542.14</c:v>
                </c:pt>
                <c:pt idx="6371">
                  <c:v>1430</c:v>
                </c:pt>
                <c:pt idx="6372">
                  <c:v>1020</c:v>
                </c:pt>
                <c:pt idx="6373">
                  <c:v>1140</c:v>
                </c:pt>
                <c:pt idx="6374">
                  <c:v>967</c:v>
                </c:pt>
                <c:pt idx="6375">
                  <c:v>2470</c:v>
                </c:pt>
                <c:pt idx="6376">
                  <c:v>850</c:v>
                </c:pt>
                <c:pt idx="6377">
                  <c:v>1100</c:v>
                </c:pt>
                <c:pt idx="6378">
                  <c:v>1697</c:v>
                </c:pt>
                <c:pt idx="6379">
                  <c:v>1250</c:v>
                </c:pt>
                <c:pt idx="6380">
                  <c:v>1120</c:v>
                </c:pt>
                <c:pt idx="6381">
                  <c:v>1200</c:v>
                </c:pt>
                <c:pt idx="6382">
                  <c:v>1200</c:v>
                </c:pt>
                <c:pt idx="6383">
                  <c:v>1100</c:v>
                </c:pt>
                <c:pt idx="6384">
                  <c:v>1417</c:v>
                </c:pt>
                <c:pt idx="6385">
                  <c:v>1492</c:v>
                </c:pt>
                <c:pt idx="6386">
                  <c:v>1498</c:v>
                </c:pt>
                <c:pt idx="6387">
                  <c:v>1010</c:v>
                </c:pt>
                <c:pt idx="6388">
                  <c:v>1255</c:v>
                </c:pt>
                <c:pt idx="6389">
                  <c:v>1050</c:v>
                </c:pt>
                <c:pt idx="6390">
                  <c:v>1847</c:v>
                </c:pt>
                <c:pt idx="6391">
                  <c:v>1200</c:v>
                </c:pt>
                <c:pt idx="6392">
                  <c:v>982</c:v>
                </c:pt>
                <c:pt idx="6393">
                  <c:v>2144.6</c:v>
                </c:pt>
                <c:pt idx="6394">
                  <c:v>750</c:v>
                </c:pt>
                <c:pt idx="6395">
                  <c:v>919</c:v>
                </c:pt>
                <c:pt idx="6396">
                  <c:v>1087</c:v>
                </c:pt>
                <c:pt idx="6397">
                  <c:v>1480</c:v>
                </c:pt>
                <c:pt idx="6398">
                  <c:v>1180</c:v>
                </c:pt>
                <c:pt idx="6399">
                  <c:v>1221</c:v>
                </c:pt>
                <c:pt idx="6400">
                  <c:v>1194</c:v>
                </c:pt>
                <c:pt idx="6401">
                  <c:v>2072</c:v>
                </c:pt>
                <c:pt idx="6402">
                  <c:v>1600</c:v>
                </c:pt>
                <c:pt idx="6403">
                  <c:v>2200</c:v>
                </c:pt>
                <c:pt idx="6404">
                  <c:v>1253</c:v>
                </c:pt>
                <c:pt idx="6405">
                  <c:v>1061</c:v>
                </c:pt>
                <c:pt idx="6406">
                  <c:v>1950</c:v>
                </c:pt>
                <c:pt idx="6407">
                  <c:v>1250</c:v>
                </c:pt>
                <c:pt idx="6408">
                  <c:v>1585</c:v>
                </c:pt>
                <c:pt idx="6409">
                  <c:v>1452</c:v>
                </c:pt>
                <c:pt idx="6410">
                  <c:v>1015</c:v>
                </c:pt>
                <c:pt idx="6411">
                  <c:v>2464.5</c:v>
                </c:pt>
                <c:pt idx="6412">
                  <c:v>1125</c:v>
                </c:pt>
                <c:pt idx="6413">
                  <c:v>1116</c:v>
                </c:pt>
                <c:pt idx="6414">
                  <c:v>400</c:v>
                </c:pt>
                <c:pt idx="6415">
                  <c:v>1300</c:v>
                </c:pt>
                <c:pt idx="6416">
                  <c:v>1419</c:v>
                </c:pt>
                <c:pt idx="6417">
                  <c:v>1310</c:v>
                </c:pt>
                <c:pt idx="6418">
                  <c:v>2072</c:v>
                </c:pt>
                <c:pt idx="6419">
                  <c:v>1240</c:v>
                </c:pt>
                <c:pt idx="6420">
                  <c:v>1565</c:v>
                </c:pt>
                <c:pt idx="6421">
                  <c:v>1820</c:v>
                </c:pt>
                <c:pt idx="6422">
                  <c:v>2500</c:v>
                </c:pt>
                <c:pt idx="6423">
                  <c:v>3657</c:v>
                </c:pt>
                <c:pt idx="6424">
                  <c:v>1245</c:v>
                </c:pt>
                <c:pt idx="6425">
                  <c:v>1315</c:v>
                </c:pt>
                <c:pt idx="6426">
                  <c:v>1410</c:v>
                </c:pt>
                <c:pt idx="6427">
                  <c:v>1375</c:v>
                </c:pt>
                <c:pt idx="6428">
                  <c:v>1299</c:v>
                </c:pt>
                <c:pt idx="6429">
                  <c:v>993</c:v>
                </c:pt>
                <c:pt idx="6430">
                  <c:v>1200</c:v>
                </c:pt>
                <c:pt idx="6431">
                  <c:v>2400</c:v>
                </c:pt>
                <c:pt idx="6432">
                  <c:v>1255</c:v>
                </c:pt>
                <c:pt idx="6433">
                  <c:v>1655</c:v>
                </c:pt>
                <c:pt idx="6434">
                  <c:v>2830</c:v>
                </c:pt>
                <c:pt idx="6435">
                  <c:v>550</c:v>
                </c:pt>
                <c:pt idx="6436">
                  <c:v>825</c:v>
                </c:pt>
                <c:pt idx="6437">
                  <c:v>1634</c:v>
                </c:pt>
                <c:pt idx="6438">
                  <c:v>1222</c:v>
                </c:pt>
                <c:pt idx="6439">
                  <c:v>1500</c:v>
                </c:pt>
                <c:pt idx="6440">
                  <c:v>1890</c:v>
                </c:pt>
                <c:pt idx="6441">
                  <c:v>850</c:v>
                </c:pt>
                <c:pt idx="6442">
                  <c:v>1295</c:v>
                </c:pt>
                <c:pt idx="6443">
                  <c:v>1320</c:v>
                </c:pt>
                <c:pt idx="6444">
                  <c:v>3000</c:v>
                </c:pt>
                <c:pt idx="6445">
                  <c:v>1197</c:v>
                </c:pt>
                <c:pt idx="6446">
                  <c:v>1320</c:v>
                </c:pt>
                <c:pt idx="6447">
                  <c:v>840</c:v>
                </c:pt>
                <c:pt idx="6448">
                  <c:v>640</c:v>
                </c:pt>
                <c:pt idx="6449">
                  <c:v>1693</c:v>
                </c:pt>
                <c:pt idx="6450">
                  <c:v>1000</c:v>
                </c:pt>
                <c:pt idx="6451">
                  <c:v>1305</c:v>
                </c:pt>
                <c:pt idx="6452">
                  <c:v>450</c:v>
                </c:pt>
                <c:pt idx="6453">
                  <c:v>705</c:v>
                </c:pt>
                <c:pt idx="6454">
                  <c:v>1991</c:v>
                </c:pt>
                <c:pt idx="6455">
                  <c:v>1779</c:v>
                </c:pt>
                <c:pt idx="6456">
                  <c:v>870</c:v>
                </c:pt>
                <c:pt idx="6457">
                  <c:v>1595</c:v>
                </c:pt>
                <c:pt idx="6458">
                  <c:v>525</c:v>
                </c:pt>
                <c:pt idx="6459">
                  <c:v>2000</c:v>
                </c:pt>
                <c:pt idx="6460">
                  <c:v>1614</c:v>
                </c:pt>
                <c:pt idx="6461">
                  <c:v>1200</c:v>
                </c:pt>
                <c:pt idx="6462">
                  <c:v>1150</c:v>
                </c:pt>
                <c:pt idx="6463">
                  <c:v>1610</c:v>
                </c:pt>
                <c:pt idx="6464">
                  <c:v>1190</c:v>
                </c:pt>
                <c:pt idx="6465">
                  <c:v>1050</c:v>
                </c:pt>
                <c:pt idx="6466">
                  <c:v>1460</c:v>
                </c:pt>
                <c:pt idx="6467">
                  <c:v>600</c:v>
                </c:pt>
                <c:pt idx="6468">
                  <c:v>1569</c:v>
                </c:pt>
                <c:pt idx="6469">
                  <c:v>645</c:v>
                </c:pt>
                <c:pt idx="6470">
                  <c:v>800</c:v>
                </c:pt>
                <c:pt idx="6471">
                  <c:v>1350</c:v>
                </c:pt>
                <c:pt idx="6472">
                  <c:v>1410</c:v>
                </c:pt>
                <c:pt idx="6473">
                  <c:v>1109</c:v>
                </c:pt>
                <c:pt idx="6474">
                  <c:v>800</c:v>
                </c:pt>
                <c:pt idx="6475">
                  <c:v>1215</c:v>
                </c:pt>
                <c:pt idx="6476">
                  <c:v>2273</c:v>
                </c:pt>
                <c:pt idx="6477">
                  <c:v>1255</c:v>
                </c:pt>
                <c:pt idx="6478">
                  <c:v>1020</c:v>
                </c:pt>
                <c:pt idx="6479">
                  <c:v>1225</c:v>
                </c:pt>
                <c:pt idx="6480">
                  <c:v>1120</c:v>
                </c:pt>
                <c:pt idx="6481">
                  <c:v>1225</c:v>
                </c:pt>
                <c:pt idx="6482">
                  <c:v>1984</c:v>
                </c:pt>
                <c:pt idx="6483">
                  <c:v>2425</c:v>
                </c:pt>
                <c:pt idx="6484">
                  <c:v>1200</c:v>
                </c:pt>
                <c:pt idx="6485">
                  <c:v>1127</c:v>
                </c:pt>
                <c:pt idx="6486">
                  <c:v>1655</c:v>
                </c:pt>
                <c:pt idx="6487">
                  <c:v>500</c:v>
                </c:pt>
                <c:pt idx="6488">
                  <c:v>1200</c:v>
                </c:pt>
                <c:pt idx="6489">
                  <c:v>1000</c:v>
                </c:pt>
                <c:pt idx="6490">
                  <c:v>1225</c:v>
                </c:pt>
                <c:pt idx="6491">
                  <c:v>1350</c:v>
                </c:pt>
                <c:pt idx="6492">
                  <c:v>1175</c:v>
                </c:pt>
                <c:pt idx="6493">
                  <c:v>655</c:v>
                </c:pt>
                <c:pt idx="6494">
                  <c:v>1311</c:v>
                </c:pt>
                <c:pt idx="6495">
                  <c:v>1000</c:v>
                </c:pt>
                <c:pt idx="6496">
                  <c:v>1196</c:v>
                </c:pt>
                <c:pt idx="6497">
                  <c:v>1050</c:v>
                </c:pt>
                <c:pt idx="6498">
                  <c:v>1275</c:v>
                </c:pt>
                <c:pt idx="6499">
                  <c:v>927</c:v>
                </c:pt>
                <c:pt idx="6500">
                  <c:v>1520</c:v>
                </c:pt>
                <c:pt idx="6501">
                  <c:v>1333</c:v>
                </c:pt>
                <c:pt idx="6502">
                  <c:v>600</c:v>
                </c:pt>
                <c:pt idx="6503">
                  <c:v>1326</c:v>
                </c:pt>
                <c:pt idx="6504">
                  <c:v>1773.5</c:v>
                </c:pt>
                <c:pt idx="6505">
                  <c:v>1370</c:v>
                </c:pt>
                <c:pt idx="6506">
                  <c:v>1100</c:v>
                </c:pt>
                <c:pt idx="6507">
                  <c:v>1650</c:v>
                </c:pt>
                <c:pt idx="6508">
                  <c:v>1917</c:v>
                </c:pt>
                <c:pt idx="6509">
                  <c:v>780</c:v>
                </c:pt>
                <c:pt idx="6510">
                  <c:v>950</c:v>
                </c:pt>
                <c:pt idx="6511">
                  <c:v>1175</c:v>
                </c:pt>
                <c:pt idx="6512">
                  <c:v>1089</c:v>
                </c:pt>
                <c:pt idx="6513">
                  <c:v>1804</c:v>
                </c:pt>
                <c:pt idx="6514">
                  <c:v>1257</c:v>
                </c:pt>
                <c:pt idx="6515">
                  <c:v>650</c:v>
                </c:pt>
                <c:pt idx="6516">
                  <c:v>1850</c:v>
                </c:pt>
                <c:pt idx="6517">
                  <c:v>2800</c:v>
                </c:pt>
                <c:pt idx="6518">
                  <c:v>945</c:v>
                </c:pt>
                <c:pt idx="6519">
                  <c:v>1161</c:v>
                </c:pt>
                <c:pt idx="6520">
                  <c:v>1630</c:v>
                </c:pt>
                <c:pt idx="6521">
                  <c:v>1310</c:v>
                </c:pt>
                <c:pt idx="6522">
                  <c:v>750</c:v>
                </c:pt>
                <c:pt idx="6523">
                  <c:v>1200</c:v>
                </c:pt>
                <c:pt idx="6524">
                  <c:v>1000</c:v>
                </c:pt>
                <c:pt idx="6525">
                  <c:v>1315</c:v>
                </c:pt>
                <c:pt idx="6526">
                  <c:v>1370</c:v>
                </c:pt>
                <c:pt idx="6527">
                  <c:v>1465</c:v>
                </c:pt>
                <c:pt idx="6528">
                  <c:v>1128</c:v>
                </c:pt>
                <c:pt idx="6529">
                  <c:v>1250</c:v>
                </c:pt>
                <c:pt idx="6530">
                  <c:v>1645</c:v>
                </c:pt>
                <c:pt idx="6531">
                  <c:v>1284</c:v>
                </c:pt>
                <c:pt idx="6532">
                  <c:v>1820</c:v>
                </c:pt>
                <c:pt idx="6533">
                  <c:v>1580</c:v>
                </c:pt>
                <c:pt idx="6534">
                  <c:v>1215</c:v>
                </c:pt>
                <c:pt idx="6535">
                  <c:v>1075</c:v>
                </c:pt>
                <c:pt idx="6536">
                  <c:v>1400</c:v>
                </c:pt>
                <c:pt idx="6537">
                  <c:v>1400</c:v>
                </c:pt>
                <c:pt idx="6538">
                  <c:v>845</c:v>
                </c:pt>
                <c:pt idx="6539">
                  <c:v>2600</c:v>
                </c:pt>
                <c:pt idx="6540">
                  <c:v>1199</c:v>
                </c:pt>
                <c:pt idx="6541">
                  <c:v>1175</c:v>
                </c:pt>
                <c:pt idx="6542">
                  <c:v>1767</c:v>
                </c:pt>
                <c:pt idx="6543">
                  <c:v>1800</c:v>
                </c:pt>
                <c:pt idx="6544">
                  <c:v>1856</c:v>
                </c:pt>
                <c:pt idx="6545">
                  <c:v>1613</c:v>
                </c:pt>
                <c:pt idx="6546">
                  <c:v>1290</c:v>
                </c:pt>
                <c:pt idx="6547">
                  <c:v>1375</c:v>
                </c:pt>
                <c:pt idx="6548">
                  <c:v>985</c:v>
                </c:pt>
                <c:pt idx="6549">
                  <c:v>1099</c:v>
                </c:pt>
                <c:pt idx="6550">
                  <c:v>605</c:v>
                </c:pt>
                <c:pt idx="6551">
                  <c:v>6000</c:v>
                </c:pt>
                <c:pt idx="6552">
                  <c:v>3600</c:v>
                </c:pt>
                <c:pt idx="6553">
                  <c:v>1200</c:v>
                </c:pt>
                <c:pt idx="6554">
                  <c:v>1000</c:v>
                </c:pt>
                <c:pt idx="6555">
                  <c:v>1159</c:v>
                </c:pt>
                <c:pt idx="6556">
                  <c:v>3692</c:v>
                </c:pt>
                <c:pt idx="6557">
                  <c:v>1540</c:v>
                </c:pt>
                <c:pt idx="6558">
                  <c:v>1503</c:v>
                </c:pt>
                <c:pt idx="6559">
                  <c:v>1850</c:v>
                </c:pt>
                <c:pt idx="6560">
                  <c:v>1580</c:v>
                </c:pt>
                <c:pt idx="6561">
                  <c:v>1190</c:v>
                </c:pt>
                <c:pt idx="6562">
                  <c:v>1200</c:v>
                </c:pt>
                <c:pt idx="6563">
                  <c:v>850</c:v>
                </c:pt>
                <c:pt idx="6564">
                  <c:v>2500</c:v>
                </c:pt>
                <c:pt idx="6565">
                  <c:v>1200</c:v>
                </c:pt>
                <c:pt idx="6566">
                  <c:v>1500</c:v>
                </c:pt>
                <c:pt idx="6567">
                  <c:v>1880</c:v>
                </c:pt>
                <c:pt idx="6568">
                  <c:v>1150</c:v>
                </c:pt>
                <c:pt idx="6569">
                  <c:v>924</c:v>
                </c:pt>
                <c:pt idx="6570">
                  <c:v>1962</c:v>
                </c:pt>
                <c:pt idx="6571">
                  <c:v>1765</c:v>
                </c:pt>
                <c:pt idx="6572">
                  <c:v>1174</c:v>
                </c:pt>
                <c:pt idx="6573">
                  <c:v>1894</c:v>
                </c:pt>
                <c:pt idx="6574">
                  <c:v>1760</c:v>
                </c:pt>
                <c:pt idx="6575">
                  <c:v>1768</c:v>
                </c:pt>
                <c:pt idx="6576">
                  <c:v>1790</c:v>
                </c:pt>
                <c:pt idx="6577">
                  <c:v>1200</c:v>
                </c:pt>
                <c:pt idx="6578">
                  <c:v>2540</c:v>
                </c:pt>
                <c:pt idx="6579">
                  <c:v>1137</c:v>
                </c:pt>
                <c:pt idx="6580">
                  <c:v>3181</c:v>
                </c:pt>
                <c:pt idx="6581">
                  <c:v>1568</c:v>
                </c:pt>
                <c:pt idx="6582">
                  <c:v>1308</c:v>
                </c:pt>
                <c:pt idx="6583">
                  <c:v>1200</c:v>
                </c:pt>
                <c:pt idx="6584">
                  <c:v>800</c:v>
                </c:pt>
                <c:pt idx="6585">
                  <c:v>530</c:v>
                </c:pt>
                <c:pt idx="6586">
                  <c:v>873</c:v>
                </c:pt>
                <c:pt idx="6587">
                  <c:v>3000</c:v>
                </c:pt>
                <c:pt idx="6588">
                  <c:v>958</c:v>
                </c:pt>
                <c:pt idx="6589">
                  <c:v>2072</c:v>
                </c:pt>
                <c:pt idx="6590">
                  <c:v>2273</c:v>
                </c:pt>
                <c:pt idx="6591">
                  <c:v>760</c:v>
                </c:pt>
                <c:pt idx="6592">
                  <c:v>1090</c:v>
                </c:pt>
                <c:pt idx="6593">
                  <c:v>2072</c:v>
                </c:pt>
                <c:pt idx="6594">
                  <c:v>1550</c:v>
                </c:pt>
                <c:pt idx="6595">
                  <c:v>1251</c:v>
                </c:pt>
                <c:pt idx="6596">
                  <c:v>1070</c:v>
                </c:pt>
                <c:pt idx="6597">
                  <c:v>1200</c:v>
                </c:pt>
                <c:pt idx="6598">
                  <c:v>1435</c:v>
                </c:pt>
                <c:pt idx="6599">
                  <c:v>1400</c:v>
                </c:pt>
                <c:pt idx="6600">
                  <c:v>2330</c:v>
                </c:pt>
                <c:pt idx="6601">
                  <c:v>1200</c:v>
                </c:pt>
                <c:pt idx="6602">
                  <c:v>1000</c:v>
                </c:pt>
                <c:pt idx="6603">
                  <c:v>1655</c:v>
                </c:pt>
                <c:pt idx="6604">
                  <c:v>3600</c:v>
                </c:pt>
                <c:pt idx="6605">
                  <c:v>600</c:v>
                </c:pt>
                <c:pt idx="6606">
                  <c:v>1175</c:v>
                </c:pt>
                <c:pt idx="6607">
                  <c:v>1155</c:v>
                </c:pt>
                <c:pt idx="6608">
                  <c:v>1200</c:v>
                </c:pt>
                <c:pt idx="6609">
                  <c:v>1149</c:v>
                </c:pt>
                <c:pt idx="6610">
                  <c:v>1745</c:v>
                </c:pt>
                <c:pt idx="6611">
                  <c:v>1010</c:v>
                </c:pt>
                <c:pt idx="6612">
                  <c:v>1718</c:v>
                </c:pt>
                <c:pt idx="6613">
                  <c:v>650</c:v>
                </c:pt>
                <c:pt idx="6614">
                  <c:v>1330</c:v>
                </c:pt>
                <c:pt idx="6615">
                  <c:v>1200</c:v>
                </c:pt>
                <c:pt idx="6616">
                  <c:v>1693</c:v>
                </c:pt>
                <c:pt idx="6617">
                  <c:v>1800</c:v>
                </c:pt>
                <c:pt idx="6618">
                  <c:v>900</c:v>
                </c:pt>
                <c:pt idx="6619">
                  <c:v>1020</c:v>
                </c:pt>
                <c:pt idx="6620">
                  <c:v>1700</c:v>
                </c:pt>
                <c:pt idx="6621">
                  <c:v>661</c:v>
                </c:pt>
                <c:pt idx="6622">
                  <c:v>1280</c:v>
                </c:pt>
                <c:pt idx="6623">
                  <c:v>1170</c:v>
                </c:pt>
                <c:pt idx="6624">
                  <c:v>1150</c:v>
                </c:pt>
                <c:pt idx="6625">
                  <c:v>1380</c:v>
                </c:pt>
                <c:pt idx="6626">
                  <c:v>1050</c:v>
                </c:pt>
                <c:pt idx="6627">
                  <c:v>1080</c:v>
                </c:pt>
                <c:pt idx="6628">
                  <c:v>1303</c:v>
                </c:pt>
                <c:pt idx="6629">
                  <c:v>1196</c:v>
                </c:pt>
                <c:pt idx="6630">
                  <c:v>2500</c:v>
                </c:pt>
                <c:pt idx="6631">
                  <c:v>1250</c:v>
                </c:pt>
                <c:pt idx="6632">
                  <c:v>1419</c:v>
                </c:pt>
                <c:pt idx="6633">
                  <c:v>1200</c:v>
                </c:pt>
                <c:pt idx="6634">
                  <c:v>1120</c:v>
                </c:pt>
                <c:pt idx="6635">
                  <c:v>762.5</c:v>
                </c:pt>
                <c:pt idx="6636">
                  <c:v>1245</c:v>
                </c:pt>
                <c:pt idx="6637">
                  <c:v>1093</c:v>
                </c:pt>
                <c:pt idx="6638">
                  <c:v>1025</c:v>
                </c:pt>
                <c:pt idx="6639">
                  <c:v>1345</c:v>
                </c:pt>
                <c:pt idx="6640">
                  <c:v>1500</c:v>
                </c:pt>
                <c:pt idx="6641">
                  <c:v>1180</c:v>
                </c:pt>
                <c:pt idx="6642">
                  <c:v>1020</c:v>
                </c:pt>
                <c:pt idx="6643">
                  <c:v>1800</c:v>
                </c:pt>
                <c:pt idx="6644">
                  <c:v>2008</c:v>
                </c:pt>
                <c:pt idx="6645">
                  <c:v>1240</c:v>
                </c:pt>
                <c:pt idx="6646">
                  <c:v>1020</c:v>
                </c:pt>
                <c:pt idx="6647">
                  <c:v>2095</c:v>
                </c:pt>
                <c:pt idx="6648">
                  <c:v>1362</c:v>
                </c:pt>
                <c:pt idx="6649">
                  <c:v>694</c:v>
                </c:pt>
                <c:pt idx="6650">
                  <c:v>1404</c:v>
                </c:pt>
                <c:pt idx="6651">
                  <c:v>1192</c:v>
                </c:pt>
                <c:pt idx="6652">
                  <c:v>1050</c:v>
                </c:pt>
                <c:pt idx="6653">
                  <c:v>1259</c:v>
                </c:pt>
                <c:pt idx="6654">
                  <c:v>1000</c:v>
                </c:pt>
                <c:pt idx="6655">
                  <c:v>985</c:v>
                </c:pt>
                <c:pt idx="6656">
                  <c:v>850</c:v>
                </c:pt>
                <c:pt idx="6657">
                  <c:v>1650</c:v>
                </c:pt>
                <c:pt idx="6658">
                  <c:v>1900</c:v>
                </c:pt>
                <c:pt idx="6659">
                  <c:v>1367</c:v>
                </c:pt>
                <c:pt idx="6660">
                  <c:v>1210</c:v>
                </c:pt>
                <c:pt idx="6661">
                  <c:v>1190</c:v>
                </c:pt>
                <c:pt idx="6662">
                  <c:v>1175</c:v>
                </c:pt>
                <c:pt idx="6663">
                  <c:v>1140</c:v>
                </c:pt>
                <c:pt idx="6664">
                  <c:v>1095</c:v>
                </c:pt>
                <c:pt idx="6665">
                  <c:v>782</c:v>
                </c:pt>
                <c:pt idx="6666">
                  <c:v>1435</c:v>
                </c:pt>
                <c:pt idx="6667">
                  <c:v>725</c:v>
                </c:pt>
                <c:pt idx="6668">
                  <c:v>1600</c:v>
                </c:pt>
                <c:pt idx="6669">
                  <c:v>3205</c:v>
                </c:pt>
                <c:pt idx="6670">
                  <c:v>1674</c:v>
                </c:pt>
                <c:pt idx="6671">
                  <c:v>1243</c:v>
                </c:pt>
                <c:pt idx="6672">
                  <c:v>1703</c:v>
                </c:pt>
                <c:pt idx="6673">
                  <c:v>1350</c:v>
                </c:pt>
                <c:pt idx="6674">
                  <c:v>1145</c:v>
                </c:pt>
                <c:pt idx="6675">
                  <c:v>1216</c:v>
                </c:pt>
                <c:pt idx="6676">
                  <c:v>1100</c:v>
                </c:pt>
                <c:pt idx="6677">
                  <c:v>2425</c:v>
                </c:pt>
                <c:pt idx="6678">
                  <c:v>2700</c:v>
                </c:pt>
                <c:pt idx="6679">
                  <c:v>1196</c:v>
                </c:pt>
                <c:pt idx="6680">
                  <c:v>1600</c:v>
                </c:pt>
                <c:pt idx="6681">
                  <c:v>1510</c:v>
                </c:pt>
                <c:pt idx="6682">
                  <c:v>780</c:v>
                </c:pt>
                <c:pt idx="6683">
                  <c:v>1194</c:v>
                </c:pt>
                <c:pt idx="6684">
                  <c:v>1250</c:v>
                </c:pt>
                <c:pt idx="6685">
                  <c:v>1250</c:v>
                </c:pt>
                <c:pt idx="6686">
                  <c:v>620</c:v>
                </c:pt>
                <c:pt idx="6687">
                  <c:v>1630</c:v>
                </c:pt>
                <c:pt idx="6688">
                  <c:v>1020</c:v>
                </c:pt>
                <c:pt idx="6689">
                  <c:v>1410</c:v>
                </c:pt>
                <c:pt idx="6690">
                  <c:v>1181.7</c:v>
                </c:pt>
                <c:pt idx="6691">
                  <c:v>1691</c:v>
                </c:pt>
                <c:pt idx="6692">
                  <c:v>1200</c:v>
                </c:pt>
                <c:pt idx="6693">
                  <c:v>1200</c:v>
                </c:pt>
                <c:pt idx="6694">
                  <c:v>1050</c:v>
                </c:pt>
                <c:pt idx="6695">
                  <c:v>1300</c:v>
                </c:pt>
                <c:pt idx="6696">
                  <c:v>1356</c:v>
                </c:pt>
                <c:pt idx="6697">
                  <c:v>1338</c:v>
                </c:pt>
                <c:pt idx="6698">
                  <c:v>500</c:v>
                </c:pt>
                <c:pt idx="6699">
                  <c:v>1280</c:v>
                </c:pt>
                <c:pt idx="6700">
                  <c:v>1531</c:v>
                </c:pt>
                <c:pt idx="6701">
                  <c:v>620</c:v>
                </c:pt>
                <c:pt idx="6702">
                  <c:v>1605</c:v>
                </c:pt>
                <c:pt idx="6703">
                  <c:v>1917</c:v>
                </c:pt>
                <c:pt idx="6704">
                  <c:v>1400</c:v>
                </c:pt>
                <c:pt idx="6705">
                  <c:v>1100</c:v>
                </c:pt>
                <c:pt idx="6706">
                  <c:v>2041</c:v>
                </c:pt>
                <c:pt idx="6707">
                  <c:v>2070</c:v>
                </c:pt>
                <c:pt idx="6708">
                  <c:v>1110</c:v>
                </c:pt>
                <c:pt idx="6709">
                  <c:v>1650</c:v>
                </c:pt>
                <c:pt idx="6710">
                  <c:v>1033</c:v>
                </c:pt>
                <c:pt idx="6711">
                  <c:v>1142</c:v>
                </c:pt>
                <c:pt idx="6712">
                  <c:v>1500</c:v>
                </c:pt>
                <c:pt idx="6713">
                  <c:v>1502</c:v>
                </c:pt>
                <c:pt idx="6714">
                  <c:v>1176</c:v>
                </c:pt>
                <c:pt idx="6715">
                  <c:v>1063</c:v>
                </c:pt>
                <c:pt idx="6716">
                  <c:v>1100</c:v>
                </c:pt>
                <c:pt idx="6717">
                  <c:v>1044</c:v>
                </c:pt>
                <c:pt idx="6718">
                  <c:v>1216</c:v>
                </c:pt>
                <c:pt idx="6719">
                  <c:v>1425</c:v>
                </c:pt>
                <c:pt idx="6720">
                  <c:v>1345</c:v>
                </c:pt>
                <c:pt idx="6721">
                  <c:v>1248</c:v>
                </c:pt>
                <c:pt idx="6722">
                  <c:v>1025</c:v>
                </c:pt>
                <c:pt idx="6723">
                  <c:v>1424</c:v>
                </c:pt>
                <c:pt idx="6724">
                  <c:v>1285</c:v>
                </c:pt>
                <c:pt idx="6725">
                  <c:v>1450</c:v>
                </c:pt>
                <c:pt idx="6726">
                  <c:v>1160</c:v>
                </c:pt>
                <c:pt idx="6727">
                  <c:v>2000</c:v>
                </c:pt>
                <c:pt idx="6728">
                  <c:v>1125</c:v>
                </c:pt>
                <c:pt idx="6729">
                  <c:v>1133</c:v>
                </c:pt>
                <c:pt idx="6730">
                  <c:v>1240</c:v>
                </c:pt>
                <c:pt idx="6731">
                  <c:v>1466</c:v>
                </c:pt>
                <c:pt idx="6732">
                  <c:v>1610</c:v>
                </c:pt>
                <c:pt idx="6733">
                  <c:v>1220</c:v>
                </c:pt>
                <c:pt idx="6734">
                  <c:v>1225</c:v>
                </c:pt>
                <c:pt idx="6735">
                  <c:v>1300</c:v>
                </c:pt>
                <c:pt idx="6736">
                  <c:v>1996</c:v>
                </c:pt>
                <c:pt idx="6737">
                  <c:v>1320</c:v>
                </c:pt>
                <c:pt idx="6738">
                  <c:v>1835</c:v>
                </c:pt>
                <c:pt idx="6739">
                  <c:v>1435</c:v>
                </c:pt>
                <c:pt idx="6740">
                  <c:v>1601</c:v>
                </c:pt>
                <c:pt idx="6741">
                  <c:v>1257</c:v>
                </c:pt>
                <c:pt idx="6742">
                  <c:v>1309</c:v>
                </c:pt>
                <c:pt idx="6743">
                  <c:v>1362</c:v>
                </c:pt>
                <c:pt idx="6744">
                  <c:v>1115</c:v>
                </c:pt>
                <c:pt idx="6745">
                  <c:v>1870</c:v>
                </c:pt>
                <c:pt idx="6746">
                  <c:v>1322</c:v>
                </c:pt>
                <c:pt idx="6747">
                  <c:v>1450</c:v>
                </c:pt>
                <c:pt idx="6748">
                  <c:v>1185</c:v>
                </c:pt>
                <c:pt idx="6749">
                  <c:v>1790</c:v>
                </c:pt>
                <c:pt idx="6750">
                  <c:v>1050</c:v>
                </c:pt>
                <c:pt idx="6751">
                  <c:v>693</c:v>
                </c:pt>
                <c:pt idx="6752">
                  <c:v>775</c:v>
                </c:pt>
                <c:pt idx="6753">
                  <c:v>1000</c:v>
                </c:pt>
                <c:pt idx="6754">
                  <c:v>1183</c:v>
                </c:pt>
                <c:pt idx="6755">
                  <c:v>425</c:v>
                </c:pt>
                <c:pt idx="6756">
                  <c:v>820</c:v>
                </c:pt>
                <c:pt idx="6757">
                  <c:v>1200</c:v>
                </c:pt>
                <c:pt idx="6758">
                  <c:v>1151</c:v>
                </c:pt>
                <c:pt idx="6759">
                  <c:v>1320</c:v>
                </c:pt>
                <c:pt idx="6760">
                  <c:v>1450</c:v>
                </c:pt>
                <c:pt idx="6761">
                  <c:v>1270</c:v>
                </c:pt>
                <c:pt idx="6762">
                  <c:v>1847</c:v>
                </c:pt>
                <c:pt idx="6763">
                  <c:v>1650</c:v>
                </c:pt>
                <c:pt idx="6764">
                  <c:v>2380</c:v>
                </c:pt>
                <c:pt idx="6765">
                  <c:v>2400</c:v>
                </c:pt>
                <c:pt idx="6766">
                  <c:v>1160</c:v>
                </c:pt>
                <c:pt idx="6767">
                  <c:v>2805</c:v>
                </c:pt>
                <c:pt idx="6768">
                  <c:v>1360</c:v>
                </c:pt>
                <c:pt idx="6769">
                  <c:v>1089</c:v>
                </c:pt>
                <c:pt idx="6770">
                  <c:v>1115</c:v>
                </c:pt>
                <c:pt idx="6771">
                  <c:v>1215</c:v>
                </c:pt>
                <c:pt idx="6772">
                  <c:v>1194</c:v>
                </c:pt>
                <c:pt idx="6773">
                  <c:v>1536</c:v>
                </c:pt>
                <c:pt idx="6774">
                  <c:v>1255</c:v>
                </c:pt>
                <c:pt idx="6775">
                  <c:v>1571</c:v>
                </c:pt>
                <c:pt idx="6776">
                  <c:v>900</c:v>
                </c:pt>
                <c:pt idx="6777">
                  <c:v>1517</c:v>
                </c:pt>
                <c:pt idx="6778">
                  <c:v>664</c:v>
                </c:pt>
                <c:pt idx="6779">
                  <c:v>1230</c:v>
                </c:pt>
                <c:pt idx="6780">
                  <c:v>1340</c:v>
                </c:pt>
                <c:pt idx="6781">
                  <c:v>1175</c:v>
                </c:pt>
                <c:pt idx="6782">
                  <c:v>1240</c:v>
                </c:pt>
                <c:pt idx="6783">
                  <c:v>1470</c:v>
                </c:pt>
                <c:pt idx="6784">
                  <c:v>525</c:v>
                </c:pt>
                <c:pt idx="6785">
                  <c:v>1680</c:v>
                </c:pt>
                <c:pt idx="6786">
                  <c:v>1000</c:v>
                </c:pt>
                <c:pt idx="6787">
                  <c:v>1071</c:v>
                </c:pt>
                <c:pt idx="6788">
                  <c:v>1512</c:v>
                </c:pt>
                <c:pt idx="6789">
                  <c:v>1190</c:v>
                </c:pt>
                <c:pt idx="6790">
                  <c:v>1550</c:v>
                </c:pt>
                <c:pt idx="6791">
                  <c:v>1283</c:v>
                </c:pt>
                <c:pt idx="6792">
                  <c:v>1325</c:v>
                </c:pt>
                <c:pt idx="6793">
                  <c:v>1105</c:v>
                </c:pt>
                <c:pt idx="6794">
                  <c:v>1600</c:v>
                </c:pt>
                <c:pt idx="6795">
                  <c:v>800</c:v>
                </c:pt>
                <c:pt idx="6796">
                  <c:v>1100</c:v>
                </c:pt>
                <c:pt idx="6797">
                  <c:v>2099</c:v>
                </c:pt>
                <c:pt idx="6798">
                  <c:v>1365</c:v>
                </c:pt>
                <c:pt idx="6799">
                  <c:v>1485</c:v>
                </c:pt>
                <c:pt idx="6800">
                  <c:v>1250</c:v>
                </c:pt>
                <c:pt idx="6801">
                  <c:v>1290</c:v>
                </c:pt>
                <c:pt idx="6802">
                  <c:v>1170</c:v>
                </c:pt>
                <c:pt idx="6803">
                  <c:v>1328</c:v>
                </c:pt>
                <c:pt idx="6804">
                  <c:v>1232</c:v>
                </c:pt>
                <c:pt idx="6805">
                  <c:v>1180</c:v>
                </c:pt>
                <c:pt idx="6806">
                  <c:v>1350</c:v>
                </c:pt>
                <c:pt idx="6807">
                  <c:v>2400</c:v>
                </c:pt>
                <c:pt idx="6808">
                  <c:v>1020</c:v>
                </c:pt>
                <c:pt idx="6809">
                  <c:v>1410</c:v>
                </c:pt>
                <c:pt idx="6810">
                  <c:v>2159</c:v>
                </c:pt>
                <c:pt idx="6811">
                  <c:v>1200</c:v>
                </c:pt>
                <c:pt idx="6812">
                  <c:v>1255</c:v>
                </c:pt>
                <c:pt idx="6813">
                  <c:v>1074</c:v>
                </c:pt>
                <c:pt idx="6814">
                  <c:v>1200</c:v>
                </c:pt>
                <c:pt idx="6815">
                  <c:v>1170</c:v>
                </c:pt>
                <c:pt idx="6816">
                  <c:v>728.5</c:v>
                </c:pt>
                <c:pt idx="6817">
                  <c:v>1660</c:v>
                </c:pt>
                <c:pt idx="6818">
                  <c:v>1850</c:v>
                </c:pt>
                <c:pt idx="6819">
                  <c:v>510</c:v>
                </c:pt>
                <c:pt idx="6820">
                  <c:v>1601</c:v>
                </c:pt>
                <c:pt idx="6821">
                  <c:v>952</c:v>
                </c:pt>
                <c:pt idx="6822">
                  <c:v>1166</c:v>
                </c:pt>
                <c:pt idx="6823">
                  <c:v>1900</c:v>
                </c:pt>
                <c:pt idx="6824">
                  <c:v>1520</c:v>
                </c:pt>
                <c:pt idx="6825">
                  <c:v>2100</c:v>
                </c:pt>
                <c:pt idx="6826">
                  <c:v>1175</c:v>
                </c:pt>
                <c:pt idx="6827">
                  <c:v>1432</c:v>
                </c:pt>
                <c:pt idx="6828">
                  <c:v>1005</c:v>
                </c:pt>
                <c:pt idx="6829">
                  <c:v>1309</c:v>
                </c:pt>
                <c:pt idx="6830">
                  <c:v>1050</c:v>
                </c:pt>
                <c:pt idx="6831">
                  <c:v>1100</c:v>
                </c:pt>
                <c:pt idx="6832">
                  <c:v>1565</c:v>
                </c:pt>
                <c:pt idx="6833">
                  <c:v>940</c:v>
                </c:pt>
                <c:pt idx="6834">
                  <c:v>1015</c:v>
                </c:pt>
                <c:pt idx="6835">
                  <c:v>1652</c:v>
                </c:pt>
                <c:pt idx="6836">
                  <c:v>1100</c:v>
                </c:pt>
                <c:pt idx="6837">
                  <c:v>2340</c:v>
                </c:pt>
                <c:pt idx="6838">
                  <c:v>1200</c:v>
                </c:pt>
                <c:pt idx="6839">
                  <c:v>1400</c:v>
                </c:pt>
                <c:pt idx="6840">
                  <c:v>1020</c:v>
                </c:pt>
                <c:pt idx="6841">
                  <c:v>1267</c:v>
                </c:pt>
                <c:pt idx="6842">
                  <c:v>2439</c:v>
                </c:pt>
                <c:pt idx="6843">
                  <c:v>1645</c:v>
                </c:pt>
                <c:pt idx="6844">
                  <c:v>1100</c:v>
                </c:pt>
                <c:pt idx="6845">
                  <c:v>1320</c:v>
                </c:pt>
                <c:pt idx="6846">
                  <c:v>1000</c:v>
                </c:pt>
                <c:pt idx="6847">
                  <c:v>2500</c:v>
                </c:pt>
                <c:pt idx="6848">
                  <c:v>1086</c:v>
                </c:pt>
                <c:pt idx="6849">
                  <c:v>416</c:v>
                </c:pt>
                <c:pt idx="6850">
                  <c:v>1066</c:v>
                </c:pt>
                <c:pt idx="6851">
                  <c:v>1730</c:v>
                </c:pt>
                <c:pt idx="6852">
                  <c:v>1205</c:v>
                </c:pt>
                <c:pt idx="6853">
                  <c:v>2500</c:v>
                </c:pt>
                <c:pt idx="6854">
                  <c:v>960</c:v>
                </c:pt>
                <c:pt idx="6855">
                  <c:v>1510</c:v>
                </c:pt>
                <c:pt idx="6856">
                  <c:v>1600</c:v>
                </c:pt>
                <c:pt idx="6857">
                  <c:v>2300</c:v>
                </c:pt>
                <c:pt idx="6858">
                  <c:v>1000</c:v>
                </c:pt>
                <c:pt idx="6859">
                  <c:v>1160</c:v>
                </c:pt>
                <c:pt idx="6860">
                  <c:v>1553</c:v>
                </c:pt>
                <c:pt idx="6861">
                  <c:v>1134</c:v>
                </c:pt>
                <c:pt idx="6862">
                  <c:v>2400</c:v>
                </c:pt>
                <c:pt idx="6863">
                  <c:v>2400</c:v>
                </c:pt>
                <c:pt idx="6864">
                  <c:v>1350</c:v>
                </c:pt>
                <c:pt idx="6865">
                  <c:v>1032</c:v>
                </c:pt>
                <c:pt idx="6866">
                  <c:v>1998</c:v>
                </c:pt>
                <c:pt idx="6867">
                  <c:v>1225</c:v>
                </c:pt>
                <c:pt idx="6868">
                  <c:v>1262</c:v>
                </c:pt>
                <c:pt idx="6869">
                  <c:v>1842</c:v>
                </c:pt>
                <c:pt idx="6870">
                  <c:v>1300</c:v>
                </c:pt>
                <c:pt idx="6871">
                  <c:v>1070</c:v>
                </c:pt>
                <c:pt idx="6872">
                  <c:v>950</c:v>
                </c:pt>
                <c:pt idx="6873">
                  <c:v>1012</c:v>
                </c:pt>
                <c:pt idx="6874">
                  <c:v>1000</c:v>
                </c:pt>
                <c:pt idx="6875">
                  <c:v>1394</c:v>
                </c:pt>
                <c:pt idx="6876">
                  <c:v>1450</c:v>
                </c:pt>
                <c:pt idx="6877">
                  <c:v>527</c:v>
                </c:pt>
                <c:pt idx="6878">
                  <c:v>1693</c:v>
                </c:pt>
                <c:pt idx="6879">
                  <c:v>3122</c:v>
                </c:pt>
                <c:pt idx="6880">
                  <c:v>1000</c:v>
                </c:pt>
                <c:pt idx="6881">
                  <c:v>952</c:v>
                </c:pt>
                <c:pt idx="6882">
                  <c:v>1410</c:v>
                </c:pt>
                <c:pt idx="6883">
                  <c:v>1400</c:v>
                </c:pt>
                <c:pt idx="6884">
                  <c:v>3056</c:v>
                </c:pt>
                <c:pt idx="6885">
                  <c:v>1826</c:v>
                </c:pt>
                <c:pt idx="6886">
                  <c:v>1689</c:v>
                </c:pt>
                <c:pt idx="6887">
                  <c:v>1075</c:v>
                </c:pt>
                <c:pt idx="6888">
                  <c:v>960</c:v>
                </c:pt>
                <c:pt idx="6889">
                  <c:v>808</c:v>
                </c:pt>
                <c:pt idx="6890">
                  <c:v>907</c:v>
                </c:pt>
                <c:pt idx="6891">
                  <c:v>1300</c:v>
                </c:pt>
                <c:pt idx="6892">
                  <c:v>1804</c:v>
                </c:pt>
                <c:pt idx="6893">
                  <c:v>1350</c:v>
                </c:pt>
                <c:pt idx="6894">
                  <c:v>1836</c:v>
                </c:pt>
                <c:pt idx="6895">
                  <c:v>826</c:v>
                </c:pt>
                <c:pt idx="6896">
                  <c:v>1200</c:v>
                </c:pt>
                <c:pt idx="6897">
                  <c:v>3000</c:v>
                </c:pt>
                <c:pt idx="6898">
                  <c:v>1460</c:v>
                </c:pt>
                <c:pt idx="6899">
                  <c:v>965</c:v>
                </c:pt>
                <c:pt idx="6900">
                  <c:v>2000</c:v>
                </c:pt>
                <c:pt idx="6901">
                  <c:v>1395</c:v>
                </c:pt>
                <c:pt idx="6902">
                  <c:v>1660</c:v>
                </c:pt>
                <c:pt idx="6903">
                  <c:v>935</c:v>
                </c:pt>
                <c:pt idx="6904">
                  <c:v>1180</c:v>
                </c:pt>
                <c:pt idx="6905">
                  <c:v>1090</c:v>
                </c:pt>
                <c:pt idx="6906">
                  <c:v>1204</c:v>
                </c:pt>
                <c:pt idx="6907">
                  <c:v>2072</c:v>
                </c:pt>
                <c:pt idx="6908">
                  <c:v>1056</c:v>
                </c:pt>
                <c:pt idx="6909">
                  <c:v>985</c:v>
                </c:pt>
                <c:pt idx="6910">
                  <c:v>1315</c:v>
                </c:pt>
                <c:pt idx="6911">
                  <c:v>734</c:v>
                </c:pt>
                <c:pt idx="6912">
                  <c:v>2900</c:v>
                </c:pt>
                <c:pt idx="6913">
                  <c:v>2317</c:v>
                </c:pt>
                <c:pt idx="6914">
                  <c:v>600</c:v>
                </c:pt>
                <c:pt idx="6915">
                  <c:v>2200</c:v>
                </c:pt>
                <c:pt idx="6916">
                  <c:v>656</c:v>
                </c:pt>
                <c:pt idx="6917">
                  <c:v>400</c:v>
                </c:pt>
                <c:pt idx="6918">
                  <c:v>666</c:v>
                </c:pt>
                <c:pt idx="6919">
                  <c:v>1174</c:v>
                </c:pt>
                <c:pt idx="6920">
                  <c:v>1153</c:v>
                </c:pt>
                <c:pt idx="6921">
                  <c:v>1000</c:v>
                </c:pt>
                <c:pt idx="6922">
                  <c:v>2400</c:v>
                </c:pt>
                <c:pt idx="6923">
                  <c:v>957</c:v>
                </c:pt>
                <c:pt idx="6924">
                  <c:v>1060</c:v>
                </c:pt>
                <c:pt idx="6925">
                  <c:v>1000</c:v>
                </c:pt>
                <c:pt idx="6926">
                  <c:v>1843</c:v>
                </c:pt>
                <c:pt idx="6927">
                  <c:v>1150</c:v>
                </c:pt>
                <c:pt idx="6928">
                  <c:v>1230</c:v>
                </c:pt>
                <c:pt idx="6929">
                  <c:v>3197</c:v>
                </c:pt>
                <c:pt idx="6930">
                  <c:v>1703</c:v>
                </c:pt>
                <c:pt idx="6931">
                  <c:v>1125</c:v>
                </c:pt>
                <c:pt idx="6932">
                  <c:v>1516</c:v>
                </c:pt>
                <c:pt idx="6933">
                  <c:v>1130</c:v>
                </c:pt>
                <c:pt idx="6934">
                  <c:v>1512</c:v>
                </c:pt>
                <c:pt idx="6935">
                  <c:v>1491</c:v>
                </c:pt>
                <c:pt idx="6936">
                  <c:v>1250</c:v>
                </c:pt>
                <c:pt idx="6937">
                  <c:v>1650</c:v>
                </c:pt>
                <c:pt idx="6938">
                  <c:v>1140</c:v>
                </c:pt>
                <c:pt idx="6939">
                  <c:v>1200</c:v>
                </c:pt>
                <c:pt idx="6940">
                  <c:v>1881</c:v>
                </c:pt>
                <c:pt idx="6941">
                  <c:v>1100</c:v>
                </c:pt>
                <c:pt idx="6942">
                  <c:v>1500</c:v>
                </c:pt>
                <c:pt idx="6943">
                  <c:v>1197</c:v>
                </c:pt>
                <c:pt idx="6944">
                  <c:v>2400</c:v>
                </c:pt>
                <c:pt idx="6945">
                  <c:v>1345</c:v>
                </c:pt>
                <c:pt idx="6946">
                  <c:v>1200</c:v>
                </c:pt>
                <c:pt idx="6947">
                  <c:v>3230</c:v>
                </c:pt>
                <c:pt idx="6948">
                  <c:v>1260</c:v>
                </c:pt>
                <c:pt idx="6949">
                  <c:v>2750</c:v>
                </c:pt>
                <c:pt idx="6950">
                  <c:v>1200</c:v>
                </c:pt>
                <c:pt idx="6951">
                  <c:v>1650</c:v>
                </c:pt>
                <c:pt idx="6952">
                  <c:v>600</c:v>
                </c:pt>
                <c:pt idx="6953">
                  <c:v>1025</c:v>
                </c:pt>
                <c:pt idx="6954">
                  <c:v>2302.5</c:v>
                </c:pt>
                <c:pt idx="6955">
                  <c:v>973</c:v>
                </c:pt>
                <c:pt idx="6956">
                  <c:v>1007</c:v>
                </c:pt>
                <c:pt idx="6957">
                  <c:v>800</c:v>
                </c:pt>
                <c:pt idx="6958">
                  <c:v>1830</c:v>
                </c:pt>
                <c:pt idx="6959">
                  <c:v>1077</c:v>
                </c:pt>
                <c:pt idx="6960">
                  <c:v>672</c:v>
                </c:pt>
                <c:pt idx="6961">
                  <c:v>1280</c:v>
                </c:pt>
                <c:pt idx="6962">
                  <c:v>865</c:v>
                </c:pt>
                <c:pt idx="6963">
                  <c:v>1000</c:v>
                </c:pt>
                <c:pt idx="6964">
                  <c:v>1285</c:v>
                </c:pt>
                <c:pt idx="6965">
                  <c:v>662</c:v>
                </c:pt>
                <c:pt idx="6966">
                  <c:v>3750</c:v>
                </c:pt>
                <c:pt idx="6967">
                  <c:v>1850</c:v>
                </c:pt>
                <c:pt idx="6968">
                  <c:v>1754</c:v>
                </c:pt>
                <c:pt idx="6969">
                  <c:v>1567</c:v>
                </c:pt>
                <c:pt idx="6970">
                  <c:v>1695</c:v>
                </c:pt>
                <c:pt idx="6971">
                  <c:v>1150</c:v>
                </c:pt>
                <c:pt idx="6972">
                  <c:v>1690</c:v>
                </c:pt>
                <c:pt idx="6973">
                  <c:v>2350</c:v>
                </c:pt>
                <c:pt idx="6974">
                  <c:v>1057</c:v>
                </c:pt>
                <c:pt idx="6975">
                  <c:v>1320</c:v>
                </c:pt>
                <c:pt idx="6976">
                  <c:v>2119</c:v>
                </c:pt>
                <c:pt idx="6977">
                  <c:v>1125</c:v>
                </c:pt>
                <c:pt idx="6978">
                  <c:v>2254</c:v>
                </c:pt>
                <c:pt idx="6979">
                  <c:v>645</c:v>
                </c:pt>
                <c:pt idx="6980">
                  <c:v>1050</c:v>
                </c:pt>
                <c:pt idx="6981">
                  <c:v>1040</c:v>
                </c:pt>
                <c:pt idx="6982">
                  <c:v>1760</c:v>
                </c:pt>
                <c:pt idx="6983">
                  <c:v>984</c:v>
                </c:pt>
                <c:pt idx="6984">
                  <c:v>1140</c:v>
                </c:pt>
                <c:pt idx="6985">
                  <c:v>1365</c:v>
                </c:pt>
                <c:pt idx="6986">
                  <c:v>560</c:v>
                </c:pt>
                <c:pt idx="6987">
                  <c:v>1404</c:v>
                </c:pt>
                <c:pt idx="6988">
                  <c:v>1540</c:v>
                </c:pt>
                <c:pt idx="6989">
                  <c:v>1050</c:v>
                </c:pt>
                <c:pt idx="6990">
                  <c:v>1550</c:v>
                </c:pt>
                <c:pt idx="6991">
                  <c:v>1653</c:v>
                </c:pt>
                <c:pt idx="6992">
                  <c:v>1194</c:v>
                </c:pt>
                <c:pt idx="6993">
                  <c:v>1471</c:v>
                </c:pt>
                <c:pt idx="6994">
                  <c:v>700</c:v>
                </c:pt>
                <c:pt idx="6995">
                  <c:v>812</c:v>
                </c:pt>
                <c:pt idx="6996">
                  <c:v>1504</c:v>
                </c:pt>
                <c:pt idx="6997">
                  <c:v>1450</c:v>
                </c:pt>
                <c:pt idx="6998">
                  <c:v>957</c:v>
                </c:pt>
                <c:pt idx="6999">
                  <c:v>460</c:v>
                </c:pt>
                <c:pt idx="7000">
                  <c:v>1050</c:v>
                </c:pt>
                <c:pt idx="7001">
                  <c:v>1820</c:v>
                </c:pt>
                <c:pt idx="7002">
                  <c:v>1033</c:v>
                </c:pt>
                <c:pt idx="7003">
                  <c:v>520</c:v>
                </c:pt>
                <c:pt idx="7004">
                  <c:v>1165</c:v>
                </c:pt>
                <c:pt idx="7005">
                  <c:v>1280</c:v>
                </c:pt>
                <c:pt idx="7006">
                  <c:v>600</c:v>
                </c:pt>
                <c:pt idx="7007">
                  <c:v>1550</c:v>
                </c:pt>
                <c:pt idx="7008">
                  <c:v>1392</c:v>
                </c:pt>
                <c:pt idx="7009">
                  <c:v>1221</c:v>
                </c:pt>
                <c:pt idx="7010">
                  <c:v>1300</c:v>
                </c:pt>
                <c:pt idx="7011">
                  <c:v>1065</c:v>
                </c:pt>
                <c:pt idx="7012">
                  <c:v>1209</c:v>
                </c:pt>
                <c:pt idx="7013">
                  <c:v>1929</c:v>
                </c:pt>
                <c:pt idx="7014">
                  <c:v>1255</c:v>
                </c:pt>
                <c:pt idx="7015">
                  <c:v>1035</c:v>
                </c:pt>
                <c:pt idx="7016">
                  <c:v>1650</c:v>
                </c:pt>
                <c:pt idx="7017">
                  <c:v>1275</c:v>
                </c:pt>
                <c:pt idx="7018">
                  <c:v>1128</c:v>
                </c:pt>
                <c:pt idx="7019">
                  <c:v>1140</c:v>
                </c:pt>
                <c:pt idx="7020">
                  <c:v>1183</c:v>
                </c:pt>
                <c:pt idx="7021">
                  <c:v>1155</c:v>
                </c:pt>
                <c:pt idx="7022">
                  <c:v>1245</c:v>
                </c:pt>
                <c:pt idx="7023">
                  <c:v>1000</c:v>
                </c:pt>
                <c:pt idx="7024">
                  <c:v>1040</c:v>
                </c:pt>
                <c:pt idx="7025">
                  <c:v>2062</c:v>
                </c:pt>
                <c:pt idx="7026">
                  <c:v>1477</c:v>
                </c:pt>
                <c:pt idx="7027">
                  <c:v>1050</c:v>
                </c:pt>
                <c:pt idx="7028">
                  <c:v>1525</c:v>
                </c:pt>
                <c:pt idx="7029">
                  <c:v>1220</c:v>
                </c:pt>
                <c:pt idx="7030">
                  <c:v>2388</c:v>
                </c:pt>
                <c:pt idx="7031">
                  <c:v>1355</c:v>
                </c:pt>
                <c:pt idx="7032">
                  <c:v>1141</c:v>
                </c:pt>
                <c:pt idx="7033">
                  <c:v>1046</c:v>
                </c:pt>
                <c:pt idx="7034">
                  <c:v>630</c:v>
                </c:pt>
                <c:pt idx="7035">
                  <c:v>1247</c:v>
                </c:pt>
                <c:pt idx="7036">
                  <c:v>850</c:v>
                </c:pt>
                <c:pt idx="7037">
                  <c:v>1120</c:v>
                </c:pt>
                <c:pt idx="7038">
                  <c:v>1798</c:v>
                </c:pt>
                <c:pt idx="7039">
                  <c:v>1180</c:v>
                </c:pt>
                <c:pt idx="7040">
                  <c:v>1000</c:v>
                </c:pt>
                <c:pt idx="7041">
                  <c:v>1216</c:v>
                </c:pt>
                <c:pt idx="7042">
                  <c:v>900</c:v>
                </c:pt>
                <c:pt idx="7043">
                  <c:v>1100</c:v>
                </c:pt>
                <c:pt idx="7044">
                  <c:v>1842</c:v>
                </c:pt>
                <c:pt idx="7045">
                  <c:v>1075</c:v>
                </c:pt>
                <c:pt idx="7046">
                  <c:v>1495</c:v>
                </c:pt>
                <c:pt idx="7047">
                  <c:v>1700</c:v>
                </c:pt>
                <c:pt idx="7048">
                  <c:v>1564</c:v>
                </c:pt>
                <c:pt idx="7049">
                  <c:v>1256</c:v>
                </c:pt>
                <c:pt idx="7050">
                  <c:v>1047</c:v>
                </c:pt>
                <c:pt idx="7051">
                  <c:v>1458</c:v>
                </c:pt>
                <c:pt idx="7052">
                  <c:v>1063</c:v>
                </c:pt>
                <c:pt idx="7053">
                  <c:v>1150</c:v>
                </c:pt>
                <c:pt idx="7054">
                  <c:v>450</c:v>
                </c:pt>
                <c:pt idx="7055">
                  <c:v>1360</c:v>
                </c:pt>
                <c:pt idx="7056">
                  <c:v>1605</c:v>
                </c:pt>
                <c:pt idx="7057">
                  <c:v>1810</c:v>
                </c:pt>
                <c:pt idx="7058">
                  <c:v>1250</c:v>
                </c:pt>
                <c:pt idx="7059">
                  <c:v>1475</c:v>
                </c:pt>
                <c:pt idx="7060">
                  <c:v>850</c:v>
                </c:pt>
                <c:pt idx="7061">
                  <c:v>1025</c:v>
                </c:pt>
                <c:pt idx="7062">
                  <c:v>980</c:v>
                </c:pt>
                <c:pt idx="7063">
                  <c:v>1428</c:v>
                </c:pt>
                <c:pt idx="7064">
                  <c:v>1130</c:v>
                </c:pt>
                <c:pt idx="7065">
                  <c:v>1592</c:v>
                </c:pt>
                <c:pt idx="7066">
                  <c:v>2050</c:v>
                </c:pt>
                <c:pt idx="7067">
                  <c:v>1407</c:v>
                </c:pt>
                <c:pt idx="7068">
                  <c:v>1585</c:v>
                </c:pt>
                <c:pt idx="7069">
                  <c:v>1785</c:v>
                </c:pt>
                <c:pt idx="7070">
                  <c:v>900</c:v>
                </c:pt>
                <c:pt idx="7071">
                  <c:v>1843</c:v>
                </c:pt>
                <c:pt idx="7072">
                  <c:v>1200</c:v>
                </c:pt>
                <c:pt idx="7073">
                  <c:v>1113</c:v>
                </c:pt>
                <c:pt idx="7074">
                  <c:v>1125</c:v>
                </c:pt>
                <c:pt idx="7075">
                  <c:v>1200</c:v>
                </c:pt>
                <c:pt idx="7076">
                  <c:v>1150</c:v>
                </c:pt>
                <c:pt idx="7077">
                  <c:v>770</c:v>
                </c:pt>
                <c:pt idx="7078">
                  <c:v>1181</c:v>
                </c:pt>
                <c:pt idx="7079">
                  <c:v>1550</c:v>
                </c:pt>
                <c:pt idx="7080">
                  <c:v>1200</c:v>
                </c:pt>
                <c:pt idx="7081">
                  <c:v>1295</c:v>
                </c:pt>
                <c:pt idx="7082">
                  <c:v>1506</c:v>
                </c:pt>
                <c:pt idx="7083">
                  <c:v>1872</c:v>
                </c:pt>
                <c:pt idx="7084">
                  <c:v>2900</c:v>
                </c:pt>
                <c:pt idx="7085">
                  <c:v>1326</c:v>
                </c:pt>
                <c:pt idx="7086">
                  <c:v>1040</c:v>
                </c:pt>
                <c:pt idx="7087">
                  <c:v>1020</c:v>
                </c:pt>
                <c:pt idx="7088">
                  <c:v>1400</c:v>
                </c:pt>
                <c:pt idx="7089">
                  <c:v>4000</c:v>
                </c:pt>
                <c:pt idx="7090">
                  <c:v>812</c:v>
                </c:pt>
                <c:pt idx="7091">
                  <c:v>1100</c:v>
                </c:pt>
                <c:pt idx="7092">
                  <c:v>829</c:v>
                </c:pt>
                <c:pt idx="7093">
                  <c:v>1500</c:v>
                </c:pt>
                <c:pt idx="7094">
                  <c:v>850</c:v>
                </c:pt>
                <c:pt idx="7095">
                  <c:v>1180</c:v>
                </c:pt>
                <c:pt idx="7096">
                  <c:v>2215</c:v>
                </c:pt>
                <c:pt idx="7097">
                  <c:v>1010</c:v>
                </c:pt>
                <c:pt idx="7098">
                  <c:v>1350</c:v>
                </c:pt>
                <c:pt idx="7099">
                  <c:v>1100</c:v>
                </c:pt>
                <c:pt idx="7100">
                  <c:v>1450</c:v>
                </c:pt>
                <c:pt idx="7101">
                  <c:v>1133</c:v>
                </c:pt>
                <c:pt idx="7102">
                  <c:v>1564</c:v>
                </c:pt>
                <c:pt idx="7103">
                  <c:v>640</c:v>
                </c:pt>
                <c:pt idx="7104">
                  <c:v>2072</c:v>
                </c:pt>
                <c:pt idx="7105">
                  <c:v>1460</c:v>
                </c:pt>
                <c:pt idx="7106">
                  <c:v>600</c:v>
                </c:pt>
                <c:pt idx="7107">
                  <c:v>1050</c:v>
                </c:pt>
                <c:pt idx="7108">
                  <c:v>700</c:v>
                </c:pt>
                <c:pt idx="7109">
                  <c:v>1200</c:v>
                </c:pt>
                <c:pt idx="7110">
                  <c:v>654</c:v>
                </c:pt>
                <c:pt idx="7111">
                  <c:v>1105</c:v>
                </c:pt>
                <c:pt idx="7112">
                  <c:v>1800</c:v>
                </c:pt>
                <c:pt idx="7113">
                  <c:v>700</c:v>
                </c:pt>
                <c:pt idx="7114">
                  <c:v>1000</c:v>
                </c:pt>
                <c:pt idx="7115">
                  <c:v>3500</c:v>
                </c:pt>
                <c:pt idx="7116">
                  <c:v>1240</c:v>
                </c:pt>
                <c:pt idx="7117">
                  <c:v>1200</c:v>
                </c:pt>
                <c:pt idx="7118">
                  <c:v>1400</c:v>
                </c:pt>
                <c:pt idx="7119">
                  <c:v>1393</c:v>
                </c:pt>
                <c:pt idx="7120">
                  <c:v>1140</c:v>
                </c:pt>
                <c:pt idx="7121">
                  <c:v>1640</c:v>
                </c:pt>
                <c:pt idx="7122">
                  <c:v>1200</c:v>
                </c:pt>
                <c:pt idx="7123">
                  <c:v>720</c:v>
                </c:pt>
                <c:pt idx="7124">
                  <c:v>1650</c:v>
                </c:pt>
                <c:pt idx="7125">
                  <c:v>2496</c:v>
                </c:pt>
                <c:pt idx="7126">
                  <c:v>905</c:v>
                </c:pt>
                <c:pt idx="7127">
                  <c:v>1600</c:v>
                </c:pt>
                <c:pt idx="7128">
                  <c:v>1070</c:v>
                </c:pt>
                <c:pt idx="7129">
                  <c:v>1200</c:v>
                </c:pt>
                <c:pt idx="7130">
                  <c:v>2600</c:v>
                </c:pt>
                <c:pt idx="7131">
                  <c:v>1145</c:v>
                </c:pt>
                <c:pt idx="7132">
                  <c:v>1495</c:v>
                </c:pt>
                <c:pt idx="7133">
                  <c:v>1400</c:v>
                </c:pt>
                <c:pt idx="7134">
                  <c:v>1558</c:v>
                </c:pt>
                <c:pt idx="7135">
                  <c:v>1007</c:v>
                </c:pt>
                <c:pt idx="7136">
                  <c:v>902</c:v>
                </c:pt>
                <c:pt idx="7137">
                  <c:v>1054</c:v>
                </c:pt>
                <c:pt idx="7138">
                  <c:v>1135</c:v>
                </c:pt>
                <c:pt idx="7139">
                  <c:v>996</c:v>
                </c:pt>
                <c:pt idx="7140">
                  <c:v>1275</c:v>
                </c:pt>
                <c:pt idx="7141">
                  <c:v>1250</c:v>
                </c:pt>
                <c:pt idx="7142">
                  <c:v>2502</c:v>
                </c:pt>
                <c:pt idx="7143">
                  <c:v>1394</c:v>
                </c:pt>
                <c:pt idx="7144">
                  <c:v>1243</c:v>
                </c:pt>
                <c:pt idx="7145">
                  <c:v>1216</c:v>
                </c:pt>
                <c:pt idx="7146">
                  <c:v>1075</c:v>
                </c:pt>
                <c:pt idx="7147">
                  <c:v>1500</c:v>
                </c:pt>
                <c:pt idx="7148">
                  <c:v>1708</c:v>
                </c:pt>
                <c:pt idx="7149">
                  <c:v>1800</c:v>
                </c:pt>
                <c:pt idx="7150">
                  <c:v>1532</c:v>
                </c:pt>
                <c:pt idx="7151">
                  <c:v>1726</c:v>
                </c:pt>
                <c:pt idx="7152">
                  <c:v>1220</c:v>
                </c:pt>
                <c:pt idx="7153">
                  <c:v>1100</c:v>
                </c:pt>
                <c:pt idx="7154">
                  <c:v>1530</c:v>
                </c:pt>
                <c:pt idx="7155">
                  <c:v>840</c:v>
                </c:pt>
                <c:pt idx="7156">
                  <c:v>1250</c:v>
                </c:pt>
                <c:pt idx="7157">
                  <c:v>1030</c:v>
                </c:pt>
                <c:pt idx="7158">
                  <c:v>1499</c:v>
                </c:pt>
                <c:pt idx="7159">
                  <c:v>1280</c:v>
                </c:pt>
                <c:pt idx="7160">
                  <c:v>1170</c:v>
                </c:pt>
                <c:pt idx="7161">
                  <c:v>1161</c:v>
                </c:pt>
                <c:pt idx="7162">
                  <c:v>1633</c:v>
                </c:pt>
                <c:pt idx="7163">
                  <c:v>1050</c:v>
                </c:pt>
                <c:pt idx="7164">
                  <c:v>552.5</c:v>
                </c:pt>
                <c:pt idx="7165">
                  <c:v>418</c:v>
                </c:pt>
                <c:pt idx="7166">
                  <c:v>905</c:v>
                </c:pt>
                <c:pt idx="7167">
                  <c:v>1510</c:v>
                </c:pt>
                <c:pt idx="7168">
                  <c:v>1390</c:v>
                </c:pt>
                <c:pt idx="7169">
                  <c:v>1101</c:v>
                </c:pt>
                <c:pt idx="7170">
                  <c:v>2736</c:v>
                </c:pt>
                <c:pt idx="7171">
                  <c:v>2350</c:v>
                </c:pt>
                <c:pt idx="7172">
                  <c:v>1056</c:v>
                </c:pt>
                <c:pt idx="7173">
                  <c:v>1425</c:v>
                </c:pt>
                <c:pt idx="7174">
                  <c:v>1450</c:v>
                </c:pt>
                <c:pt idx="7175">
                  <c:v>1000</c:v>
                </c:pt>
                <c:pt idx="7176">
                  <c:v>575</c:v>
                </c:pt>
                <c:pt idx="7177">
                  <c:v>1350</c:v>
                </c:pt>
                <c:pt idx="7178">
                  <c:v>2000</c:v>
                </c:pt>
                <c:pt idx="7179">
                  <c:v>1770</c:v>
                </c:pt>
                <c:pt idx="7180">
                  <c:v>616</c:v>
                </c:pt>
                <c:pt idx="7181">
                  <c:v>745</c:v>
                </c:pt>
                <c:pt idx="7182">
                  <c:v>1547</c:v>
                </c:pt>
                <c:pt idx="7183">
                  <c:v>1713</c:v>
                </c:pt>
                <c:pt idx="7184">
                  <c:v>1856</c:v>
                </c:pt>
                <c:pt idx="7185">
                  <c:v>1152</c:v>
                </c:pt>
                <c:pt idx="7186">
                  <c:v>1100</c:v>
                </c:pt>
                <c:pt idx="7187">
                  <c:v>2357</c:v>
                </c:pt>
                <c:pt idx="7188">
                  <c:v>1820</c:v>
                </c:pt>
                <c:pt idx="7189">
                  <c:v>1865</c:v>
                </c:pt>
                <c:pt idx="7190">
                  <c:v>1240</c:v>
                </c:pt>
                <c:pt idx="7191">
                  <c:v>1360</c:v>
                </c:pt>
                <c:pt idx="7192">
                  <c:v>1450</c:v>
                </c:pt>
                <c:pt idx="7193">
                  <c:v>1139</c:v>
                </c:pt>
                <c:pt idx="7194">
                  <c:v>1565</c:v>
                </c:pt>
                <c:pt idx="7195">
                  <c:v>1200</c:v>
                </c:pt>
                <c:pt idx="7196">
                  <c:v>1855</c:v>
                </c:pt>
                <c:pt idx="7197">
                  <c:v>1100</c:v>
                </c:pt>
                <c:pt idx="7198">
                  <c:v>1350</c:v>
                </c:pt>
                <c:pt idx="7199">
                  <c:v>2266</c:v>
                </c:pt>
                <c:pt idx="7200">
                  <c:v>660</c:v>
                </c:pt>
                <c:pt idx="7201">
                  <c:v>1490</c:v>
                </c:pt>
                <c:pt idx="7202">
                  <c:v>1083</c:v>
                </c:pt>
                <c:pt idx="7203">
                  <c:v>1232</c:v>
                </c:pt>
                <c:pt idx="7204">
                  <c:v>1550</c:v>
                </c:pt>
                <c:pt idx="7205">
                  <c:v>1227</c:v>
                </c:pt>
                <c:pt idx="7206">
                  <c:v>1059</c:v>
                </c:pt>
                <c:pt idx="7207">
                  <c:v>545</c:v>
                </c:pt>
                <c:pt idx="7208">
                  <c:v>1152</c:v>
                </c:pt>
                <c:pt idx="7209">
                  <c:v>870</c:v>
                </c:pt>
                <c:pt idx="7210">
                  <c:v>1210</c:v>
                </c:pt>
                <c:pt idx="7211">
                  <c:v>663</c:v>
                </c:pt>
                <c:pt idx="7212">
                  <c:v>1464</c:v>
                </c:pt>
                <c:pt idx="7213">
                  <c:v>1365</c:v>
                </c:pt>
                <c:pt idx="7214">
                  <c:v>1704</c:v>
                </c:pt>
                <c:pt idx="7215">
                  <c:v>1495</c:v>
                </c:pt>
                <c:pt idx="7216">
                  <c:v>1256</c:v>
                </c:pt>
                <c:pt idx="7217">
                  <c:v>883</c:v>
                </c:pt>
                <c:pt idx="7218">
                  <c:v>1080</c:v>
                </c:pt>
                <c:pt idx="7219">
                  <c:v>497</c:v>
                </c:pt>
                <c:pt idx="7220">
                  <c:v>1073</c:v>
                </c:pt>
                <c:pt idx="7221">
                  <c:v>3000</c:v>
                </c:pt>
                <c:pt idx="7222">
                  <c:v>1300</c:v>
                </c:pt>
                <c:pt idx="7223">
                  <c:v>662</c:v>
                </c:pt>
                <c:pt idx="7224">
                  <c:v>1200</c:v>
                </c:pt>
                <c:pt idx="7225">
                  <c:v>1550</c:v>
                </c:pt>
                <c:pt idx="7226">
                  <c:v>1707</c:v>
                </c:pt>
                <c:pt idx="7227">
                  <c:v>1310</c:v>
                </c:pt>
                <c:pt idx="7228">
                  <c:v>1577</c:v>
                </c:pt>
                <c:pt idx="7229">
                  <c:v>1324</c:v>
                </c:pt>
                <c:pt idx="7230">
                  <c:v>1786</c:v>
                </c:pt>
                <c:pt idx="7231">
                  <c:v>1174</c:v>
                </c:pt>
                <c:pt idx="7232">
                  <c:v>565</c:v>
                </c:pt>
                <c:pt idx="7233">
                  <c:v>1400</c:v>
                </c:pt>
                <c:pt idx="7234">
                  <c:v>635</c:v>
                </c:pt>
                <c:pt idx="7235">
                  <c:v>1368</c:v>
                </c:pt>
                <c:pt idx="7236">
                  <c:v>1450</c:v>
                </c:pt>
                <c:pt idx="7237">
                  <c:v>1045</c:v>
                </c:pt>
                <c:pt idx="7238">
                  <c:v>1128</c:v>
                </c:pt>
                <c:pt idx="7239">
                  <c:v>1125</c:v>
                </c:pt>
                <c:pt idx="7240">
                  <c:v>1195</c:v>
                </c:pt>
                <c:pt idx="7241">
                  <c:v>1350</c:v>
                </c:pt>
                <c:pt idx="7242">
                  <c:v>1740</c:v>
                </c:pt>
                <c:pt idx="7243">
                  <c:v>877</c:v>
                </c:pt>
                <c:pt idx="7244">
                  <c:v>1770</c:v>
                </c:pt>
                <c:pt idx="7245">
                  <c:v>450</c:v>
                </c:pt>
                <c:pt idx="7246">
                  <c:v>1000</c:v>
                </c:pt>
                <c:pt idx="7247">
                  <c:v>1300</c:v>
                </c:pt>
                <c:pt idx="7248">
                  <c:v>1300</c:v>
                </c:pt>
                <c:pt idx="7249">
                  <c:v>985</c:v>
                </c:pt>
                <c:pt idx="7250">
                  <c:v>1045</c:v>
                </c:pt>
                <c:pt idx="7251">
                  <c:v>1250</c:v>
                </c:pt>
                <c:pt idx="7252">
                  <c:v>2400</c:v>
                </c:pt>
                <c:pt idx="7253">
                  <c:v>1194</c:v>
                </c:pt>
                <c:pt idx="7254">
                  <c:v>1420</c:v>
                </c:pt>
                <c:pt idx="7255">
                  <c:v>1720</c:v>
                </c:pt>
                <c:pt idx="7256">
                  <c:v>1530</c:v>
                </c:pt>
                <c:pt idx="7257">
                  <c:v>1200</c:v>
                </c:pt>
                <c:pt idx="7258">
                  <c:v>1570</c:v>
                </c:pt>
                <c:pt idx="7259">
                  <c:v>1157</c:v>
                </c:pt>
                <c:pt idx="7260">
                  <c:v>535</c:v>
                </c:pt>
                <c:pt idx="7261">
                  <c:v>1120</c:v>
                </c:pt>
                <c:pt idx="7262">
                  <c:v>1150</c:v>
                </c:pt>
                <c:pt idx="7263">
                  <c:v>2400</c:v>
                </c:pt>
                <c:pt idx="7264">
                  <c:v>1215</c:v>
                </c:pt>
                <c:pt idx="7265">
                  <c:v>1444</c:v>
                </c:pt>
                <c:pt idx="7266">
                  <c:v>2003</c:v>
                </c:pt>
                <c:pt idx="7267">
                  <c:v>1100</c:v>
                </c:pt>
                <c:pt idx="7268">
                  <c:v>900</c:v>
                </c:pt>
                <c:pt idx="7269">
                  <c:v>1372</c:v>
                </c:pt>
                <c:pt idx="7270">
                  <c:v>1180</c:v>
                </c:pt>
                <c:pt idx="7271">
                  <c:v>1096</c:v>
                </c:pt>
                <c:pt idx="7272">
                  <c:v>2504</c:v>
                </c:pt>
                <c:pt idx="7273">
                  <c:v>1350</c:v>
                </c:pt>
                <c:pt idx="7274">
                  <c:v>420</c:v>
                </c:pt>
                <c:pt idx="7275">
                  <c:v>1832</c:v>
                </c:pt>
                <c:pt idx="7276">
                  <c:v>940</c:v>
                </c:pt>
                <c:pt idx="7277">
                  <c:v>1020</c:v>
                </c:pt>
                <c:pt idx="7278">
                  <c:v>2500</c:v>
                </c:pt>
                <c:pt idx="7279">
                  <c:v>1400</c:v>
                </c:pt>
                <c:pt idx="7280">
                  <c:v>1675</c:v>
                </c:pt>
                <c:pt idx="7281">
                  <c:v>708</c:v>
                </c:pt>
                <c:pt idx="7282">
                  <c:v>1123</c:v>
                </c:pt>
                <c:pt idx="7283">
                  <c:v>1100</c:v>
                </c:pt>
                <c:pt idx="7284">
                  <c:v>1225</c:v>
                </c:pt>
                <c:pt idx="7285">
                  <c:v>1683</c:v>
                </c:pt>
                <c:pt idx="7286">
                  <c:v>410</c:v>
                </c:pt>
                <c:pt idx="7287">
                  <c:v>1350</c:v>
                </c:pt>
                <c:pt idx="7288">
                  <c:v>1475</c:v>
                </c:pt>
                <c:pt idx="7289">
                  <c:v>1120</c:v>
                </c:pt>
                <c:pt idx="7290">
                  <c:v>1150</c:v>
                </c:pt>
                <c:pt idx="7291">
                  <c:v>1165</c:v>
                </c:pt>
                <c:pt idx="7292">
                  <c:v>1756</c:v>
                </c:pt>
                <c:pt idx="7293">
                  <c:v>1409</c:v>
                </c:pt>
                <c:pt idx="7294">
                  <c:v>1212</c:v>
                </c:pt>
                <c:pt idx="7295">
                  <c:v>1140</c:v>
                </c:pt>
                <c:pt idx="7296">
                  <c:v>2087.0100000000002</c:v>
                </c:pt>
                <c:pt idx="7297">
                  <c:v>775</c:v>
                </c:pt>
                <c:pt idx="7298">
                  <c:v>1700</c:v>
                </c:pt>
                <c:pt idx="7299">
                  <c:v>1732.5</c:v>
                </c:pt>
                <c:pt idx="7300">
                  <c:v>1110</c:v>
                </c:pt>
                <c:pt idx="7301">
                  <c:v>1000</c:v>
                </c:pt>
                <c:pt idx="7302">
                  <c:v>2704</c:v>
                </c:pt>
                <c:pt idx="7303">
                  <c:v>1600</c:v>
                </c:pt>
                <c:pt idx="7304">
                  <c:v>1205</c:v>
                </c:pt>
                <c:pt idx="7305">
                  <c:v>1418</c:v>
                </c:pt>
                <c:pt idx="7306">
                  <c:v>1650</c:v>
                </c:pt>
                <c:pt idx="7307">
                  <c:v>1150</c:v>
                </c:pt>
                <c:pt idx="7308">
                  <c:v>2400</c:v>
                </c:pt>
                <c:pt idx="7309">
                  <c:v>850</c:v>
                </c:pt>
                <c:pt idx="7310">
                  <c:v>1580</c:v>
                </c:pt>
                <c:pt idx="7311">
                  <c:v>1216</c:v>
                </c:pt>
                <c:pt idx="7312">
                  <c:v>381</c:v>
                </c:pt>
                <c:pt idx="7313">
                  <c:v>4600</c:v>
                </c:pt>
                <c:pt idx="7314">
                  <c:v>1040</c:v>
                </c:pt>
                <c:pt idx="7315">
                  <c:v>2429</c:v>
                </c:pt>
                <c:pt idx="7316">
                  <c:v>1260</c:v>
                </c:pt>
                <c:pt idx="7317">
                  <c:v>1498</c:v>
                </c:pt>
                <c:pt idx="7318">
                  <c:v>1200</c:v>
                </c:pt>
                <c:pt idx="7319">
                  <c:v>1355</c:v>
                </c:pt>
                <c:pt idx="7320">
                  <c:v>1450</c:v>
                </c:pt>
                <c:pt idx="7321">
                  <c:v>1860</c:v>
                </c:pt>
                <c:pt idx="7322">
                  <c:v>1240</c:v>
                </c:pt>
                <c:pt idx="7323">
                  <c:v>1300</c:v>
                </c:pt>
                <c:pt idx="7324">
                  <c:v>2500</c:v>
                </c:pt>
                <c:pt idx="7325">
                  <c:v>1950</c:v>
                </c:pt>
                <c:pt idx="7326">
                  <c:v>1625</c:v>
                </c:pt>
                <c:pt idx="7327">
                  <c:v>1200</c:v>
                </c:pt>
                <c:pt idx="7328">
                  <c:v>1101</c:v>
                </c:pt>
                <c:pt idx="7329">
                  <c:v>1216</c:v>
                </c:pt>
                <c:pt idx="7330">
                  <c:v>1250</c:v>
                </c:pt>
                <c:pt idx="7331">
                  <c:v>2100</c:v>
                </c:pt>
                <c:pt idx="7332">
                  <c:v>1470</c:v>
                </c:pt>
                <c:pt idx="7333">
                  <c:v>1365</c:v>
                </c:pt>
                <c:pt idx="7334">
                  <c:v>1364</c:v>
                </c:pt>
                <c:pt idx="7335">
                  <c:v>1180</c:v>
                </c:pt>
                <c:pt idx="7336">
                  <c:v>1800</c:v>
                </c:pt>
                <c:pt idx="7337">
                  <c:v>1350</c:v>
                </c:pt>
                <c:pt idx="7338">
                  <c:v>1573</c:v>
                </c:pt>
                <c:pt idx="7339">
                  <c:v>1620</c:v>
                </c:pt>
                <c:pt idx="7340">
                  <c:v>1072</c:v>
                </c:pt>
                <c:pt idx="7341">
                  <c:v>560</c:v>
                </c:pt>
                <c:pt idx="7342">
                  <c:v>1156</c:v>
                </c:pt>
                <c:pt idx="7343">
                  <c:v>1336</c:v>
                </c:pt>
                <c:pt idx="7344">
                  <c:v>1200</c:v>
                </c:pt>
                <c:pt idx="7345">
                  <c:v>3400</c:v>
                </c:pt>
                <c:pt idx="7346">
                  <c:v>1608</c:v>
                </c:pt>
                <c:pt idx="7347">
                  <c:v>1215</c:v>
                </c:pt>
                <c:pt idx="7348">
                  <c:v>1517</c:v>
                </c:pt>
                <c:pt idx="7349">
                  <c:v>1565</c:v>
                </c:pt>
                <c:pt idx="7350">
                  <c:v>2025</c:v>
                </c:pt>
                <c:pt idx="7351">
                  <c:v>1057</c:v>
                </c:pt>
                <c:pt idx="7352">
                  <c:v>1044</c:v>
                </c:pt>
                <c:pt idx="7353">
                  <c:v>1695</c:v>
                </c:pt>
                <c:pt idx="7354">
                  <c:v>1635</c:v>
                </c:pt>
                <c:pt idx="7355">
                  <c:v>1140</c:v>
                </c:pt>
                <c:pt idx="7356">
                  <c:v>1150</c:v>
                </c:pt>
                <c:pt idx="7357">
                  <c:v>1110</c:v>
                </c:pt>
                <c:pt idx="7358">
                  <c:v>1163</c:v>
                </c:pt>
                <c:pt idx="7359">
                  <c:v>1418</c:v>
                </c:pt>
                <c:pt idx="7360">
                  <c:v>1155</c:v>
                </c:pt>
                <c:pt idx="7361">
                  <c:v>1115</c:v>
                </c:pt>
                <c:pt idx="7362">
                  <c:v>2250</c:v>
                </c:pt>
                <c:pt idx="7363">
                  <c:v>1020</c:v>
                </c:pt>
                <c:pt idx="7364">
                  <c:v>1485</c:v>
                </c:pt>
                <c:pt idx="7365">
                  <c:v>1209</c:v>
                </c:pt>
                <c:pt idx="7366">
                  <c:v>1089</c:v>
                </c:pt>
                <c:pt idx="7367">
                  <c:v>1445</c:v>
                </c:pt>
                <c:pt idx="7368">
                  <c:v>1250</c:v>
                </c:pt>
                <c:pt idx="7369">
                  <c:v>1500</c:v>
                </c:pt>
                <c:pt idx="7370">
                  <c:v>1705</c:v>
                </c:pt>
                <c:pt idx="7371">
                  <c:v>2200</c:v>
                </c:pt>
                <c:pt idx="7372">
                  <c:v>1830</c:v>
                </c:pt>
                <c:pt idx="7373">
                  <c:v>1450</c:v>
                </c:pt>
                <c:pt idx="7374">
                  <c:v>1220</c:v>
                </c:pt>
                <c:pt idx="7375">
                  <c:v>1259</c:v>
                </c:pt>
                <c:pt idx="7376">
                  <c:v>1260</c:v>
                </c:pt>
                <c:pt idx="7377">
                  <c:v>2500</c:v>
                </c:pt>
                <c:pt idx="7378">
                  <c:v>1919</c:v>
                </c:pt>
                <c:pt idx="7379">
                  <c:v>2050</c:v>
                </c:pt>
                <c:pt idx="7380">
                  <c:v>1050</c:v>
                </c:pt>
                <c:pt idx="7381">
                  <c:v>1000</c:v>
                </c:pt>
                <c:pt idx="7382">
                  <c:v>1640</c:v>
                </c:pt>
                <c:pt idx="7383">
                  <c:v>1488</c:v>
                </c:pt>
                <c:pt idx="7384">
                  <c:v>1265</c:v>
                </c:pt>
                <c:pt idx="7385">
                  <c:v>1640</c:v>
                </c:pt>
                <c:pt idx="7386">
                  <c:v>1719.3</c:v>
                </c:pt>
                <c:pt idx="7387">
                  <c:v>1180</c:v>
                </c:pt>
                <c:pt idx="7388">
                  <c:v>1700</c:v>
                </c:pt>
                <c:pt idx="7389">
                  <c:v>1464</c:v>
                </c:pt>
                <c:pt idx="7390">
                  <c:v>1800</c:v>
                </c:pt>
                <c:pt idx="7391">
                  <c:v>1225</c:v>
                </c:pt>
                <c:pt idx="7392">
                  <c:v>1050</c:v>
                </c:pt>
                <c:pt idx="7393">
                  <c:v>1691</c:v>
                </c:pt>
                <c:pt idx="7394">
                  <c:v>2250</c:v>
                </c:pt>
                <c:pt idx="7395">
                  <c:v>1190</c:v>
                </c:pt>
                <c:pt idx="7396">
                  <c:v>1243</c:v>
                </c:pt>
                <c:pt idx="7397">
                  <c:v>765</c:v>
                </c:pt>
                <c:pt idx="7398">
                  <c:v>730</c:v>
                </c:pt>
                <c:pt idx="7399">
                  <c:v>1350</c:v>
                </c:pt>
                <c:pt idx="7400">
                  <c:v>500</c:v>
                </c:pt>
                <c:pt idx="7401">
                  <c:v>1200</c:v>
                </c:pt>
                <c:pt idx="7402">
                  <c:v>1165</c:v>
                </c:pt>
                <c:pt idx="7403">
                  <c:v>1400</c:v>
                </c:pt>
                <c:pt idx="7404">
                  <c:v>1668</c:v>
                </c:pt>
                <c:pt idx="7405">
                  <c:v>700</c:v>
                </c:pt>
                <c:pt idx="7406">
                  <c:v>1485</c:v>
                </c:pt>
                <c:pt idx="7407">
                  <c:v>700</c:v>
                </c:pt>
                <c:pt idx="7408">
                  <c:v>1346</c:v>
                </c:pt>
                <c:pt idx="7409">
                  <c:v>1075</c:v>
                </c:pt>
                <c:pt idx="7410">
                  <c:v>1050</c:v>
                </c:pt>
                <c:pt idx="7411">
                  <c:v>1800</c:v>
                </c:pt>
                <c:pt idx="7412">
                  <c:v>1609</c:v>
                </c:pt>
                <c:pt idx="7413">
                  <c:v>770</c:v>
                </c:pt>
                <c:pt idx="7414">
                  <c:v>1076</c:v>
                </c:pt>
                <c:pt idx="7415">
                  <c:v>1052</c:v>
                </c:pt>
                <c:pt idx="7416">
                  <c:v>1000</c:v>
                </c:pt>
                <c:pt idx="7417">
                  <c:v>1000</c:v>
                </c:pt>
                <c:pt idx="7418">
                  <c:v>1262</c:v>
                </c:pt>
                <c:pt idx="7419">
                  <c:v>500</c:v>
                </c:pt>
                <c:pt idx="7420">
                  <c:v>1251</c:v>
                </c:pt>
                <c:pt idx="7421">
                  <c:v>1140</c:v>
                </c:pt>
                <c:pt idx="7422">
                  <c:v>1157</c:v>
                </c:pt>
                <c:pt idx="7423">
                  <c:v>648</c:v>
                </c:pt>
                <c:pt idx="7424">
                  <c:v>1197</c:v>
                </c:pt>
                <c:pt idx="7425">
                  <c:v>1500</c:v>
                </c:pt>
                <c:pt idx="7426">
                  <c:v>1185</c:v>
                </c:pt>
                <c:pt idx="7427">
                  <c:v>2400</c:v>
                </c:pt>
                <c:pt idx="7428">
                  <c:v>1397</c:v>
                </c:pt>
                <c:pt idx="7429">
                  <c:v>1175</c:v>
                </c:pt>
                <c:pt idx="7430">
                  <c:v>900</c:v>
                </c:pt>
                <c:pt idx="7431">
                  <c:v>1720</c:v>
                </c:pt>
                <c:pt idx="7432">
                  <c:v>602</c:v>
                </c:pt>
                <c:pt idx="7433">
                  <c:v>1770</c:v>
                </c:pt>
                <c:pt idx="7434">
                  <c:v>1295</c:v>
                </c:pt>
                <c:pt idx="7435">
                  <c:v>1200</c:v>
                </c:pt>
                <c:pt idx="7436">
                  <c:v>1100</c:v>
                </c:pt>
                <c:pt idx="7437">
                  <c:v>1194</c:v>
                </c:pt>
                <c:pt idx="7438">
                  <c:v>1476</c:v>
                </c:pt>
                <c:pt idx="7439">
                  <c:v>1056</c:v>
                </c:pt>
                <c:pt idx="7440">
                  <c:v>825</c:v>
                </c:pt>
                <c:pt idx="7441">
                  <c:v>1860</c:v>
                </c:pt>
                <c:pt idx="7442">
                  <c:v>1063</c:v>
                </c:pt>
                <c:pt idx="7443">
                  <c:v>697</c:v>
                </c:pt>
                <c:pt idx="7444">
                  <c:v>1200</c:v>
                </c:pt>
                <c:pt idx="7445">
                  <c:v>1835</c:v>
                </c:pt>
                <c:pt idx="7446">
                  <c:v>1532.5</c:v>
                </c:pt>
                <c:pt idx="7447">
                  <c:v>1147</c:v>
                </c:pt>
                <c:pt idx="7448">
                  <c:v>1360</c:v>
                </c:pt>
                <c:pt idx="7449">
                  <c:v>3400</c:v>
                </c:pt>
                <c:pt idx="7450">
                  <c:v>1080</c:v>
                </c:pt>
                <c:pt idx="7451">
                  <c:v>1010</c:v>
                </c:pt>
                <c:pt idx="7452">
                  <c:v>1270</c:v>
                </c:pt>
                <c:pt idx="7453">
                  <c:v>1100</c:v>
                </c:pt>
                <c:pt idx="7454">
                  <c:v>1410</c:v>
                </c:pt>
                <c:pt idx="7455">
                  <c:v>1065</c:v>
                </c:pt>
                <c:pt idx="7456">
                  <c:v>1200</c:v>
                </c:pt>
                <c:pt idx="7457">
                  <c:v>1315</c:v>
                </c:pt>
                <c:pt idx="7458">
                  <c:v>1140</c:v>
                </c:pt>
                <c:pt idx="7459">
                  <c:v>960</c:v>
                </c:pt>
                <c:pt idx="7460">
                  <c:v>800</c:v>
                </c:pt>
                <c:pt idx="7461">
                  <c:v>1225</c:v>
                </c:pt>
                <c:pt idx="7462">
                  <c:v>1020</c:v>
                </c:pt>
                <c:pt idx="7463">
                  <c:v>750</c:v>
                </c:pt>
                <c:pt idx="7464">
                  <c:v>535</c:v>
                </c:pt>
                <c:pt idx="7465">
                  <c:v>1035</c:v>
                </c:pt>
                <c:pt idx="7466">
                  <c:v>1020</c:v>
                </c:pt>
                <c:pt idx="7467">
                  <c:v>1315</c:v>
                </c:pt>
                <c:pt idx="7468">
                  <c:v>1350</c:v>
                </c:pt>
                <c:pt idx="7469">
                  <c:v>1075</c:v>
                </c:pt>
                <c:pt idx="7470">
                  <c:v>1450</c:v>
                </c:pt>
                <c:pt idx="7471">
                  <c:v>1350</c:v>
                </c:pt>
                <c:pt idx="7472">
                  <c:v>1929</c:v>
                </c:pt>
                <c:pt idx="7473">
                  <c:v>1100</c:v>
                </c:pt>
                <c:pt idx="7474">
                  <c:v>1800</c:v>
                </c:pt>
                <c:pt idx="7475">
                  <c:v>1223</c:v>
                </c:pt>
                <c:pt idx="7476">
                  <c:v>1664</c:v>
                </c:pt>
                <c:pt idx="7477">
                  <c:v>1360</c:v>
                </c:pt>
                <c:pt idx="7478">
                  <c:v>1158</c:v>
                </c:pt>
                <c:pt idx="7479">
                  <c:v>1420</c:v>
                </c:pt>
                <c:pt idx="7480">
                  <c:v>1268</c:v>
                </c:pt>
                <c:pt idx="7481">
                  <c:v>1308</c:v>
                </c:pt>
                <c:pt idx="7482">
                  <c:v>1485</c:v>
                </c:pt>
                <c:pt idx="7483">
                  <c:v>1067</c:v>
                </c:pt>
                <c:pt idx="7484">
                  <c:v>2000</c:v>
                </c:pt>
                <c:pt idx="7485">
                  <c:v>1152</c:v>
                </c:pt>
                <c:pt idx="7486">
                  <c:v>1525</c:v>
                </c:pt>
                <c:pt idx="7487">
                  <c:v>935</c:v>
                </c:pt>
                <c:pt idx="7488">
                  <c:v>1465</c:v>
                </c:pt>
                <c:pt idx="7489">
                  <c:v>1198</c:v>
                </c:pt>
                <c:pt idx="7490">
                  <c:v>1145</c:v>
                </c:pt>
                <c:pt idx="7491">
                  <c:v>1000</c:v>
                </c:pt>
                <c:pt idx="7492">
                  <c:v>400</c:v>
                </c:pt>
                <c:pt idx="7493">
                  <c:v>1310</c:v>
                </c:pt>
                <c:pt idx="7494">
                  <c:v>1861</c:v>
                </c:pt>
                <c:pt idx="7495">
                  <c:v>1265</c:v>
                </c:pt>
                <c:pt idx="7496">
                  <c:v>1280</c:v>
                </c:pt>
                <c:pt idx="7497">
                  <c:v>1279</c:v>
                </c:pt>
                <c:pt idx="7498">
                  <c:v>1200</c:v>
                </c:pt>
                <c:pt idx="7499">
                  <c:v>680</c:v>
                </c:pt>
                <c:pt idx="7500">
                  <c:v>1590</c:v>
                </c:pt>
                <c:pt idx="7501">
                  <c:v>1837</c:v>
                </c:pt>
                <c:pt idx="7502">
                  <c:v>1703</c:v>
                </c:pt>
                <c:pt idx="7503">
                  <c:v>1293</c:v>
                </c:pt>
                <c:pt idx="7504">
                  <c:v>700</c:v>
                </c:pt>
                <c:pt idx="7505">
                  <c:v>1450</c:v>
                </c:pt>
                <c:pt idx="7506">
                  <c:v>1030</c:v>
                </c:pt>
                <c:pt idx="7507">
                  <c:v>1570</c:v>
                </c:pt>
                <c:pt idx="7508">
                  <c:v>1000</c:v>
                </c:pt>
                <c:pt idx="7509">
                  <c:v>1075</c:v>
                </c:pt>
                <c:pt idx="7510">
                  <c:v>1091</c:v>
                </c:pt>
                <c:pt idx="7511">
                  <c:v>2210</c:v>
                </c:pt>
                <c:pt idx="7512">
                  <c:v>1738</c:v>
                </c:pt>
                <c:pt idx="7513">
                  <c:v>1205</c:v>
                </c:pt>
                <c:pt idx="7514">
                  <c:v>1009</c:v>
                </c:pt>
                <c:pt idx="7515">
                  <c:v>3362</c:v>
                </c:pt>
                <c:pt idx="7516">
                  <c:v>1560</c:v>
                </c:pt>
                <c:pt idx="7517">
                  <c:v>1600</c:v>
                </c:pt>
                <c:pt idx="7518">
                  <c:v>960</c:v>
                </c:pt>
                <c:pt idx="7519">
                  <c:v>1330</c:v>
                </c:pt>
                <c:pt idx="7520">
                  <c:v>1024</c:v>
                </c:pt>
                <c:pt idx="7521">
                  <c:v>1196</c:v>
                </c:pt>
                <c:pt idx="7522">
                  <c:v>800</c:v>
                </c:pt>
                <c:pt idx="7523">
                  <c:v>1080</c:v>
                </c:pt>
                <c:pt idx="7524">
                  <c:v>1150</c:v>
                </c:pt>
                <c:pt idx="7525">
                  <c:v>1286</c:v>
                </c:pt>
                <c:pt idx="7526">
                  <c:v>2990</c:v>
                </c:pt>
                <c:pt idx="7527">
                  <c:v>1150</c:v>
                </c:pt>
                <c:pt idx="7528">
                  <c:v>1310</c:v>
                </c:pt>
                <c:pt idx="7529">
                  <c:v>1352</c:v>
                </c:pt>
                <c:pt idx="7530">
                  <c:v>1307</c:v>
                </c:pt>
                <c:pt idx="7531">
                  <c:v>1500</c:v>
                </c:pt>
                <c:pt idx="7532">
                  <c:v>1500</c:v>
                </c:pt>
                <c:pt idx="7533">
                  <c:v>1131</c:v>
                </c:pt>
                <c:pt idx="7534">
                  <c:v>1600</c:v>
                </c:pt>
                <c:pt idx="7535">
                  <c:v>2835</c:v>
                </c:pt>
                <c:pt idx="7536">
                  <c:v>682</c:v>
                </c:pt>
                <c:pt idx="7537">
                  <c:v>1650</c:v>
                </c:pt>
                <c:pt idx="7538">
                  <c:v>1850</c:v>
                </c:pt>
                <c:pt idx="7539">
                  <c:v>2000</c:v>
                </c:pt>
                <c:pt idx="7540">
                  <c:v>982</c:v>
                </c:pt>
                <c:pt idx="7541">
                  <c:v>1702</c:v>
                </c:pt>
                <c:pt idx="7542">
                  <c:v>1250</c:v>
                </c:pt>
                <c:pt idx="7543">
                  <c:v>1240</c:v>
                </c:pt>
                <c:pt idx="7544">
                  <c:v>1050</c:v>
                </c:pt>
                <c:pt idx="7545">
                  <c:v>1023</c:v>
                </c:pt>
                <c:pt idx="7546">
                  <c:v>1275</c:v>
                </c:pt>
                <c:pt idx="7547">
                  <c:v>1260</c:v>
                </c:pt>
                <c:pt idx="7548">
                  <c:v>1580</c:v>
                </c:pt>
                <c:pt idx="7549">
                  <c:v>1343</c:v>
                </c:pt>
                <c:pt idx="7550">
                  <c:v>1365</c:v>
                </c:pt>
                <c:pt idx="7551">
                  <c:v>1047</c:v>
                </c:pt>
                <c:pt idx="7552">
                  <c:v>1187</c:v>
                </c:pt>
                <c:pt idx="7553">
                  <c:v>1075</c:v>
                </c:pt>
                <c:pt idx="7554">
                  <c:v>2048</c:v>
                </c:pt>
                <c:pt idx="7555">
                  <c:v>1090</c:v>
                </c:pt>
                <c:pt idx="7556">
                  <c:v>1119</c:v>
                </c:pt>
                <c:pt idx="7557">
                  <c:v>1355</c:v>
                </c:pt>
                <c:pt idx="7558">
                  <c:v>1445</c:v>
                </c:pt>
                <c:pt idx="7559">
                  <c:v>1165</c:v>
                </c:pt>
                <c:pt idx="7560">
                  <c:v>1081.5</c:v>
                </c:pt>
                <c:pt idx="7561">
                  <c:v>1787</c:v>
                </c:pt>
                <c:pt idx="7562">
                  <c:v>1020</c:v>
                </c:pt>
                <c:pt idx="7563">
                  <c:v>1797</c:v>
                </c:pt>
                <c:pt idx="7564">
                  <c:v>1205</c:v>
                </c:pt>
                <c:pt idx="7565">
                  <c:v>1095</c:v>
                </c:pt>
                <c:pt idx="7566">
                  <c:v>1560</c:v>
                </c:pt>
                <c:pt idx="7567">
                  <c:v>1200</c:v>
                </c:pt>
                <c:pt idx="7568">
                  <c:v>1450</c:v>
                </c:pt>
                <c:pt idx="7569">
                  <c:v>1935</c:v>
                </c:pt>
                <c:pt idx="7570">
                  <c:v>1016</c:v>
                </c:pt>
                <c:pt idx="7571">
                  <c:v>1816</c:v>
                </c:pt>
                <c:pt idx="7572">
                  <c:v>1680</c:v>
                </c:pt>
                <c:pt idx="7573">
                  <c:v>2065.5</c:v>
                </c:pt>
                <c:pt idx="7574">
                  <c:v>1220</c:v>
                </c:pt>
                <c:pt idx="7575">
                  <c:v>3000</c:v>
                </c:pt>
                <c:pt idx="7576">
                  <c:v>980</c:v>
                </c:pt>
                <c:pt idx="7577">
                  <c:v>1250</c:v>
                </c:pt>
                <c:pt idx="7578">
                  <c:v>1424</c:v>
                </c:pt>
                <c:pt idx="7579">
                  <c:v>1297</c:v>
                </c:pt>
                <c:pt idx="7580">
                  <c:v>1290</c:v>
                </c:pt>
                <c:pt idx="7581">
                  <c:v>1720</c:v>
                </c:pt>
                <c:pt idx="7582">
                  <c:v>2320</c:v>
                </c:pt>
                <c:pt idx="7583">
                  <c:v>1237</c:v>
                </c:pt>
                <c:pt idx="7584">
                  <c:v>1720</c:v>
                </c:pt>
                <c:pt idx="7585">
                  <c:v>1224</c:v>
                </c:pt>
                <c:pt idx="7586">
                  <c:v>1780</c:v>
                </c:pt>
                <c:pt idx="7587">
                  <c:v>1800</c:v>
                </c:pt>
                <c:pt idx="7588">
                  <c:v>1139</c:v>
                </c:pt>
                <c:pt idx="7589">
                  <c:v>700</c:v>
                </c:pt>
                <c:pt idx="7590">
                  <c:v>1330</c:v>
                </c:pt>
                <c:pt idx="7591">
                  <c:v>2732</c:v>
                </c:pt>
                <c:pt idx="7592">
                  <c:v>965</c:v>
                </c:pt>
                <c:pt idx="7593">
                  <c:v>1600</c:v>
                </c:pt>
                <c:pt idx="7594">
                  <c:v>1464</c:v>
                </c:pt>
                <c:pt idx="7595">
                  <c:v>1075</c:v>
                </c:pt>
                <c:pt idx="7596">
                  <c:v>1223</c:v>
                </c:pt>
                <c:pt idx="7597">
                  <c:v>1170</c:v>
                </c:pt>
                <c:pt idx="7598">
                  <c:v>950</c:v>
                </c:pt>
                <c:pt idx="7599">
                  <c:v>865</c:v>
                </c:pt>
                <c:pt idx="7600">
                  <c:v>2400</c:v>
                </c:pt>
                <c:pt idx="7601">
                  <c:v>1169</c:v>
                </c:pt>
                <c:pt idx="7602">
                  <c:v>1206</c:v>
                </c:pt>
                <c:pt idx="7603">
                  <c:v>1683</c:v>
                </c:pt>
                <c:pt idx="7604">
                  <c:v>1250</c:v>
                </c:pt>
                <c:pt idx="7605">
                  <c:v>3150</c:v>
                </c:pt>
                <c:pt idx="7606">
                  <c:v>1234.5999999999999</c:v>
                </c:pt>
                <c:pt idx="7607">
                  <c:v>492</c:v>
                </c:pt>
                <c:pt idx="7608">
                  <c:v>600</c:v>
                </c:pt>
                <c:pt idx="7609">
                  <c:v>1902</c:v>
                </c:pt>
                <c:pt idx="7610">
                  <c:v>1639</c:v>
                </c:pt>
                <c:pt idx="7611">
                  <c:v>1214</c:v>
                </c:pt>
                <c:pt idx="7612">
                  <c:v>565</c:v>
                </c:pt>
                <c:pt idx="7613">
                  <c:v>1386</c:v>
                </c:pt>
                <c:pt idx="7614">
                  <c:v>1535</c:v>
                </c:pt>
                <c:pt idx="7615">
                  <c:v>1720</c:v>
                </c:pt>
                <c:pt idx="7616">
                  <c:v>1370</c:v>
                </c:pt>
                <c:pt idx="7617">
                  <c:v>1655</c:v>
                </c:pt>
                <c:pt idx="7618">
                  <c:v>1200</c:v>
                </c:pt>
                <c:pt idx="7619">
                  <c:v>1610</c:v>
                </c:pt>
                <c:pt idx="7620">
                  <c:v>2200</c:v>
                </c:pt>
                <c:pt idx="7621">
                  <c:v>1200</c:v>
                </c:pt>
                <c:pt idx="7622">
                  <c:v>1105</c:v>
                </c:pt>
                <c:pt idx="7623">
                  <c:v>753</c:v>
                </c:pt>
                <c:pt idx="7624">
                  <c:v>1655</c:v>
                </c:pt>
                <c:pt idx="7625">
                  <c:v>770</c:v>
                </c:pt>
                <c:pt idx="7626">
                  <c:v>1210</c:v>
                </c:pt>
                <c:pt idx="7627">
                  <c:v>965</c:v>
                </c:pt>
                <c:pt idx="7628">
                  <c:v>700</c:v>
                </c:pt>
                <c:pt idx="7629">
                  <c:v>1740</c:v>
                </c:pt>
                <c:pt idx="7630">
                  <c:v>1310</c:v>
                </c:pt>
                <c:pt idx="7631">
                  <c:v>1763.25</c:v>
                </c:pt>
                <c:pt idx="7632">
                  <c:v>1900</c:v>
                </c:pt>
                <c:pt idx="7633">
                  <c:v>1450</c:v>
                </c:pt>
                <c:pt idx="7634">
                  <c:v>1836</c:v>
                </c:pt>
                <c:pt idx="7635">
                  <c:v>1160</c:v>
                </c:pt>
                <c:pt idx="7636">
                  <c:v>1153</c:v>
                </c:pt>
                <c:pt idx="7637">
                  <c:v>1285</c:v>
                </c:pt>
                <c:pt idx="7638">
                  <c:v>1194</c:v>
                </c:pt>
                <c:pt idx="7639">
                  <c:v>1257</c:v>
                </c:pt>
                <c:pt idx="7640">
                  <c:v>1200</c:v>
                </c:pt>
                <c:pt idx="7641">
                  <c:v>583</c:v>
                </c:pt>
                <c:pt idx="7642">
                  <c:v>1240</c:v>
                </c:pt>
                <c:pt idx="7643">
                  <c:v>1294</c:v>
                </c:pt>
                <c:pt idx="7644">
                  <c:v>1095</c:v>
                </c:pt>
                <c:pt idx="7645">
                  <c:v>1145</c:v>
                </c:pt>
                <c:pt idx="7646">
                  <c:v>1826</c:v>
                </c:pt>
                <c:pt idx="7647">
                  <c:v>1314</c:v>
                </c:pt>
                <c:pt idx="7648">
                  <c:v>1900</c:v>
                </c:pt>
                <c:pt idx="7649">
                  <c:v>1040</c:v>
                </c:pt>
                <c:pt idx="7650">
                  <c:v>1290</c:v>
                </c:pt>
                <c:pt idx="7651">
                  <c:v>1325</c:v>
                </c:pt>
                <c:pt idx="7652">
                  <c:v>1129</c:v>
                </c:pt>
                <c:pt idx="7653">
                  <c:v>790.5</c:v>
                </c:pt>
                <c:pt idx="7654">
                  <c:v>1075</c:v>
                </c:pt>
                <c:pt idx="7655">
                  <c:v>1108</c:v>
                </c:pt>
                <c:pt idx="7656">
                  <c:v>810</c:v>
                </c:pt>
                <c:pt idx="7657">
                  <c:v>1155</c:v>
                </c:pt>
                <c:pt idx="7658">
                  <c:v>3900</c:v>
                </c:pt>
                <c:pt idx="7659">
                  <c:v>1550</c:v>
                </c:pt>
                <c:pt idx="7660">
                  <c:v>1100</c:v>
                </c:pt>
                <c:pt idx="7661">
                  <c:v>1452</c:v>
                </c:pt>
                <c:pt idx="7662">
                  <c:v>1141</c:v>
                </c:pt>
                <c:pt idx="7663">
                  <c:v>1464</c:v>
                </c:pt>
                <c:pt idx="7664">
                  <c:v>1500</c:v>
                </c:pt>
                <c:pt idx="7665">
                  <c:v>456</c:v>
                </c:pt>
                <c:pt idx="7666">
                  <c:v>1200</c:v>
                </c:pt>
                <c:pt idx="7667">
                  <c:v>3122</c:v>
                </c:pt>
                <c:pt idx="7668">
                  <c:v>760</c:v>
                </c:pt>
                <c:pt idx="7669">
                  <c:v>800</c:v>
                </c:pt>
                <c:pt idx="7670">
                  <c:v>1180</c:v>
                </c:pt>
                <c:pt idx="7671">
                  <c:v>775</c:v>
                </c:pt>
                <c:pt idx="7672">
                  <c:v>1145</c:v>
                </c:pt>
                <c:pt idx="7673">
                  <c:v>1060</c:v>
                </c:pt>
                <c:pt idx="7674">
                  <c:v>1420</c:v>
                </c:pt>
                <c:pt idx="7675">
                  <c:v>2439</c:v>
                </c:pt>
                <c:pt idx="7676">
                  <c:v>1111</c:v>
                </c:pt>
                <c:pt idx="7677">
                  <c:v>1200</c:v>
                </c:pt>
                <c:pt idx="7678">
                  <c:v>1247</c:v>
                </c:pt>
                <c:pt idx="7679">
                  <c:v>1050</c:v>
                </c:pt>
                <c:pt idx="7680">
                  <c:v>1550</c:v>
                </c:pt>
                <c:pt idx="7681">
                  <c:v>1270</c:v>
                </c:pt>
                <c:pt idx="7682">
                  <c:v>1012</c:v>
                </c:pt>
                <c:pt idx="7683">
                  <c:v>970</c:v>
                </c:pt>
                <c:pt idx="7684">
                  <c:v>933</c:v>
                </c:pt>
                <c:pt idx="7685">
                  <c:v>1200</c:v>
                </c:pt>
                <c:pt idx="7686">
                  <c:v>1148</c:v>
                </c:pt>
                <c:pt idx="7687">
                  <c:v>1463</c:v>
                </c:pt>
                <c:pt idx="7688">
                  <c:v>1719</c:v>
                </c:pt>
                <c:pt idx="7689">
                  <c:v>1350</c:v>
                </c:pt>
                <c:pt idx="7690">
                  <c:v>1250</c:v>
                </c:pt>
                <c:pt idx="7691">
                  <c:v>1200</c:v>
                </c:pt>
                <c:pt idx="7692">
                  <c:v>1030</c:v>
                </c:pt>
                <c:pt idx="7693">
                  <c:v>1420</c:v>
                </c:pt>
                <c:pt idx="7694">
                  <c:v>1703</c:v>
                </c:pt>
                <c:pt idx="7695">
                  <c:v>1210</c:v>
                </c:pt>
                <c:pt idx="7696">
                  <c:v>1210</c:v>
                </c:pt>
                <c:pt idx="7697">
                  <c:v>3000</c:v>
                </c:pt>
                <c:pt idx="7698">
                  <c:v>1398</c:v>
                </c:pt>
                <c:pt idx="7699">
                  <c:v>1335</c:v>
                </c:pt>
                <c:pt idx="7700">
                  <c:v>1255</c:v>
                </c:pt>
                <c:pt idx="7701">
                  <c:v>1213</c:v>
                </c:pt>
                <c:pt idx="7702">
                  <c:v>1240</c:v>
                </c:pt>
                <c:pt idx="7703">
                  <c:v>1076</c:v>
                </c:pt>
                <c:pt idx="7704">
                  <c:v>1320</c:v>
                </c:pt>
                <c:pt idx="7705">
                  <c:v>1216</c:v>
                </c:pt>
                <c:pt idx="7706">
                  <c:v>1100</c:v>
                </c:pt>
                <c:pt idx="7707">
                  <c:v>1183</c:v>
                </c:pt>
                <c:pt idx="7708">
                  <c:v>656</c:v>
                </c:pt>
                <c:pt idx="7709">
                  <c:v>534</c:v>
                </c:pt>
                <c:pt idx="7710">
                  <c:v>1285</c:v>
                </c:pt>
                <c:pt idx="7711">
                  <c:v>2087.0100000000002</c:v>
                </c:pt>
                <c:pt idx="7712">
                  <c:v>1161</c:v>
                </c:pt>
                <c:pt idx="7713">
                  <c:v>1306</c:v>
                </c:pt>
                <c:pt idx="7714">
                  <c:v>1504</c:v>
                </c:pt>
                <c:pt idx="7715">
                  <c:v>645</c:v>
                </c:pt>
                <c:pt idx="7716">
                  <c:v>1230</c:v>
                </c:pt>
                <c:pt idx="7717">
                  <c:v>1100</c:v>
                </c:pt>
                <c:pt idx="7718">
                  <c:v>1260</c:v>
                </c:pt>
                <c:pt idx="7719">
                  <c:v>1817</c:v>
                </c:pt>
                <c:pt idx="7720">
                  <c:v>1180</c:v>
                </c:pt>
                <c:pt idx="7721">
                  <c:v>1050</c:v>
                </c:pt>
                <c:pt idx="7722">
                  <c:v>2900</c:v>
                </c:pt>
                <c:pt idx="7723">
                  <c:v>2110</c:v>
                </c:pt>
                <c:pt idx="7724">
                  <c:v>500</c:v>
                </c:pt>
                <c:pt idx="7725">
                  <c:v>1930</c:v>
                </c:pt>
                <c:pt idx="7726">
                  <c:v>1505</c:v>
                </c:pt>
                <c:pt idx="7727">
                  <c:v>890</c:v>
                </c:pt>
                <c:pt idx="7728">
                  <c:v>1200</c:v>
                </c:pt>
                <c:pt idx="7729">
                  <c:v>849</c:v>
                </c:pt>
                <c:pt idx="7730">
                  <c:v>1555</c:v>
                </c:pt>
                <c:pt idx="7731">
                  <c:v>1057</c:v>
                </c:pt>
                <c:pt idx="7732">
                  <c:v>1680</c:v>
                </c:pt>
                <c:pt idx="7733">
                  <c:v>799</c:v>
                </c:pt>
                <c:pt idx="7734">
                  <c:v>1450</c:v>
                </c:pt>
                <c:pt idx="7735">
                  <c:v>1819</c:v>
                </c:pt>
                <c:pt idx="7736">
                  <c:v>1135</c:v>
                </c:pt>
                <c:pt idx="7737">
                  <c:v>2020</c:v>
                </c:pt>
                <c:pt idx="7738">
                  <c:v>2700</c:v>
                </c:pt>
                <c:pt idx="7739">
                  <c:v>1730</c:v>
                </c:pt>
                <c:pt idx="7740">
                  <c:v>1950</c:v>
                </c:pt>
                <c:pt idx="7741">
                  <c:v>1077</c:v>
                </c:pt>
                <c:pt idx="7742">
                  <c:v>1706</c:v>
                </c:pt>
                <c:pt idx="7743">
                  <c:v>3000</c:v>
                </c:pt>
                <c:pt idx="7744">
                  <c:v>1093</c:v>
                </c:pt>
                <c:pt idx="7745">
                  <c:v>2750</c:v>
                </c:pt>
                <c:pt idx="7746">
                  <c:v>1340</c:v>
                </c:pt>
                <c:pt idx="7747">
                  <c:v>984</c:v>
                </c:pt>
                <c:pt idx="7748">
                  <c:v>1135</c:v>
                </c:pt>
                <c:pt idx="7749">
                  <c:v>1155</c:v>
                </c:pt>
                <c:pt idx="7750">
                  <c:v>700</c:v>
                </c:pt>
                <c:pt idx="7751">
                  <c:v>1150</c:v>
                </c:pt>
                <c:pt idx="7752">
                  <c:v>1385</c:v>
                </c:pt>
                <c:pt idx="7753">
                  <c:v>2061</c:v>
                </c:pt>
                <c:pt idx="7754">
                  <c:v>1335</c:v>
                </c:pt>
                <c:pt idx="7755">
                  <c:v>1015</c:v>
                </c:pt>
                <c:pt idx="7756">
                  <c:v>3000</c:v>
                </c:pt>
                <c:pt idx="7757">
                  <c:v>1108</c:v>
                </c:pt>
                <c:pt idx="7758">
                  <c:v>1180</c:v>
                </c:pt>
                <c:pt idx="7759">
                  <c:v>1445</c:v>
                </c:pt>
                <c:pt idx="7760">
                  <c:v>1500</c:v>
                </c:pt>
                <c:pt idx="7761">
                  <c:v>1085</c:v>
                </c:pt>
                <c:pt idx="7762">
                  <c:v>1050</c:v>
                </c:pt>
                <c:pt idx="7763">
                  <c:v>2760</c:v>
                </c:pt>
                <c:pt idx="7764">
                  <c:v>1330</c:v>
                </c:pt>
                <c:pt idx="7765">
                  <c:v>845</c:v>
                </c:pt>
                <c:pt idx="7766">
                  <c:v>1762</c:v>
                </c:pt>
                <c:pt idx="7767">
                  <c:v>1303</c:v>
                </c:pt>
                <c:pt idx="7768">
                  <c:v>1560</c:v>
                </c:pt>
                <c:pt idx="7769">
                  <c:v>1110</c:v>
                </c:pt>
                <c:pt idx="7770">
                  <c:v>1290</c:v>
                </c:pt>
                <c:pt idx="7771">
                  <c:v>1237.5</c:v>
                </c:pt>
                <c:pt idx="7772">
                  <c:v>1780</c:v>
                </c:pt>
                <c:pt idx="7773">
                  <c:v>1636</c:v>
                </c:pt>
                <c:pt idx="7774">
                  <c:v>2557</c:v>
                </c:pt>
                <c:pt idx="7775">
                  <c:v>1332</c:v>
                </c:pt>
                <c:pt idx="7776">
                  <c:v>1012</c:v>
                </c:pt>
                <c:pt idx="7777">
                  <c:v>1192</c:v>
                </c:pt>
                <c:pt idx="7778">
                  <c:v>795</c:v>
                </c:pt>
                <c:pt idx="7779">
                  <c:v>1213</c:v>
                </c:pt>
                <c:pt idx="7780">
                  <c:v>1489</c:v>
                </c:pt>
                <c:pt idx="7781">
                  <c:v>1200</c:v>
                </c:pt>
                <c:pt idx="7782">
                  <c:v>1140</c:v>
                </c:pt>
                <c:pt idx="7783">
                  <c:v>1200</c:v>
                </c:pt>
                <c:pt idx="7784">
                  <c:v>1200</c:v>
                </c:pt>
                <c:pt idx="7785">
                  <c:v>2640</c:v>
                </c:pt>
                <c:pt idx="7786">
                  <c:v>1650</c:v>
                </c:pt>
                <c:pt idx="7787">
                  <c:v>1245</c:v>
                </c:pt>
                <c:pt idx="7788">
                  <c:v>1224</c:v>
                </c:pt>
                <c:pt idx="7789">
                  <c:v>1235</c:v>
                </c:pt>
                <c:pt idx="7790">
                  <c:v>1200</c:v>
                </c:pt>
                <c:pt idx="7791">
                  <c:v>1342</c:v>
                </c:pt>
                <c:pt idx="7792">
                  <c:v>1130</c:v>
                </c:pt>
                <c:pt idx="7793">
                  <c:v>1186</c:v>
                </c:pt>
                <c:pt idx="7794">
                  <c:v>1295</c:v>
                </c:pt>
                <c:pt idx="7795">
                  <c:v>1535</c:v>
                </c:pt>
                <c:pt idx="7796">
                  <c:v>905</c:v>
                </c:pt>
                <c:pt idx="7797">
                  <c:v>1447</c:v>
                </c:pt>
                <c:pt idx="7798">
                  <c:v>1165</c:v>
                </c:pt>
                <c:pt idx="7799">
                  <c:v>1328</c:v>
                </c:pt>
                <c:pt idx="7800">
                  <c:v>1485</c:v>
                </c:pt>
                <c:pt idx="7801">
                  <c:v>1475</c:v>
                </c:pt>
                <c:pt idx="7802">
                  <c:v>1175</c:v>
                </c:pt>
                <c:pt idx="7803">
                  <c:v>1245</c:v>
                </c:pt>
                <c:pt idx="7804">
                  <c:v>985</c:v>
                </c:pt>
                <c:pt idx="7805">
                  <c:v>1395</c:v>
                </c:pt>
                <c:pt idx="7806">
                  <c:v>711</c:v>
                </c:pt>
                <c:pt idx="7807">
                  <c:v>630</c:v>
                </c:pt>
                <c:pt idx="7808">
                  <c:v>2400</c:v>
                </c:pt>
                <c:pt idx="7809">
                  <c:v>1170</c:v>
                </c:pt>
                <c:pt idx="7810">
                  <c:v>2500</c:v>
                </c:pt>
                <c:pt idx="7811">
                  <c:v>1100</c:v>
                </c:pt>
                <c:pt idx="7812">
                  <c:v>900</c:v>
                </c:pt>
                <c:pt idx="7813">
                  <c:v>1160</c:v>
                </c:pt>
                <c:pt idx="7814">
                  <c:v>1180</c:v>
                </c:pt>
                <c:pt idx="7815">
                  <c:v>1441</c:v>
                </c:pt>
                <c:pt idx="7816">
                  <c:v>1115</c:v>
                </c:pt>
                <c:pt idx="7817">
                  <c:v>1825</c:v>
                </c:pt>
                <c:pt idx="7818">
                  <c:v>1489</c:v>
                </c:pt>
                <c:pt idx="7819">
                  <c:v>1278</c:v>
                </c:pt>
                <c:pt idx="7820">
                  <c:v>1223</c:v>
                </c:pt>
                <c:pt idx="7821">
                  <c:v>1065</c:v>
                </c:pt>
                <c:pt idx="7822">
                  <c:v>1190</c:v>
                </c:pt>
                <c:pt idx="7823">
                  <c:v>1130</c:v>
                </c:pt>
                <c:pt idx="7824">
                  <c:v>1430</c:v>
                </c:pt>
                <c:pt idx="7825">
                  <c:v>1900</c:v>
                </c:pt>
                <c:pt idx="7826">
                  <c:v>1104</c:v>
                </c:pt>
                <c:pt idx="7827">
                  <c:v>1240</c:v>
                </c:pt>
                <c:pt idx="7828">
                  <c:v>1140</c:v>
                </c:pt>
                <c:pt idx="7829">
                  <c:v>1194</c:v>
                </c:pt>
                <c:pt idx="7830">
                  <c:v>1464</c:v>
                </c:pt>
                <c:pt idx="7831">
                  <c:v>1700</c:v>
                </c:pt>
                <c:pt idx="7832">
                  <c:v>2658</c:v>
                </c:pt>
                <c:pt idx="7833">
                  <c:v>1600</c:v>
                </c:pt>
                <c:pt idx="7834">
                  <c:v>3400</c:v>
                </c:pt>
                <c:pt idx="7835">
                  <c:v>1508</c:v>
                </c:pt>
                <c:pt idx="7836">
                  <c:v>645</c:v>
                </c:pt>
                <c:pt idx="7837">
                  <c:v>1046</c:v>
                </c:pt>
                <c:pt idx="7838">
                  <c:v>3000</c:v>
                </c:pt>
                <c:pt idx="7839">
                  <c:v>1079</c:v>
                </c:pt>
                <c:pt idx="7840">
                  <c:v>975</c:v>
                </c:pt>
                <c:pt idx="7841">
                  <c:v>1050</c:v>
                </c:pt>
                <c:pt idx="7842">
                  <c:v>1903</c:v>
                </c:pt>
                <c:pt idx="7843">
                  <c:v>1200</c:v>
                </c:pt>
                <c:pt idx="7844">
                  <c:v>2996</c:v>
                </c:pt>
                <c:pt idx="7845">
                  <c:v>3400</c:v>
                </c:pt>
                <c:pt idx="7846">
                  <c:v>1092</c:v>
                </c:pt>
                <c:pt idx="7847">
                  <c:v>1400</c:v>
                </c:pt>
                <c:pt idx="7848">
                  <c:v>1416</c:v>
                </c:pt>
                <c:pt idx="7849">
                  <c:v>1602</c:v>
                </c:pt>
                <c:pt idx="7850">
                  <c:v>1100</c:v>
                </c:pt>
                <c:pt idx="7851">
                  <c:v>1760</c:v>
                </c:pt>
                <c:pt idx="7852">
                  <c:v>1037</c:v>
                </c:pt>
                <c:pt idx="7853">
                  <c:v>1384</c:v>
                </c:pt>
                <c:pt idx="7854">
                  <c:v>551</c:v>
                </c:pt>
                <c:pt idx="7855">
                  <c:v>900</c:v>
                </c:pt>
                <c:pt idx="7856">
                  <c:v>1415</c:v>
                </c:pt>
                <c:pt idx="7857">
                  <c:v>1400</c:v>
                </c:pt>
                <c:pt idx="7858">
                  <c:v>1030</c:v>
                </c:pt>
                <c:pt idx="7859">
                  <c:v>883</c:v>
                </c:pt>
                <c:pt idx="7860">
                  <c:v>550</c:v>
                </c:pt>
                <c:pt idx="7861">
                  <c:v>1800</c:v>
                </c:pt>
                <c:pt idx="7862">
                  <c:v>1210</c:v>
                </c:pt>
                <c:pt idx="7863">
                  <c:v>2000</c:v>
                </c:pt>
                <c:pt idx="7864">
                  <c:v>1100</c:v>
                </c:pt>
                <c:pt idx="7865">
                  <c:v>1780</c:v>
                </c:pt>
                <c:pt idx="7866">
                  <c:v>1050</c:v>
                </c:pt>
                <c:pt idx="7867">
                  <c:v>1370</c:v>
                </c:pt>
                <c:pt idx="7868">
                  <c:v>2500</c:v>
                </c:pt>
                <c:pt idx="7869">
                  <c:v>1050</c:v>
                </c:pt>
                <c:pt idx="7870">
                  <c:v>1843</c:v>
                </c:pt>
                <c:pt idx="7871">
                  <c:v>1186</c:v>
                </c:pt>
                <c:pt idx="7872">
                  <c:v>560</c:v>
                </c:pt>
                <c:pt idx="7873">
                  <c:v>2357</c:v>
                </c:pt>
                <c:pt idx="7874">
                  <c:v>1823</c:v>
                </c:pt>
                <c:pt idx="7875">
                  <c:v>1310</c:v>
                </c:pt>
                <c:pt idx="7876">
                  <c:v>1520</c:v>
                </c:pt>
                <c:pt idx="7877">
                  <c:v>1610</c:v>
                </c:pt>
                <c:pt idx="7878">
                  <c:v>1500</c:v>
                </c:pt>
                <c:pt idx="7879">
                  <c:v>1400</c:v>
                </c:pt>
                <c:pt idx="7880">
                  <c:v>1625</c:v>
                </c:pt>
                <c:pt idx="7881">
                  <c:v>900</c:v>
                </c:pt>
                <c:pt idx="7882">
                  <c:v>1100</c:v>
                </c:pt>
                <c:pt idx="7883">
                  <c:v>1000</c:v>
                </c:pt>
                <c:pt idx="7884">
                  <c:v>2774</c:v>
                </c:pt>
                <c:pt idx="7885">
                  <c:v>1455</c:v>
                </c:pt>
                <c:pt idx="7886">
                  <c:v>1172</c:v>
                </c:pt>
                <c:pt idx="7887">
                  <c:v>1935</c:v>
                </c:pt>
                <c:pt idx="7888">
                  <c:v>1856</c:v>
                </c:pt>
                <c:pt idx="7889">
                  <c:v>2392</c:v>
                </c:pt>
                <c:pt idx="7890">
                  <c:v>900</c:v>
                </c:pt>
                <c:pt idx="7891">
                  <c:v>1757</c:v>
                </c:pt>
                <c:pt idx="7892">
                  <c:v>1027</c:v>
                </c:pt>
                <c:pt idx="7893">
                  <c:v>1626</c:v>
                </c:pt>
                <c:pt idx="7894">
                  <c:v>1200</c:v>
                </c:pt>
                <c:pt idx="7895">
                  <c:v>1559</c:v>
                </c:pt>
                <c:pt idx="7896">
                  <c:v>1190</c:v>
                </c:pt>
                <c:pt idx="7897">
                  <c:v>1200</c:v>
                </c:pt>
                <c:pt idx="7898">
                  <c:v>1174</c:v>
                </c:pt>
                <c:pt idx="7899">
                  <c:v>1140</c:v>
                </c:pt>
                <c:pt idx="7900">
                  <c:v>1603</c:v>
                </c:pt>
                <c:pt idx="7901">
                  <c:v>1278</c:v>
                </c:pt>
                <c:pt idx="7902">
                  <c:v>1085</c:v>
                </c:pt>
                <c:pt idx="7903">
                  <c:v>1195</c:v>
                </c:pt>
                <c:pt idx="7904">
                  <c:v>450</c:v>
                </c:pt>
                <c:pt idx="7905">
                  <c:v>550</c:v>
                </c:pt>
                <c:pt idx="7906">
                  <c:v>1165</c:v>
                </c:pt>
                <c:pt idx="7907">
                  <c:v>3000</c:v>
                </c:pt>
                <c:pt idx="7908">
                  <c:v>1452</c:v>
                </c:pt>
                <c:pt idx="7909">
                  <c:v>702</c:v>
                </c:pt>
                <c:pt idx="7910">
                  <c:v>1020</c:v>
                </c:pt>
                <c:pt idx="7911">
                  <c:v>1340</c:v>
                </c:pt>
                <c:pt idx="7912">
                  <c:v>1125</c:v>
                </c:pt>
                <c:pt idx="7913">
                  <c:v>1160</c:v>
                </c:pt>
                <c:pt idx="7914">
                  <c:v>1050</c:v>
                </c:pt>
                <c:pt idx="7915">
                  <c:v>1960</c:v>
                </c:pt>
                <c:pt idx="7916">
                  <c:v>1200</c:v>
                </c:pt>
                <c:pt idx="7917">
                  <c:v>975</c:v>
                </c:pt>
                <c:pt idx="7918">
                  <c:v>1700</c:v>
                </c:pt>
                <c:pt idx="7919">
                  <c:v>1275</c:v>
                </c:pt>
                <c:pt idx="7920">
                  <c:v>650</c:v>
                </c:pt>
                <c:pt idx="7921">
                  <c:v>1495</c:v>
                </c:pt>
                <c:pt idx="7922">
                  <c:v>1200</c:v>
                </c:pt>
                <c:pt idx="7923">
                  <c:v>3750</c:v>
                </c:pt>
                <c:pt idx="7924">
                  <c:v>1679</c:v>
                </c:pt>
                <c:pt idx="7925">
                  <c:v>1450</c:v>
                </c:pt>
                <c:pt idx="7926">
                  <c:v>1210</c:v>
                </c:pt>
                <c:pt idx="7927">
                  <c:v>1300</c:v>
                </c:pt>
                <c:pt idx="7928">
                  <c:v>1165</c:v>
                </c:pt>
                <c:pt idx="7929">
                  <c:v>1623</c:v>
                </c:pt>
                <c:pt idx="7930">
                  <c:v>1115</c:v>
                </c:pt>
                <c:pt idx="7931">
                  <c:v>450</c:v>
                </c:pt>
                <c:pt idx="7932">
                  <c:v>1170</c:v>
                </c:pt>
                <c:pt idx="7933">
                  <c:v>1700</c:v>
                </c:pt>
                <c:pt idx="7934">
                  <c:v>1245</c:v>
                </c:pt>
                <c:pt idx="7935">
                  <c:v>1017</c:v>
                </c:pt>
                <c:pt idx="7936">
                  <c:v>1242</c:v>
                </c:pt>
                <c:pt idx="7937">
                  <c:v>1792</c:v>
                </c:pt>
                <c:pt idx="7938">
                  <c:v>1275</c:v>
                </c:pt>
                <c:pt idx="7939">
                  <c:v>605</c:v>
                </c:pt>
                <c:pt idx="7940">
                  <c:v>1200</c:v>
                </c:pt>
                <c:pt idx="7941">
                  <c:v>1450</c:v>
                </c:pt>
                <c:pt idx="7942">
                  <c:v>1232</c:v>
                </c:pt>
                <c:pt idx="7943">
                  <c:v>1800</c:v>
                </c:pt>
                <c:pt idx="7944">
                  <c:v>1200</c:v>
                </c:pt>
                <c:pt idx="7945">
                  <c:v>2100</c:v>
                </c:pt>
                <c:pt idx="7946">
                  <c:v>1065</c:v>
                </c:pt>
                <c:pt idx="7947">
                  <c:v>1075</c:v>
                </c:pt>
                <c:pt idx="7948">
                  <c:v>780</c:v>
                </c:pt>
                <c:pt idx="7949">
                  <c:v>1070</c:v>
                </c:pt>
                <c:pt idx="7950">
                  <c:v>1464</c:v>
                </c:pt>
                <c:pt idx="7951">
                  <c:v>1910</c:v>
                </c:pt>
                <c:pt idx="7952">
                  <c:v>1280</c:v>
                </c:pt>
                <c:pt idx="7953">
                  <c:v>1530</c:v>
                </c:pt>
                <c:pt idx="7954">
                  <c:v>2439</c:v>
                </c:pt>
                <c:pt idx="7955">
                  <c:v>1088</c:v>
                </c:pt>
                <c:pt idx="7956">
                  <c:v>1174</c:v>
                </c:pt>
                <c:pt idx="7957">
                  <c:v>1587</c:v>
                </c:pt>
                <c:pt idx="7958">
                  <c:v>1045</c:v>
                </c:pt>
                <c:pt idx="7959">
                  <c:v>1304</c:v>
                </c:pt>
                <c:pt idx="7960">
                  <c:v>1100</c:v>
                </c:pt>
                <c:pt idx="7961">
                  <c:v>1482</c:v>
                </c:pt>
                <c:pt idx="7962">
                  <c:v>2125</c:v>
                </c:pt>
                <c:pt idx="7963">
                  <c:v>1194</c:v>
                </c:pt>
                <c:pt idx="7964">
                  <c:v>1200</c:v>
                </c:pt>
                <c:pt idx="7965">
                  <c:v>1070</c:v>
                </c:pt>
                <c:pt idx="7966">
                  <c:v>1100</c:v>
                </c:pt>
                <c:pt idx="7967">
                  <c:v>1270</c:v>
                </c:pt>
                <c:pt idx="7968">
                  <c:v>1000</c:v>
                </c:pt>
                <c:pt idx="7969">
                  <c:v>1246</c:v>
                </c:pt>
                <c:pt idx="7970">
                  <c:v>1529</c:v>
                </c:pt>
                <c:pt idx="7971">
                  <c:v>1185</c:v>
                </c:pt>
                <c:pt idx="7972">
                  <c:v>1060</c:v>
                </c:pt>
                <c:pt idx="7973">
                  <c:v>1319</c:v>
                </c:pt>
                <c:pt idx="7974">
                  <c:v>991</c:v>
                </c:pt>
                <c:pt idx="7975">
                  <c:v>662</c:v>
                </c:pt>
                <c:pt idx="7976">
                  <c:v>1200</c:v>
                </c:pt>
                <c:pt idx="7977">
                  <c:v>1400</c:v>
                </c:pt>
                <c:pt idx="7978">
                  <c:v>1575</c:v>
                </c:pt>
                <c:pt idx="7979">
                  <c:v>1319</c:v>
                </c:pt>
                <c:pt idx="7980">
                  <c:v>940</c:v>
                </c:pt>
                <c:pt idx="7981">
                  <c:v>600</c:v>
                </c:pt>
                <c:pt idx="7982">
                  <c:v>985</c:v>
                </c:pt>
                <c:pt idx="7983">
                  <c:v>1349</c:v>
                </c:pt>
                <c:pt idx="7984">
                  <c:v>1844</c:v>
                </c:pt>
                <c:pt idx="7985">
                  <c:v>1830</c:v>
                </c:pt>
                <c:pt idx="7986">
                  <c:v>2275</c:v>
                </c:pt>
                <c:pt idx="7987">
                  <c:v>2895.5</c:v>
                </c:pt>
                <c:pt idx="7988">
                  <c:v>1140</c:v>
                </c:pt>
                <c:pt idx="7989">
                  <c:v>900</c:v>
                </c:pt>
                <c:pt idx="7990">
                  <c:v>1372</c:v>
                </c:pt>
                <c:pt idx="7991">
                  <c:v>1455</c:v>
                </c:pt>
                <c:pt idx="7992">
                  <c:v>1100</c:v>
                </c:pt>
                <c:pt idx="7993">
                  <c:v>1295</c:v>
                </c:pt>
                <c:pt idx="7994">
                  <c:v>1475</c:v>
                </c:pt>
                <c:pt idx="7995">
                  <c:v>1788</c:v>
                </c:pt>
                <c:pt idx="7996">
                  <c:v>1243</c:v>
                </c:pt>
                <c:pt idx="7997">
                  <c:v>1855</c:v>
                </c:pt>
                <c:pt idx="7998">
                  <c:v>1850</c:v>
                </c:pt>
                <c:pt idx="7999">
                  <c:v>1315</c:v>
                </c:pt>
                <c:pt idx="8000">
                  <c:v>1216</c:v>
                </c:pt>
                <c:pt idx="8001">
                  <c:v>1721</c:v>
                </c:pt>
                <c:pt idx="8002">
                  <c:v>1059</c:v>
                </c:pt>
                <c:pt idx="8003">
                  <c:v>1184</c:v>
                </c:pt>
                <c:pt idx="8004">
                  <c:v>1480</c:v>
                </c:pt>
                <c:pt idx="8005">
                  <c:v>635</c:v>
                </c:pt>
                <c:pt idx="8006">
                  <c:v>1500</c:v>
                </c:pt>
                <c:pt idx="8007">
                  <c:v>1143</c:v>
                </c:pt>
                <c:pt idx="8008">
                  <c:v>3170</c:v>
                </c:pt>
                <c:pt idx="8009">
                  <c:v>1485</c:v>
                </c:pt>
                <c:pt idx="8010">
                  <c:v>1655</c:v>
                </c:pt>
                <c:pt idx="8011">
                  <c:v>900</c:v>
                </c:pt>
                <c:pt idx="8012">
                  <c:v>1600</c:v>
                </c:pt>
                <c:pt idx="8013">
                  <c:v>1163</c:v>
                </c:pt>
                <c:pt idx="8014">
                  <c:v>1654</c:v>
                </c:pt>
                <c:pt idx="8015">
                  <c:v>801</c:v>
                </c:pt>
                <c:pt idx="8016">
                  <c:v>1685</c:v>
                </c:pt>
                <c:pt idx="8017">
                  <c:v>1540</c:v>
                </c:pt>
                <c:pt idx="8018">
                  <c:v>1265</c:v>
                </c:pt>
                <c:pt idx="8019">
                  <c:v>1200</c:v>
                </c:pt>
                <c:pt idx="8020">
                  <c:v>1300</c:v>
                </c:pt>
                <c:pt idx="8021">
                  <c:v>1009</c:v>
                </c:pt>
                <c:pt idx="8022">
                  <c:v>1540</c:v>
                </c:pt>
                <c:pt idx="8023">
                  <c:v>1735</c:v>
                </c:pt>
                <c:pt idx="8024">
                  <c:v>497</c:v>
                </c:pt>
                <c:pt idx="8025">
                  <c:v>1142</c:v>
                </c:pt>
                <c:pt idx="8026">
                  <c:v>1215</c:v>
                </c:pt>
                <c:pt idx="8027">
                  <c:v>1070</c:v>
                </c:pt>
                <c:pt idx="8028">
                  <c:v>1125</c:v>
                </c:pt>
                <c:pt idx="8029">
                  <c:v>1125</c:v>
                </c:pt>
                <c:pt idx="8030">
                  <c:v>1575</c:v>
                </c:pt>
                <c:pt idx="8031">
                  <c:v>1360</c:v>
                </c:pt>
                <c:pt idx="8032">
                  <c:v>1710</c:v>
                </c:pt>
                <c:pt idx="8033">
                  <c:v>1200</c:v>
                </c:pt>
                <c:pt idx="8034">
                  <c:v>2185</c:v>
                </c:pt>
                <c:pt idx="8035">
                  <c:v>2400</c:v>
                </c:pt>
                <c:pt idx="8036">
                  <c:v>1195</c:v>
                </c:pt>
                <c:pt idx="8037">
                  <c:v>1246</c:v>
                </c:pt>
                <c:pt idx="8038">
                  <c:v>1012</c:v>
                </c:pt>
                <c:pt idx="8039">
                  <c:v>998</c:v>
                </c:pt>
                <c:pt idx="8040">
                  <c:v>2400</c:v>
                </c:pt>
                <c:pt idx="8041">
                  <c:v>1130</c:v>
                </c:pt>
                <c:pt idx="8042">
                  <c:v>2733</c:v>
                </c:pt>
                <c:pt idx="8043">
                  <c:v>1354</c:v>
                </c:pt>
                <c:pt idx="8044">
                  <c:v>1389</c:v>
                </c:pt>
                <c:pt idx="8045">
                  <c:v>2970</c:v>
                </c:pt>
                <c:pt idx="8046">
                  <c:v>1172</c:v>
                </c:pt>
                <c:pt idx="8047">
                  <c:v>1495</c:v>
                </c:pt>
                <c:pt idx="8048">
                  <c:v>1315</c:v>
                </c:pt>
                <c:pt idx="8049">
                  <c:v>1270</c:v>
                </c:pt>
                <c:pt idx="8050">
                  <c:v>1160</c:v>
                </c:pt>
                <c:pt idx="8051">
                  <c:v>1450</c:v>
                </c:pt>
                <c:pt idx="8052">
                  <c:v>470</c:v>
                </c:pt>
                <c:pt idx="8053">
                  <c:v>1040</c:v>
                </c:pt>
                <c:pt idx="8054">
                  <c:v>1205</c:v>
                </c:pt>
                <c:pt idx="8055">
                  <c:v>1215</c:v>
                </c:pt>
                <c:pt idx="8056">
                  <c:v>1135</c:v>
                </c:pt>
                <c:pt idx="8057">
                  <c:v>1224</c:v>
                </c:pt>
                <c:pt idx="8058">
                  <c:v>664</c:v>
                </c:pt>
                <c:pt idx="8059">
                  <c:v>1160</c:v>
                </c:pt>
                <c:pt idx="8060">
                  <c:v>1200</c:v>
                </c:pt>
                <c:pt idx="8061">
                  <c:v>1220</c:v>
                </c:pt>
                <c:pt idx="8062">
                  <c:v>1328</c:v>
                </c:pt>
                <c:pt idx="8063">
                  <c:v>975</c:v>
                </c:pt>
                <c:pt idx="8064">
                  <c:v>1907</c:v>
                </c:pt>
                <c:pt idx="8065">
                  <c:v>900</c:v>
                </c:pt>
                <c:pt idx="8066">
                  <c:v>1330</c:v>
                </c:pt>
                <c:pt idx="8067">
                  <c:v>2330</c:v>
                </c:pt>
                <c:pt idx="8068">
                  <c:v>1222</c:v>
                </c:pt>
                <c:pt idx="8069">
                  <c:v>2100</c:v>
                </c:pt>
                <c:pt idx="8070">
                  <c:v>3335</c:v>
                </c:pt>
                <c:pt idx="8071">
                  <c:v>1320</c:v>
                </c:pt>
                <c:pt idx="8072">
                  <c:v>1330</c:v>
                </c:pt>
                <c:pt idx="8073">
                  <c:v>2000</c:v>
                </c:pt>
                <c:pt idx="8074">
                  <c:v>1244</c:v>
                </c:pt>
                <c:pt idx="8075">
                  <c:v>1000</c:v>
                </c:pt>
                <c:pt idx="8076">
                  <c:v>1400</c:v>
                </c:pt>
                <c:pt idx="8077">
                  <c:v>1000</c:v>
                </c:pt>
                <c:pt idx="8078">
                  <c:v>1250</c:v>
                </c:pt>
                <c:pt idx="8079">
                  <c:v>2630</c:v>
                </c:pt>
                <c:pt idx="8080">
                  <c:v>1225</c:v>
                </c:pt>
                <c:pt idx="8081">
                  <c:v>2790</c:v>
                </c:pt>
                <c:pt idx="8082">
                  <c:v>1683</c:v>
                </c:pt>
                <c:pt idx="8083">
                  <c:v>1250</c:v>
                </c:pt>
                <c:pt idx="8084">
                  <c:v>1305</c:v>
                </c:pt>
                <c:pt idx="8085">
                  <c:v>1150</c:v>
                </c:pt>
                <c:pt idx="8086">
                  <c:v>1654</c:v>
                </c:pt>
                <c:pt idx="8087">
                  <c:v>1890</c:v>
                </c:pt>
                <c:pt idx="8088">
                  <c:v>1069</c:v>
                </c:pt>
                <c:pt idx="8089">
                  <c:v>750</c:v>
                </c:pt>
                <c:pt idx="8090">
                  <c:v>2400</c:v>
                </c:pt>
                <c:pt idx="8091">
                  <c:v>1680</c:v>
                </c:pt>
                <c:pt idx="8092">
                  <c:v>1700</c:v>
                </c:pt>
                <c:pt idx="8093">
                  <c:v>2200</c:v>
                </c:pt>
                <c:pt idx="8094">
                  <c:v>1595</c:v>
                </c:pt>
                <c:pt idx="8095">
                  <c:v>1480</c:v>
                </c:pt>
                <c:pt idx="8096">
                  <c:v>1092</c:v>
                </c:pt>
                <c:pt idx="8097">
                  <c:v>1683</c:v>
                </c:pt>
                <c:pt idx="8098">
                  <c:v>545</c:v>
                </c:pt>
                <c:pt idx="8099">
                  <c:v>1340</c:v>
                </c:pt>
                <c:pt idx="8100">
                  <c:v>1100</c:v>
                </c:pt>
                <c:pt idx="8101">
                  <c:v>1185</c:v>
                </c:pt>
                <c:pt idx="8102">
                  <c:v>1025</c:v>
                </c:pt>
                <c:pt idx="8103">
                  <c:v>1730</c:v>
                </c:pt>
                <c:pt idx="8104">
                  <c:v>1450</c:v>
                </c:pt>
                <c:pt idx="8105">
                  <c:v>1862</c:v>
                </c:pt>
                <c:pt idx="8106">
                  <c:v>2430</c:v>
                </c:pt>
                <c:pt idx="8107">
                  <c:v>1170</c:v>
                </c:pt>
                <c:pt idx="8108">
                  <c:v>1075</c:v>
                </c:pt>
                <c:pt idx="8109">
                  <c:v>1060</c:v>
                </c:pt>
                <c:pt idx="8110">
                  <c:v>850</c:v>
                </c:pt>
                <c:pt idx="8111">
                  <c:v>935</c:v>
                </c:pt>
                <c:pt idx="8112">
                  <c:v>1905</c:v>
                </c:pt>
                <c:pt idx="8113">
                  <c:v>1125</c:v>
                </c:pt>
                <c:pt idx="8114">
                  <c:v>1500</c:v>
                </c:pt>
                <c:pt idx="8115">
                  <c:v>1725</c:v>
                </c:pt>
                <c:pt idx="8116">
                  <c:v>1120</c:v>
                </c:pt>
                <c:pt idx="8117">
                  <c:v>1750</c:v>
                </c:pt>
                <c:pt idx="8118">
                  <c:v>2000</c:v>
                </c:pt>
                <c:pt idx="8119">
                  <c:v>1745</c:v>
                </c:pt>
                <c:pt idx="8120">
                  <c:v>1270</c:v>
                </c:pt>
                <c:pt idx="8121">
                  <c:v>1180</c:v>
                </c:pt>
                <c:pt idx="8122">
                  <c:v>1130</c:v>
                </c:pt>
                <c:pt idx="8123">
                  <c:v>2774</c:v>
                </c:pt>
                <c:pt idx="8124">
                  <c:v>1723</c:v>
                </c:pt>
                <c:pt idx="8125">
                  <c:v>1175</c:v>
                </c:pt>
                <c:pt idx="8126">
                  <c:v>1607</c:v>
                </c:pt>
                <c:pt idx="8127">
                  <c:v>1334</c:v>
                </c:pt>
                <c:pt idx="8128">
                  <c:v>2800</c:v>
                </c:pt>
                <c:pt idx="8129">
                  <c:v>1113</c:v>
                </c:pt>
                <c:pt idx="8130">
                  <c:v>1300</c:v>
                </c:pt>
                <c:pt idx="8131">
                  <c:v>1200</c:v>
                </c:pt>
                <c:pt idx="8132">
                  <c:v>1900</c:v>
                </c:pt>
                <c:pt idx="8133">
                  <c:v>2956</c:v>
                </c:pt>
                <c:pt idx="8134">
                  <c:v>1398</c:v>
                </c:pt>
                <c:pt idx="8135">
                  <c:v>1152</c:v>
                </c:pt>
                <c:pt idx="8136">
                  <c:v>1110</c:v>
                </c:pt>
                <c:pt idx="8137">
                  <c:v>1116</c:v>
                </c:pt>
                <c:pt idx="8138">
                  <c:v>1061</c:v>
                </c:pt>
                <c:pt idx="8139">
                  <c:v>1300</c:v>
                </c:pt>
                <c:pt idx="8140">
                  <c:v>1270</c:v>
                </c:pt>
                <c:pt idx="8141">
                  <c:v>966</c:v>
                </c:pt>
                <c:pt idx="8142">
                  <c:v>1200</c:v>
                </c:pt>
                <c:pt idx="8143">
                  <c:v>1630</c:v>
                </c:pt>
                <c:pt idx="8144">
                  <c:v>1202</c:v>
                </c:pt>
                <c:pt idx="8145">
                  <c:v>1300</c:v>
                </c:pt>
                <c:pt idx="8146">
                  <c:v>1360</c:v>
                </c:pt>
                <c:pt idx="8147">
                  <c:v>1155</c:v>
                </c:pt>
                <c:pt idx="8148">
                  <c:v>1011</c:v>
                </c:pt>
                <c:pt idx="8149">
                  <c:v>1203</c:v>
                </c:pt>
                <c:pt idx="8150">
                  <c:v>1645</c:v>
                </c:pt>
                <c:pt idx="8151">
                  <c:v>1364</c:v>
                </c:pt>
                <c:pt idx="8152">
                  <c:v>1200</c:v>
                </c:pt>
                <c:pt idx="8153">
                  <c:v>1365</c:v>
                </c:pt>
                <c:pt idx="8154">
                  <c:v>1252</c:v>
                </c:pt>
                <c:pt idx="8155">
                  <c:v>1221</c:v>
                </c:pt>
                <c:pt idx="8156">
                  <c:v>1065</c:v>
                </c:pt>
                <c:pt idx="8157">
                  <c:v>1270</c:v>
                </c:pt>
                <c:pt idx="8158">
                  <c:v>1032</c:v>
                </c:pt>
                <c:pt idx="8159">
                  <c:v>1515</c:v>
                </c:pt>
                <c:pt idx="8160">
                  <c:v>1427</c:v>
                </c:pt>
                <c:pt idx="8161">
                  <c:v>940</c:v>
                </c:pt>
                <c:pt idx="8162">
                  <c:v>1460</c:v>
                </c:pt>
                <c:pt idx="8163">
                  <c:v>2275</c:v>
                </c:pt>
                <c:pt idx="8164">
                  <c:v>1522</c:v>
                </c:pt>
                <c:pt idx="8165">
                  <c:v>1185</c:v>
                </c:pt>
                <c:pt idx="8166">
                  <c:v>5425</c:v>
                </c:pt>
                <c:pt idx="8167">
                  <c:v>1800</c:v>
                </c:pt>
                <c:pt idx="8168">
                  <c:v>940</c:v>
                </c:pt>
                <c:pt idx="8169">
                  <c:v>1530</c:v>
                </c:pt>
                <c:pt idx="8170">
                  <c:v>1050</c:v>
                </c:pt>
                <c:pt idx="8171">
                  <c:v>929</c:v>
                </c:pt>
                <c:pt idx="8172">
                  <c:v>1530</c:v>
                </c:pt>
                <c:pt idx="8173">
                  <c:v>900</c:v>
                </c:pt>
                <c:pt idx="8174">
                  <c:v>978</c:v>
                </c:pt>
                <c:pt idx="8175">
                  <c:v>770</c:v>
                </c:pt>
                <c:pt idx="8176">
                  <c:v>1066</c:v>
                </c:pt>
                <c:pt idx="8177">
                  <c:v>635</c:v>
                </c:pt>
                <c:pt idx="8178">
                  <c:v>1015</c:v>
                </c:pt>
                <c:pt idx="8179">
                  <c:v>1175</c:v>
                </c:pt>
                <c:pt idx="8180">
                  <c:v>1188</c:v>
                </c:pt>
                <c:pt idx="8181">
                  <c:v>620</c:v>
                </c:pt>
                <c:pt idx="8182">
                  <c:v>1210</c:v>
                </c:pt>
                <c:pt idx="8183">
                  <c:v>1000</c:v>
                </c:pt>
                <c:pt idx="8184">
                  <c:v>1500</c:v>
                </c:pt>
                <c:pt idx="8185">
                  <c:v>1185</c:v>
                </c:pt>
                <c:pt idx="8186">
                  <c:v>1600</c:v>
                </c:pt>
                <c:pt idx="8187">
                  <c:v>1100</c:v>
                </c:pt>
                <c:pt idx="8188">
                  <c:v>1300</c:v>
                </c:pt>
                <c:pt idx="8189">
                  <c:v>1100</c:v>
                </c:pt>
                <c:pt idx="8190">
                  <c:v>860</c:v>
                </c:pt>
                <c:pt idx="8191">
                  <c:v>1007</c:v>
                </c:pt>
                <c:pt idx="8192">
                  <c:v>1100</c:v>
                </c:pt>
                <c:pt idx="8193">
                  <c:v>1187</c:v>
                </c:pt>
                <c:pt idx="8194">
                  <c:v>1150</c:v>
                </c:pt>
                <c:pt idx="8195">
                  <c:v>2400</c:v>
                </c:pt>
                <c:pt idx="8196">
                  <c:v>1180</c:v>
                </c:pt>
                <c:pt idx="8197">
                  <c:v>1820</c:v>
                </c:pt>
                <c:pt idx="8198">
                  <c:v>1430</c:v>
                </c:pt>
                <c:pt idx="8199">
                  <c:v>700</c:v>
                </c:pt>
                <c:pt idx="8200">
                  <c:v>1200</c:v>
                </c:pt>
                <c:pt idx="8201">
                  <c:v>1165</c:v>
                </c:pt>
                <c:pt idx="8202">
                  <c:v>1569</c:v>
                </c:pt>
                <c:pt idx="8203">
                  <c:v>1950</c:v>
                </c:pt>
                <c:pt idx="8204">
                  <c:v>1200</c:v>
                </c:pt>
                <c:pt idx="8205">
                  <c:v>2437</c:v>
                </c:pt>
                <c:pt idx="8206">
                  <c:v>950</c:v>
                </c:pt>
                <c:pt idx="8207">
                  <c:v>1685</c:v>
                </c:pt>
                <c:pt idx="8208">
                  <c:v>3270</c:v>
                </c:pt>
                <c:pt idx="8209">
                  <c:v>1314</c:v>
                </c:pt>
                <c:pt idx="8210">
                  <c:v>1250</c:v>
                </c:pt>
                <c:pt idx="8211">
                  <c:v>1130</c:v>
                </c:pt>
                <c:pt idx="8212">
                  <c:v>2247</c:v>
                </c:pt>
                <c:pt idx="8213">
                  <c:v>1550</c:v>
                </c:pt>
                <c:pt idx="8214">
                  <c:v>1715</c:v>
                </c:pt>
                <c:pt idx="8215">
                  <c:v>1053</c:v>
                </c:pt>
                <c:pt idx="8216">
                  <c:v>1200</c:v>
                </c:pt>
                <c:pt idx="8217">
                  <c:v>2400</c:v>
                </c:pt>
                <c:pt idx="8218">
                  <c:v>1245</c:v>
                </c:pt>
                <c:pt idx="8219">
                  <c:v>1241</c:v>
                </c:pt>
                <c:pt idx="8220">
                  <c:v>1090</c:v>
                </c:pt>
                <c:pt idx="8221">
                  <c:v>1390</c:v>
                </c:pt>
                <c:pt idx="8222">
                  <c:v>1100</c:v>
                </c:pt>
                <c:pt idx="8223">
                  <c:v>1350</c:v>
                </c:pt>
                <c:pt idx="8224">
                  <c:v>800</c:v>
                </c:pt>
                <c:pt idx="8225">
                  <c:v>1787</c:v>
                </c:pt>
                <c:pt idx="8226">
                  <c:v>2400</c:v>
                </c:pt>
                <c:pt idx="8227">
                  <c:v>1691</c:v>
                </c:pt>
                <c:pt idx="8228">
                  <c:v>2119</c:v>
                </c:pt>
                <c:pt idx="8229">
                  <c:v>2325</c:v>
                </c:pt>
                <c:pt idx="8230">
                  <c:v>1896</c:v>
                </c:pt>
                <c:pt idx="8231">
                  <c:v>1540</c:v>
                </c:pt>
                <c:pt idx="8232">
                  <c:v>1244</c:v>
                </c:pt>
                <c:pt idx="8233">
                  <c:v>1365</c:v>
                </c:pt>
                <c:pt idx="8234">
                  <c:v>580</c:v>
                </c:pt>
                <c:pt idx="8235">
                  <c:v>1355</c:v>
                </c:pt>
                <c:pt idx="8236">
                  <c:v>1513</c:v>
                </c:pt>
                <c:pt idx="8237">
                  <c:v>1175</c:v>
                </c:pt>
                <c:pt idx="8238">
                  <c:v>2087</c:v>
                </c:pt>
                <c:pt idx="8239">
                  <c:v>2273</c:v>
                </c:pt>
                <c:pt idx="8240">
                  <c:v>2050</c:v>
                </c:pt>
                <c:pt idx="8241">
                  <c:v>1200</c:v>
                </c:pt>
                <c:pt idx="8242">
                  <c:v>1190</c:v>
                </c:pt>
                <c:pt idx="8243">
                  <c:v>1019</c:v>
                </c:pt>
                <c:pt idx="8244">
                  <c:v>1830</c:v>
                </c:pt>
                <c:pt idx="8245">
                  <c:v>4278</c:v>
                </c:pt>
                <c:pt idx="8246">
                  <c:v>1028</c:v>
                </c:pt>
                <c:pt idx="8247">
                  <c:v>1300</c:v>
                </c:pt>
                <c:pt idx="8248">
                  <c:v>1160</c:v>
                </c:pt>
                <c:pt idx="8249">
                  <c:v>1505</c:v>
                </c:pt>
                <c:pt idx="8250">
                  <c:v>1250</c:v>
                </c:pt>
                <c:pt idx="8251">
                  <c:v>1175</c:v>
                </c:pt>
                <c:pt idx="8252">
                  <c:v>1100</c:v>
                </c:pt>
                <c:pt idx="8253">
                  <c:v>2159</c:v>
                </c:pt>
                <c:pt idx="8254">
                  <c:v>1230</c:v>
                </c:pt>
                <c:pt idx="8255">
                  <c:v>3100</c:v>
                </c:pt>
                <c:pt idx="8256">
                  <c:v>1340</c:v>
                </c:pt>
                <c:pt idx="8257">
                  <c:v>1750</c:v>
                </c:pt>
                <c:pt idx="8258">
                  <c:v>1400</c:v>
                </c:pt>
                <c:pt idx="8259">
                  <c:v>1350</c:v>
                </c:pt>
                <c:pt idx="8260">
                  <c:v>1675</c:v>
                </c:pt>
                <c:pt idx="8261">
                  <c:v>1340</c:v>
                </c:pt>
                <c:pt idx="8262">
                  <c:v>1276</c:v>
                </c:pt>
                <c:pt idx="8263">
                  <c:v>1738</c:v>
                </c:pt>
                <c:pt idx="8264">
                  <c:v>1190</c:v>
                </c:pt>
                <c:pt idx="8265">
                  <c:v>1128</c:v>
                </c:pt>
                <c:pt idx="8266">
                  <c:v>1250</c:v>
                </c:pt>
                <c:pt idx="8267">
                  <c:v>1450</c:v>
                </c:pt>
                <c:pt idx="8268">
                  <c:v>1084</c:v>
                </c:pt>
                <c:pt idx="8269">
                  <c:v>2150</c:v>
                </c:pt>
                <c:pt idx="8270">
                  <c:v>1250</c:v>
                </c:pt>
                <c:pt idx="8271">
                  <c:v>2400</c:v>
                </c:pt>
                <c:pt idx="8272">
                  <c:v>1304</c:v>
                </c:pt>
                <c:pt idx="8273">
                  <c:v>980</c:v>
                </c:pt>
                <c:pt idx="8274">
                  <c:v>1275</c:v>
                </c:pt>
                <c:pt idx="8275">
                  <c:v>2500</c:v>
                </c:pt>
                <c:pt idx="8276">
                  <c:v>2400</c:v>
                </c:pt>
                <c:pt idx="8277">
                  <c:v>1450</c:v>
                </c:pt>
                <c:pt idx="8278">
                  <c:v>890</c:v>
                </c:pt>
                <c:pt idx="8279">
                  <c:v>1340</c:v>
                </c:pt>
                <c:pt idx="8280">
                  <c:v>1100</c:v>
                </c:pt>
                <c:pt idx="8281">
                  <c:v>750</c:v>
                </c:pt>
                <c:pt idx="8282">
                  <c:v>1300</c:v>
                </c:pt>
                <c:pt idx="8283">
                  <c:v>1301</c:v>
                </c:pt>
                <c:pt idx="8284">
                  <c:v>3200</c:v>
                </c:pt>
                <c:pt idx="8285">
                  <c:v>1900</c:v>
                </c:pt>
                <c:pt idx="8286">
                  <c:v>1299</c:v>
                </c:pt>
                <c:pt idx="8287">
                  <c:v>1250</c:v>
                </c:pt>
                <c:pt idx="8288">
                  <c:v>925</c:v>
                </c:pt>
                <c:pt idx="8289">
                  <c:v>1107</c:v>
                </c:pt>
                <c:pt idx="8290">
                  <c:v>1300</c:v>
                </c:pt>
                <c:pt idx="8291">
                  <c:v>1715</c:v>
                </c:pt>
                <c:pt idx="8292">
                  <c:v>1200</c:v>
                </c:pt>
                <c:pt idx="8293">
                  <c:v>703</c:v>
                </c:pt>
                <c:pt idx="8294">
                  <c:v>921</c:v>
                </c:pt>
                <c:pt idx="8295">
                  <c:v>1144</c:v>
                </c:pt>
                <c:pt idx="8296">
                  <c:v>525</c:v>
                </c:pt>
                <c:pt idx="8297">
                  <c:v>1400</c:v>
                </c:pt>
                <c:pt idx="8298">
                  <c:v>661</c:v>
                </c:pt>
                <c:pt idx="8299">
                  <c:v>1705</c:v>
                </c:pt>
                <c:pt idx="8300">
                  <c:v>1430</c:v>
                </c:pt>
                <c:pt idx="8301">
                  <c:v>1240</c:v>
                </c:pt>
                <c:pt idx="8302">
                  <c:v>1325</c:v>
                </c:pt>
                <c:pt idx="8303">
                  <c:v>1230</c:v>
                </c:pt>
                <c:pt idx="8304">
                  <c:v>1000</c:v>
                </c:pt>
                <c:pt idx="8305">
                  <c:v>1330</c:v>
                </c:pt>
                <c:pt idx="8306">
                  <c:v>3005</c:v>
                </c:pt>
                <c:pt idx="8307">
                  <c:v>1243</c:v>
                </c:pt>
                <c:pt idx="8308">
                  <c:v>1500</c:v>
                </c:pt>
                <c:pt idx="8309">
                  <c:v>1073</c:v>
                </c:pt>
                <c:pt idx="8310">
                  <c:v>1300</c:v>
                </c:pt>
                <c:pt idx="8311">
                  <c:v>1065</c:v>
                </c:pt>
                <c:pt idx="8312">
                  <c:v>1216</c:v>
                </c:pt>
                <c:pt idx="8313">
                  <c:v>1252</c:v>
                </c:pt>
                <c:pt idx="8314">
                  <c:v>1196</c:v>
                </c:pt>
                <c:pt idx="8315">
                  <c:v>1027</c:v>
                </c:pt>
                <c:pt idx="8316">
                  <c:v>1270</c:v>
                </c:pt>
                <c:pt idx="8317">
                  <c:v>1171</c:v>
                </c:pt>
                <c:pt idx="8318">
                  <c:v>1215</c:v>
                </c:pt>
                <c:pt idx="8319">
                  <c:v>600</c:v>
                </c:pt>
                <c:pt idx="8320">
                  <c:v>1180</c:v>
                </c:pt>
                <c:pt idx="8321">
                  <c:v>1160</c:v>
                </c:pt>
                <c:pt idx="8322">
                  <c:v>2140</c:v>
                </c:pt>
                <c:pt idx="8323">
                  <c:v>1500</c:v>
                </c:pt>
                <c:pt idx="8324">
                  <c:v>1008</c:v>
                </c:pt>
                <c:pt idx="8325">
                  <c:v>1921</c:v>
                </c:pt>
                <c:pt idx="8326">
                  <c:v>1127</c:v>
                </c:pt>
                <c:pt idx="8327">
                  <c:v>1621</c:v>
                </c:pt>
                <c:pt idx="8328">
                  <c:v>1030</c:v>
                </c:pt>
                <c:pt idx="8329">
                  <c:v>1314</c:v>
                </c:pt>
                <c:pt idx="8330">
                  <c:v>1220</c:v>
                </c:pt>
                <c:pt idx="8331">
                  <c:v>1590</c:v>
                </c:pt>
                <c:pt idx="8332">
                  <c:v>703</c:v>
                </c:pt>
                <c:pt idx="8333">
                  <c:v>1795</c:v>
                </c:pt>
                <c:pt idx="8334">
                  <c:v>3000</c:v>
                </c:pt>
                <c:pt idx="8335">
                  <c:v>825</c:v>
                </c:pt>
                <c:pt idx="8336">
                  <c:v>1254</c:v>
                </c:pt>
                <c:pt idx="8337">
                  <c:v>2040</c:v>
                </c:pt>
                <c:pt idx="8338">
                  <c:v>2215</c:v>
                </c:pt>
                <c:pt idx="8339">
                  <c:v>1478</c:v>
                </c:pt>
                <c:pt idx="8340">
                  <c:v>1820</c:v>
                </c:pt>
                <c:pt idx="8341">
                  <c:v>1623</c:v>
                </c:pt>
                <c:pt idx="8342">
                  <c:v>1243</c:v>
                </c:pt>
                <c:pt idx="8343">
                  <c:v>1200</c:v>
                </c:pt>
                <c:pt idx="8344">
                  <c:v>1613</c:v>
                </c:pt>
                <c:pt idx="8345">
                  <c:v>1293</c:v>
                </c:pt>
                <c:pt idx="8346">
                  <c:v>1065</c:v>
                </c:pt>
                <c:pt idx="8347">
                  <c:v>940</c:v>
                </c:pt>
                <c:pt idx="8348">
                  <c:v>1181</c:v>
                </c:pt>
                <c:pt idx="8349">
                  <c:v>1050</c:v>
                </c:pt>
                <c:pt idx="8350">
                  <c:v>1260</c:v>
                </c:pt>
                <c:pt idx="8351">
                  <c:v>1500</c:v>
                </c:pt>
                <c:pt idx="8352">
                  <c:v>1000</c:v>
                </c:pt>
                <c:pt idx="8353">
                  <c:v>1530</c:v>
                </c:pt>
                <c:pt idx="8354">
                  <c:v>1140</c:v>
                </c:pt>
                <c:pt idx="8355">
                  <c:v>1864</c:v>
                </c:pt>
                <c:pt idx="8356">
                  <c:v>1575</c:v>
                </c:pt>
                <c:pt idx="8357">
                  <c:v>1200</c:v>
                </c:pt>
                <c:pt idx="8358">
                  <c:v>945</c:v>
                </c:pt>
                <c:pt idx="8359">
                  <c:v>1691</c:v>
                </c:pt>
                <c:pt idx="8360">
                  <c:v>1220</c:v>
                </c:pt>
                <c:pt idx="8361">
                  <c:v>600</c:v>
                </c:pt>
                <c:pt idx="8362">
                  <c:v>1160</c:v>
                </c:pt>
                <c:pt idx="8363">
                  <c:v>1950</c:v>
                </c:pt>
                <c:pt idx="8364">
                  <c:v>1650</c:v>
                </c:pt>
                <c:pt idx="8365">
                  <c:v>2400</c:v>
                </c:pt>
                <c:pt idx="8366">
                  <c:v>795</c:v>
                </c:pt>
                <c:pt idx="8367">
                  <c:v>1400</c:v>
                </c:pt>
                <c:pt idx="8368">
                  <c:v>2285</c:v>
                </c:pt>
                <c:pt idx="8369">
                  <c:v>1243</c:v>
                </c:pt>
                <c:pt idx="8370">
                  <c:v>1263</c:v>
                </c:pt>
                <c:pt idx="8371">
                  <c:v>1345</c:v>
                </c:pt>
                <c:pt idx="8372">
                  <c:v>1360</c:v>
                </c:pt>
                <c:pt idx="8373">
                  <c:v>1026</c:v>
                </c:pt>
                <c:pt idx="8374">
                  <c:v>1050</c:v>
                </c:pt>
                <c:pt idx="8375">
                  <c:v>1460</c:v>
                </c:pt>
                <c:pt idx="8376">
                  <c:v>1525</c:v>
                </c:pt>
                <c:pt idx="8377">
                  <c:v>1843</c:v>
                </c:pt>
                <c:pt idx="8378">
                  <c:v>1000</c:v>
                </c:pt>
                <c:pt idx="8379">
                  <c:v>1642</c:v>
                </c:pt>
                <c:pt idx="8380">
                  <c:v>1200</c:v>
                </c:pt>
                <c:pt idx="8381">
                  <c:v>975</c:v>
                </c:pt>
                <c:pt idx="8382">
                  <c:v>1075</c:v>
                </c:pt>
                <c:pt idx="8383">
                  <c:v>1210</c:v>
                </c:pt>
                <c:pt idx="8384">
                  <c:v>2000</c:v>
                </c:pt>
                <c:pt idx="8385">
                  <c:v>1225</c:v>
                </c:pt>
                <c:pt idx="8386">
                  <c:v>1290</c:v>
                </c:pt>
                <c:pt idx="8387">
                  <c:v>1220</c:v>
                </c:pt>
                <c:pt idx="8388">
                  <c:v>1361</c:v>
                </c:pt>
                <c:pt idx="8389">
                  <c:v>1394</c:v>
                </c:pt>
                <c:pt idx="8390">
                  <c:v>870</c:v>
                </c:pt>
                <c:pt idx="8391">
                  <c:v>1222</c:v>
                </c:pt>
                <c:pt idx="8392">
                  <c:v>1420</c:v>
                </c:pt>
                <c:pt idx="8393">
                  <c:v>1846</c:v>
                </c:pt>
                <c:pt idx="8394">
                  <c:v>1167</c:v>
                </c:pt>
                <c:pt idx="8395">
                  <c:v>902</c:v>
                </c:pt>
                <c:pt idx="8396">
                  <c:v>2422</c:v>
                </c:pt>
                <c:pt idx="8397">
                  <c:v>1050</c:v>
                </c:pt>
                <c:pt idx="8398">
                  <c:v>1000</c:v>
                </c:pt>
                <c:pt idx="8399">
                  <c:v>1260</c:v>
                </c:pt>
                <c:pt idx="8400">
                  <c:v>939</c:v>
                </c:pt>
                <c:pt idx="8401">
                  <c:v>600</c:v>
                </c:pt>
                <c:pt idx="8402">
                  <c:v>1298</c:v>
                </c:pt>
                <c:pt idx="8403">
                  <c:v>1710</c:v>
                </c:pt>
                <c:pt idx="8404">
                  <c:v>1000</c:v>
                </c:pt>
                <c:pt idx="8405">
                  <c:v>1100</c:v>
                </c:pt>
                <c:pt idx="8406">
                  <c:v>615</c:v>
                </c:pt>
                <c:pt idx="8407">
                  <c:v>1350</c:v>
                </c:pt>
                <c:pt idx="8408">
                  <c:v>1718</c:v>
                </c:pt>
                <c:pt idx="8409">
                  <c:v>1680</c:v>
                </c:pt>
                <c:pt idx="8410">
                  <c:v>1500</c:v>
                </c:pt>
                <c:pt idx="8411">
                  <c:v>1157</c:v>
                </c:pt>
                <c:pt idx="8412">
                  <c:v>1179</c:v>
                </c:pt>
                <c:pt idx="8413">
                  <c:v>1315</c:v>
                </c:pt>
                <c:pt idx="8414">
                  <c:v>1105</c:v>
                </c:pt>
                <c:pt idx="8415">
                  <c:v>1800</c:v>
                </c:pt>
                <c:pt idx="8416">
                  <c:v>1010</c:v>
                </c:pt>
                <c:pt idx="8417">
                  <c:v>630</c:v>
                </c:pt>
                <c:pt idx="8418">
                  <c:v>1200</c:v>
                </c:pt>
                <c:pt idx="8419">
                  <c:v>1025</c:v>
                </c:pt>
                <c:pt idx="8420">
                  <c:v>1195</c:v>
                </c:pt>
                <c:pt idx="8421">
                  <c:v>1012</c:v>
                </c:pt>
                <c:pt idx="8422">
                  <c:v>1884</c:v>
                </c:pt>
                <c:pt idx="8423">
                  <c:v>1090</c:v>
                </c:pt>
                <c:pt idx="8424">
                  <c:v>1300</c:v>
                </c:pt>
                <c:pt idx="8425">
                  <c:v>2950</c:v>
                </c:pt>
                <c:pt idx="8426">
                  <c:v>1710</c:v>
                </c:pt>
                <c:pt idx="8427">
                  <c:v>1500</c:v>
                </c:pt>
                <c:pt idx="8428">
                  <c:v>1310</c:v>
                </c:pt>
                <c:pt idx="8429">
                  <c:v>674</c:v>
                </c:pt>
                <c:pt idx="8430">
                  <c:v>1350</c:v>
                </c:pt>
                <c:pt idx="8431">
                  <c:v>1464</c:v>
                </c:pt>
                <c:pt idx="8432">
                  <c:v>1400</c:v>
                </c:pt>
                <c:pt idx="8433">
                  <c:v>1625</c:v>
                </c:pt>
                <c:pt idx="8434">
                  <c:v>1065</c:v>
                </c:pt>
                <c:pt idx="8435">
                  <c:v>1385</c:v>
                </c:pt>
                <c:pt idx="8436">
                  <c:v>1040</c:v>
                </c:pt>
                <c:pt idx="8437">
                  <c:v>1817</c:v>
                </c:pt>
                <c:pt idx="8438">
                  <c:v>1205</c:v>
                </c:pt>
                <c:pt idx="8439">
                  <c:v>1070</c:v>
                </c:pt>
                <c:pt idx="8440">
                  <c:v>1070</c:v>
                </c:pt>
                <c:pt idx="8441">
                  <c:v>1340</c:v>
                </c:pt>
                <c:pt idx="8442">
                  <c:v>980</c:v>
                </c:pt>
                <c:pt idx="8443">
                  <c:v>1006</c:v>
                </c:pt>
                <c:pt idx="8444">
                  <c:v>1098</c:v>
                </c:pt>
                <c:pt idx="8445">
                  <c:v>1200</c:v>
                </c:pt>
                <c:pt idx="8446">
                  <c:v>1019</c:v>
                </c:pt>
                <c:pt idx="8447">
                  <c:v>1150</c:v>
                </c:pt>
                <c:pt idx="8448">
                  <c:v>1733.5</c:v>
                </c:pt>
                <c:pt idx="8449">
                  <c:v>1415</c:v>
                </c:pt>
                <c:pt idx="8450">
                  <c:v>1750</c:v>
                </c:pt>
                <c:pt idx="8451">
                  <c:v>1537</c:v>
                </c:pt>
                <c:pt idx="8452">
                  <c:v>1050</c:v>
                </c:pt>
                <c:pt idx="8453">
                  <c:v>1452</c:v>
                </c:pt>
                <c:pt idx="8454">
                  <c:v>1246</c:v>
                </c:pt>
                <c:pt idx="8455">
                  <c:v>1890</c:v>
                </c:pt>
                <c:pt idx="8456">
                  <c:v>972</c:v>
                </c:pt>
                <c:pt idx="8457">
                  <c:v>630</c:v>
                </c:pt>
                <c:pt idx="8458">
                  <c:v>1255</c:v>
                </c:pt>
                <c:pt idx="8459">
                  <c:v>1900</c:v>
                </c:pt>
                <c:pt idx="8460">
                  <c:v>2440</c:v>
                </c:pt>
                <c:pt idx="8461">
                  <c:v>1938</c:v>
                </c:pt>
                <c:pt idx="8462">
                  <c:v>1711</c:v>
                </c:pt>
                <c:pt idx="8463">
                  <c:v>1392</c:v>
                </c:pt>
                <c:pt idx="8464">
                  <c:v>1225</c:v>
                </c:pt>
                <c:pt idx="8465">
                  <c:v>1750</c:v>
                </c:pt>
                <c:pt idx="8466">
                  <c:v>1260</c:v>
                </c:pt>
                <c:pt idx="8467">
                  <c:v>691</c:v>
                </c:pt>
                <c:pt idx="8468">
                  <c:v>1285</c:v>
                </c:pt>
                <c:pt idx="8469">
                  <c:v>1590</c:v>
                </c:pt>
                <c:pt idx="8470">
                  <c:v>1571</c:v>
                </c:pt>
                <c:pt idx="8471">
                  <c:v>2800</c:v>
                </c:pt>
                <c:pt idx="8472">
                  <c:v>1060</c:v>
                </c:pt>
                <c:pt idx="8473">
                  <c:v>1255</c:v>
                </c:pt>
                <c:pt idx="8474">
                  <c:v>2400</c:v>
                </c:pt>
                <c:pt idx="8475">
                  <c:v>1520</c:v>
                </c:pt>
                <c:pt idx="8476">
                  <c:v>1530</c:v>
                </c:pt>
                <c:pt idx="8477">
                  <c:v>1170</c:v>
                </c:pt>
                <c:pt idx="8478">
                  <c:v>1580</c:v>
                </c:pt>
                <c:pt idx="8479">
                  <c:v>1777.26</c:v>
                </c:pt>
                <c:pt idx="8480">
                  <c:v>1303</c:v>
                </c:pt>
                <c:pt idx="8481">
                  <c:v>1680</c:v>
                </c:pt>
                <c:pt idx="8482">
                  <c:v>1495</c:v>
                </c:pt>
                <c:pt idx="8483">
                  <c:v>1835</c:v>
                </c:pt>
                <c:pt idx="8484">
                  <c:v>1080</c:v>
                </c:pt>
                <c:pt idx="8485">
                  <c:v>1025</c:v>
                </c:pt>
                <c:pt idx="8486">
                  <c:v>1225</c:v>
                </c:pt>
                <c:pt idx="8487">
                  <c:v>656</c:v>
                </c:pt>
                <c:pt idx="8488">
                  <c:v>994</c:v>
                </c:pt>
                <c:pt idx="8489">
                  <c:v>1025</c:v>
                </c:pt>
                <c:pt idx="8490">
                  <c:v>1156</c:v>
                </c:pt>
                <c:pt idx="8491">
                  <c:v>1250</c:v>
                </c:pt>
                <c:pt idx="8492">
                  <c:v>3092</c:v>
                </c:pt>
                <c:pt idx="8493">
                  <c:v>1930</c:v>
                </c:pt>
                <c:pt idx="8494">
                  <c:v>1020</c:v>
                </c:pt>
                <c:pt idx="8495">
                  <c:v>1310</c:v>
                </c:pt>
                <c:pt idx="8496">
                  <c:v>612.5</c:v>
                </c:pt>
                <c:pt idx="8497">
                  <c:v>1322</c:v>
                </c:pt>
                <c:pt idx="8498">
                  <c:v>1160</c:v>
                </c:pt>
                <c:pt idx="8499">
                  <c:v>1100</c:v>
                </c:pt>
                <c:pt idx="8500">
                  <c:v>1720</c:v>
                </c:pt>
                <c:pt idx="8501">
                  <c:v>1689</c:v>
                </c:pt>
                <c:pt idx="8502">
                  <c:v>1090</c:v>
                </c:pt>
                <c:pt idx="8503">
                  <c:v>1155</c:v>
                </c:pt>
                <c:pt idx="8504">
                  <c:v>4000</c:v>
                </c:pt>
                <c:pt idx="8505">
                  <c:v>1125</c:v>
                </c:pt>
                <c:pt idx="8506">
                  <c:v>1847</c:v>
                </c:pt>
                <c:pt idx="8507">
                  <c:v>1515</c:v>
                </c:pt>
                <c:pt idx="8508">
                  <c:v>3450</c:v>
                </c:pt>
                <c:pt idx="8509">
                  <c:v>2500</c:v>
                </c:pt>
                <c:pt idx="8510">
                  <c:v>1130</c:v>
                </c:pt>
                <c:pt idx="8511">
                  <c:v>1049</c:v>
                </c:pt>
                <c:pt idx="8512">
                  <c:v>850</c:v>
                </c:pt>
                <c:pt idx="8513">
                  <c:v>1842</c:v>
                </c:pt>
                <c:pt idx="8514">
                  <c:v>1282</c:v>
                </c:pt>
                <c:pt idx="8515">
                  <c:v>800</c:v>
                </c:pt>
                <c:pt idx="8516">
                  <c:v>1190</c:v>
                </c:pt>
                <c:pt idx="8517">
                  <c:v>1318</c:v>
                </c:pt>
                <c:pt idx="8518">
                  <c:v>1698</c:v>
                </c:pt>
                <c:pt idx="8519">
                  <c:v>2030</c:v>
                </c:pt>
                <c:pt idx="8520">
                  <c:v>1276</c:v>
                </c:pt>
                <c:pt idx="8521">
                  <c:v>1555</c:v>
                </c:pt>
                <c:pt idx="8522">
                  <c:v>1881</c:v>
                </c:pt>
                <c:pt idx="8523">
                  <c:v>1890</c:v>
                </c:pt>
                <c:pt idx="8524">
                  <c:v>935</c:v>
                </c:pt>
                <c:pt idx="8525">
                  <c:v>1000</c:v>
                </c:pt>
                <c:pt idx="8526">
                  <c:v>1510</c:v>
                </c:pt>
                <c:pt idx="8527">
                  <c:v>1120</c:v>
                </c:pt>
                <c:pt idx="8528">
                  <c:v>930</c:v>
                </c:pt>
                <c:pt idx="8529">
                  <c:v>1160</c:v>
                </c:pt>
                <c:pt idx="8530">
                  <c:v>1419</c:v>
                </c:pt>
                <c:pt idx="8531">
                  <c:v>1175</c:v>
                </c:pt>
                <c:pt idx="8532">
                  <c:v>1350</c:v>
                </c:pt>
                <c:pt idx="8533">
                  <c:v>996</c:v>
                </c:pt>
                <c:pt idx="8534">
                  <c:v>1076</c:v>
                </c:pt>
                <c:pt idx="8535">
                  <c:v>2180</c:v>
                </c:pt>
                <c:pt idx="8536">
                  <c:v>1715</c:v>
                </c:pt>
                <c:pt idx="8537">
                  <c:v>1072</c:v>
                </c:pt>
                <c:pt idx="8538">
                  <c:v>1230</c:v>
                </c:pt>
                <c:pt idx="8539">
                  <c:v>1600</c:v>
                </c:pt>
                <c:pt idx="8540">
                  <c:v>1411</c:v>
                </c:pt>
                <c:pt idx="8541">
                  <c:v>3600</c:v>
                </c:pt>
                <c:pt idx="8542">
                  <c:v>2404</c:v>
                </c:pt>
                <c:pt idx="8543">
                  <c:v>1208</c:v>
                </c:pt>
                <c:pt idx="8544">
                  <c:v>1225</c:v>
                </c:pt>
                <c:pt idx="8545">
                  <c:v>1162</c:v>
                </c:pt>
                <c:pt idx="8546">
                  <c:v>1262</c:v>
                </c:pt>
                <c:pt idx="8547">
                  <c:v>1050</c:v>
                </c:pt>
                <c:pt idx="8548">
                  <c:v>1160</c:v>
                </c:pt>
                <c:pt idx="8549">
                  <c:v>1500</c:v>
                </c:pt>
                <c:pt idx="8550">
                  <c:v>1610</c:v>
                </c:pt>
                <c:pt idx="8551">
                  <c:v>1340</c:v>
                </c:pt>
                <c:pt idx="8552">
                  <c:v>2275</c:v>
                </c:pt>
                <c:pt idx="8553">
                  <c:v>1162</c:v>
                </c:pt>
                <c:pt idx="8554">
                  <c:v>1500</c:v>
                </c:pt>
                <c:pt idx="8555">
                  <c:v>3150</c:v>
                </c:pt>
                <c:pt idx="8556">
                  <c:v>1170</c:v>
                </c:pt>
                <c:pt idx="8557">
                  <c:v>980</c:v>
                </c:pt>
                <c:pt idx="8558">
                  <c:v>1800</c:v>
                </c:pt>
                <c:pt idx="8559">
                  <c:v>1423</c:v>
                </c:pt>
                <c:pt idx="8560">
                  <c:v>1106</c:v>
                </c:pt>
                <c:pt idx="8561">
                  <c:v>1105</c:v>
                </c:pt>
                <c:pt idx="8562">
                  <c:v>1255</c:v>
                </c:pt>
                <c:pt idx="8563">
                  <c:v>1525</c:v>
                </c:pt>
                <c:pt idx="8564">
                  <c:v>1061</c:v>
                </c:pt>
                <c:pt idx="8565">
                  <c:v>600</c:v>
                </c:pt>
                <c:pt idx="8566">
                  <c:v>1400</c:v>
                </c:pt>
                <c:pt idx="8567">
                  <c:v>2100</c:v>
                </c:pt>
                <c:pt idx="8568">
                  <c:v>660</c:v>
                </c:pt>
                <c:pt idx="8569">
                  <c:v>633</c:v>
                </c:pt>
                <c:pt idx="8570">
                  <c:v>1260</c:v>
                </c:pt>
                <c:pt idx="8571">
                  <c:v>907</c:v>
                </c:pt>
                <c:pt idx="8572">
                  <c:v>2047</c:v>
                </c:pt>
                <c:pt idx="8573">
                  <c:v>2597</c:v>
                </c:pt>
                <c:pt idx="8574">
                  <c:v>1211</c:v>
                </c:pt>
                <c:pt idx="8575">
                  <c:v>1904</c:v>
                </c:pt>
                <c:pt idx="8576">
                  <c:v>1205</c:v>
                </c:pt>
                <c:pt idx="8577">
                  <c:v>1164</c:v>
                </c:pt>
                <c:pt idx="8578">
                  <c:v>1410</c:v>
                </c:pt>
                <c:pt idx="8579">
                  <c:v>1150</c:v>
                </c:pt>
                <c:pt idx="8580">
                  <c:v>1170</c:v>
                </c:pt>
                <c:pt idx="8581">
                  <c:v>1420</c:v>
                </c:pt>
                <c:pt idx="8582">
                  <c:v>1125</c:v>
                </c:pt>
                <c:pt idx="8583">
                  <c:v>1789</c:v>
                </c:pt>
                <c:pt idx="8584">
                  <c:v>1021</c:v>
                </c:pt>
                <c:pt idx="8585">
                  <c:v>1074</c:v>
                </c:pt>
                <c:pt idx="8586">
                  <c:v>1222</c:v>
                </c:pt>
                <c:pt idx="8587">
                  <c:v>1981</c:v>
                </c:pt>
                <c:pt idx="8588">
                  <c:v>1103</c:v>
                </c:pt>
                <c:pt idx="8589">
                  <c:v>1201</c:v>
                </c:pt>
                <c:pt idx="8590">
                  <c:v>970</c:v>
                </c:pt>
                <c:pt idx="8591">
                  <c:v>920</c:v>
                </c:pt>
                <c:pt idx="8592">
                  <c:v>1520</c:v>
                </c:pt>
                <c:pt idx="8593">
                  <c:v>1268</c:v>
                </c:pt>
                <c:pt idx="8594">
                  <c:v>660</c:v>
                </c:pt>
                <c:pt idx="8595">
                  <c:v>1755</c:v>
                </c:pt>
                <c:pt idx="8596">
                  <c:v>945</c:v>
                </c:pt>
                <c:pt idx="8597">
                  <c:v>500</c:v>
                </c:pt>
                <c:pt idx="8598">
                  <c:v>2820</c:v>
                </c:pt>
                <c:pt idx="8599">
                  <c:v>1632</c:v>
                </c:pt>
                <c:pt idx="8600">
                  <c:v>1167</c:v>
                </c:pt>
                <c:pt idx="8601">
                  <c:v>1276</c:v>
                </c:pt>
                <c:pt idx="8602">
                  <c:v>1234</c:v>
                </c:pt>
                <c:pt idx="8603">
                  <c:v>1180</c:v>
                </c:pt>
                <c:pt idx="8604">
                  <c:v>1370</c:v>
                </c:pt>
                <c:pt idx="8605">
                  <c:v>1015</c:v>
                </c:pt>
                <c:pt idx="8606">
                  <c:v>1400</c:v>
                </c:pt>
                <c:pt idx="8607">
                  <c:v>1500</c:v>
                </c:pt>
                <c:pt idx="8608">
                  <c:v>1050</c:v>
                </c:pt>
                <c:pt idx="8609">
                  <c:v>1251</c:v>
                </c:pt>
                <c:pt idx="8610">
                  <c:v>1677</c:v>
                </c:pt>
                <c:pt idx="8611">
                  <c:v>1346</c:v>
                </c:pt>
                <c:pt idx="8612">
                  <c:v>1090</c:v>
                </c:pt>
                <c:pt idx="8613">
                  <c:v>1290</c:v>
                </c:pt>
                <c:pt idx="8614">
                  <c:v>1881</c:v>
                </c:pt>
                <c:pt idx="8615">
                  <c:v>1150</c:v>
                </c:pt>
                <c:pt idx="8616">
                  <c:v>1200</c:v>
                </c:pt>
                <c:pt idx="8617">
                  <c:v>950</c:v>
                </c:pt>
                <c:pt idx="8618">
                  <c:v>1491</c:v>
                </c:pt>
                <c:pt idx="8619">
                  <c:v>1050</c:v>
                </c:pt>
                <c:pt idx="8620">
                  <c:v>1660</c:v>
                </c:pt>
                <c:pt idx="8621">
                  <c:v>1134</c:v>
                </c:pt>
                <c:pt idx="8622">
                  <c:v>1100</c:v>
                </c:pt>
                <c:pt idx="8623">
                  <c:v>1200</c:v>
                </c:pt>
                <c:pt idx="8624">
                  <c:v>980</c:v>
                </c:pt>
                <c:pt idx="8625">
                  <c:v>1080</c:v>
                </c:pt>
                <c:pt idx="8626">
                  <c:v>705</c:v>
                </c:pt>
                <c:pt idx="8627">
                  <c:v>1200</c:v>
                </c:pt>
                <c:pt idx="8628">
                  <c:v>1200</c:v>
                </c:pt>
                <c:pt idx="8629">
                  <c:v>1804</c:v>
                </c:pt>
                <c:pt idx="8630">
                  <c:v>750</c:v>
                </c:pt>
                <c:pt idx="8631">
                  <c:v>2800</c:v>
                </c:pt>
                <c:pt idx="8632">
                  <c:v>1090</c:v>
                </c:pt>
                <c:pt idx="8633">
                  <c:v>1287</c:v>
                </c:pt>
                <c:pt idx="8634">
                  <c:v>2215</c:v>
                </c:pt>
                <c:pt idx="8635">
                  <c:v>1045</c:v>
                </c:pt>
                <c:pt idx="8636">
                  <c:v>1263</c:v>
                </c:pt>
                <c:pt idx="8637">
                  <c:v>1431</c:v>
                </c:pt>
                <c:pt idx="8638">
                  <c:v>999</c:v>
                </c:pt>
                <c:pt idx="8639">
                  <c:v>1650</c:v>
                </c:pt>
                <c:pt idx="8640">
                  <c:v>1535</c:v>
                </c:pt>
                <c:pt idx="8641">
                  <c:v>2524</c:v>
                </c:pt>
                <c:pt idx="8642">
                  <c:v>1300</c:v>
                </c:pt>
                <c:pt idx="8643">
                  <c:v>2095</c:v>
                </c:pt>
                <c:pt idx="8644">
                  <c:v>284</c:v>
                </c:pt>
                <c:pt idx="8645">
                  <c:v>500</c:v>
                </c:pt>
                <c:pt idx="8646">
                  <c:v>1265</c:v>
                </c:pt>
                <c:pt idx="8647">
                  <c:v>1215</c:v>
                </c:pt>
                <c:pt idx="8648">
                  <c:v>1028</c:v>
                </c:pt>
                <c:pt idx="8649">
                  <c:v>1835</c:v>
                </c:pt>
                <c:pt idx="8650">
                  <c:v>1800</c:v>
                </c:pt>
                <c:pt idx="8651">
                  <c:v>2077</c:v>
                </c:pt>
                <c:pt idx="8652">
                  <c:v>2880</c:v>
                </c:pt>
                <c:pt idx="8653">
                  <c:v>708</c:v>
                </c:pt>
                <c:pt idx="8654">
                  <c:v>1200</c:v>
                </c:pt>
                <c:pt idx="8655">
                  <c:v>925</c:v>
                </c:pt>
                <c:pt idx="8656">
                  <c:v>458</c:v>
                </c:pt>
                <c:pt idx="8657">
                  <c:v>1450</c:v>
                </c:pt>
                <c:pt idx="8658">
                  <c:v>1100</c:v>
                </c:pt>
                <c:pt idx="8659">
                  <c:v>1185</c:v>
                </c:pt>
                <c:pt idx="8660">
                  <c:v>1900</c:v>
                </c:pt>
                <c:pt idx="8661">
                  <c:v>1200</c:v>
                </c:pt>
                <c:pt idx="8662">
                  <c:v>660</c:v>
                </c:pt>
                <c:pt idx="8663">
                  <c:v>1920</c:v>
                </c:pt>
                <c:pt idx="8664">
                  <c:v>1205</c:v>
                </c:pt>
                <c:pt idx="8665">
                  <c:v>1200</c:v>
                </c:pt>
                <c:pt idx="8666">
                  <c:v>1421</c:v>
                </c:pt>
                <c:pt idx="8667">
                  <c:v>1250</c:v>
                </c:pt>
                <c:pt idx="8668">
                  <c:v>524</c:v>
                </c:pt>
                <c:pt idx="8669">
                  <c:v>4200</c:v>
                </c:pt>
                <c:pt idx="8670">
                  <c:v>1540</c:v>
                </c:pt>
                <c:pt idx="8671">
                  <c:v>984</c:v>
                </c:pt>
                <c:pt idx="8672">
                  <c:v>985</c:v>
                </c:pt>
                <c:pt idx="8673">
                  <c:v>2830</c:v>
                </c:pt>
                <c:pt idx="8674">
                  <c:v>1140</c:v>
                </c:pt>
                <c:pt idx="8675">
                  <c:v>3600</c:v>
                </c:pt>
                <c:pt idx="8676">
                  <c:v>1410</c:v>
                </c:pt>
                <c:pt idx="8677">
                  <c:v>1700</c:v>
                </c:pt>
                <c:pt idx="8678">
                  <c:v>1360</c:v>
                </c:pt>
                <c:pt idx="8679">
                  <c:v>1333</c:v>
                </c:pt>
                <c:pt idx="8680">
                  <c:v>1258</c:v>
                </c:pt>
                <c:pt idx="8681">
                  <c:v>1458</c:v>
                </c:pt>
                <c:pt idx="8682">
                  <c:v>1386</c:v>
                </c:pt>
                <c:pt idx="8683">
                  <c:v>1140</c:v>
                </c:pt>
                <c:pt idx="8684">
                  <c:v>550</c:v>
                </c:pt>
                <c:pt idx="8685">
                  <c:v>1200</c:v>
                </c:pt>
                <c:pt idx="8686">
                  <c:v>1081</c:v>
                </c:pt>
                <c:pt idx="8687">
                  <c:v>2135</c:v>
                </c:pt>
                <c:pt idx="8688">
                  <c:v>2500</c:v>
                </c:pt>
                <c:pt idx="8689">
                  <c:v>1178</c:v>
                </c:pt>
                <c:pt idx="8690">
                  <c:v>991</c:v>
                </c:pt>
                <c:pt idx="8691">
                  <c:v>1493</c:v>
                </c:pt>
                <c:pt idx="8692">
                  <c:v>2495</c:v>
                </c:pt>
                <c:pt idx="8693">
                  <c:v>1080</c:v>
                </c:pt>
                <c:pt idx="8694">
                  <c:v>814</c:v>
                </c:pt>
                <c:pt idx="8695">
                  <c:v>1025</c:v>
                </c:pt>
                <c:pt idx="8696">
                  <c:v>1115</c:v>
                </c:pt>
                <c:pt idx="8697">
                  <c:v>3075</c:v>
                </c:pt>
                <c:pt idx="8698">
                  <c:v>1900</c:v>
                </c:pt>
                <c:pt idx="8699">
                  <c:v>1760</c:v>
                </c:pt>
                <c:pt idx="8700">
                  <c:v>4000</c:v>
                </c:pt>
                <c:pt idx="8701">
                  <c:v>1175</c:v>
                </c:pt>
                <c:pt idx="8702">
                  <c:v>1100</c:v>
                </c:pt>
                <c:pt idx="8703">
                  <c:v>1450</c:v>
                </c:pt>
                <c:pt idx="8704">
                  <c:v>1810</c:v>
                </c:pt>
                <c:pt idx="8705">
                  <c:v>1426</c:v>
                </c:pt>
                <c:pt idx="8706">
                  <c:v>2400</c:v>
                </c:pt>
                <c:pt idx="8707">
                  <c:v>1100</c:v>
                </c:pt>
                <c:pt idx="8708">
                  <c:v>650</c:v>
                </c:pt>
                <c:pt idx="8709">
                  <c:v>1350</c:v>
                </c:pt>
                <c:pt idx="8710">
                  <c:v>900</c:v>
                </c:pt>
                <c:pt idx="8711">
                  <c:v>1360</c:v>
                </c:pt>
                <c:pt idx="8712">
                  <c:v>674</c:v>
                </c:pt>
                <c:pt idx="8713">
                  <c:v>1655</c:v>
                </c:pt>
                <c:pt idx="8714">
                  <c:v>1300</c:v>
                </c:pt>
                <c:pt idx="8715">
                  <c:v>1277</c:v>
                </c:pt>
                <c:pt idx="8716">
                  <c:v>1200</c:v>
                </c:pt>
                <c:pt idx="8717">
                  <c:v>1015</c:v>
                </c:pt>
                <c:pt idx="8718">
                  <c:v>1153</c:v>
                </c:pt>
                <c:pt idx="8719">
                  <c:v>1035</c:v>
                </c:pt>
                <c:pt idx="8720">
                  <c:v>3300</c:v>
                </c:pt>
                <c:pt idx="8721">
                  <c:v>1150</c:v>
                </c:pt>
                <c:pt idx="8722">
                  <c:v>1020</c:v>
                </c:pt>
                <c:pt idx="8723">
                  <c:v>1160</c:v>
                </c:pt>
                <c:pt idx="8724">
                  <c:v>1075</c:v>
                </c:pt>
                <c:pt idx="8725">
                  <c:v>1225</c:v>
                </c:pt>
                <c:pt idx="8726">
                  <c:v>1600</c:v>
                </c:pt>
                <c:pt idx="8727">
                  <c:v>1350</c:v>
                </c:pt>
                <c:pt idx="8728">
                  <c:v>1300</c:v>
                </c:pt>
                <c:pt idx="8729">
                  <c:v>830</c:v>
                </c:pt>
                <c:pt idx="8730">
                  <c:v>1155</c:v>
                </c:pt>
                <c:pt idx="8731">
                  <c:v>905</c:v>
                </c:pt>
                <c:pt idx="8732">
                  <c:v>1375</c:v>
                </c:pt>
                <c:pt idx="8733">
                  <c:v>1140</c:v>
                </c:pt>
                <c:pt idx="8734">
                  <c:v>1550</c:v>
                </c:pt>
                <c:pt idx="8735">
                  <c:v>957</c:v>
                </c:pt>
                <c:pt idx="8736">
                  <c:v>890</c:v>
                </c:pt>
                <c:pt idx="8737">
                  <c:v>3000</c:v>
                </c:pt>
                <c:pt idx="8738">
                  <c:v>1070</c:v>
                </c:pt>
                <c:pt idx="8739">
                  <c:v>2400</c:v>
                </c:pt>
                <c:pt idx="8740">
                  <c:v>925</c:v>
                </c:pt>
                <c:pt idx="8741">
                  <c:v>1415</c:v>
                </c:pt>
                <c:pt idx="8742">
                  <c:v>1225</c:v>
                </c:pt>
                <c:pt idx="8743">
                  <c:v>2000</c:v>
                </c:pt>
                <c:pt idx="8744">
                  <c:v>840</c:v>
                </c:pt>
                <c:pt idx="8745">
                  <c:v>1732</c:v>
                </c:pt>
                <c:pt idx="8746">
                  <c:v>1260</c:v>
                </c:pt>
                <c:pt idx="8747">
                  <c:v>1092</c:v>
                </c:pt>
                <c:pt idx="8748">
                  <c:v>827</c:v>
                </c:pt>
                <c:pt idx="8749">
                  <c:v>1357</c:v>
                </c:pt>
                <c:pt idx="8750">
                  <c:v>650</c:v>
                </c:pt>
                <c:pt idx="8751">
                  <c:v>1370</c:v>
                </c:pt>
                <c:pt idx="8752">
                  <c:v>1725</c:v>
                </c:pt>
                <c:pt idx="8753">
                  <c:v>1000</c:v>
                </c:pt>
                <c:pt idx="8754">
                  <c:v>1717</c:v>
                </c:pt>
                <c:pt idx="8755">
                  <c:v>700</c:v>
                </c:pt>
                <c:pt idx="8756">
                  <c:v>800</c:v>
                </c:pt>
                <c:pt idx="8757">
                  <c:v>1415</c:v>
                </c:pt>
                <c:pt idx="8758">
                  <c:v>1976</c:v>
                </c:pt>
                <c:pt idx="8759">
                  <c:v>883</c:v>
                </c:pt>
                <c:pt idx="8760">
                  <c:v>700</c:v>
                </c:pt>
                <c:pt idx="8761">
                  <c:v>1445</c:v>
                </c:pt>
                <c:pt idx="8762">
                  <c:v>2082</c:v>
                </c:pt>
                <c:pt idx="8763">
                  <c:v>1140</c:v>
                </c:pt>
                <c:pt idx="8764">
                  <c:v>933</c:v>
                </c:pt>
                <c:pt idx="8765">
                  <c:v>1155</c:v>
                </c:pt>
                <c:pt idx="8766">
                  <c:v>1130</c:v>
                </c:pt>
                <c:pt idx="8767">
                  <c:v>1200</c:v>
                </c:pt>
                <c:pt idx="8768">
                  <c:v>1055</c:v>
                </c:pt>
                <c:pt idx="8769">
                  <c:v>1555</c:v>
                </c:pt>
                <c:pt idx="8770">
                  <c:v>1420</c:v>
                </c:pt>
                <c:pt idx="8771">
                  <c:v>658</c:v>
                </c:pt>
                <c:pt idx="8772">
                  <c:v>896.9</c:v>
                </c:pt>
                <c:pt idx="8773">
                  <c:v>1035</c:v>
                </c:pt>
                <c:pt idx="8774">
                  <c:v>1839</c:v>
                </c:pt>
                <c:pt idx="8775">
                  <c:v>1200</c:v>
                </c:pt>
                <c:pt idx="8776">
                  <c:v>488</c:v>
                </c:pt>
                <c:pt idx="8777">
                  <c:v>2760</c:v>
                </c:pt>
                <c:pt idx="8778">
                  <c:v>993</c:v>
                </c:pt>
                <c:pt idx="8779">
                  <c:v>1225</c:v>
                </c:pt>
                <c:pt idx="8780">
                  <c:v>900</c:v>
                </c:pt>
                <c:pt idx="8781">
                  <c:v>825</c:v>
                </c:pt>
                <c:pt idx="8782">
                  <c:v>1800</c:v>
                </c:pt>
                <c:pt idx="8783">
                  <c:v>1167</c:v>
                </c:pt>
                <c:pt idx="8784">
                  <c:v>1150</c:v>
                </c:pt>
                <c:pt idx="8785">
                  <c:v>650</c:v>
                </c:pt>
                <c:pt idx="8786">
                  <c:v>675</c:v>
                </c:pt>
                <c:pt idx="8787">
                  <c:v>720</c:v>
                </c:pt>
                <c:pt idx="8788">
                  <c:v>1100</c:v>
                </c:pt>
                <c:pt idx="8789">
                  <c:v>550</c:v>
                </c:pt>
                <c:pt idx="8790">
                  <c:v>1330</c:v>
                </c:pt>
                <c:pt idx="8791">
                  <c:v>2400</c:v>
                </c:pt>
                <c:pt idx="8792">
                  <c:v>1770</c:v>
                </c:pt>
                <c:pt idx="8793">
                  <c:v>2100</c:v>
                </c:pt>
                <c:pt idx="8794">
                  <c:v>1000</c:v>
                </c:pt>
                <c:pt idx="8795">
                  <c:v>2916</c:v>
                </c:pt>
                <c:pt idx="8796">
                  <c:v>1419.59</c:v>
                </c:pt>
                <c:pt idx="8797">
                  <c:v>1400</c:v>
                </c:pt>
                <c:pt idx="8798">
                  <c:v>750</c:v>
                </c:pt>
                <c:pt idx="8799">
                  <c:v>1070</c:v>
                </c:pt>
                <c:pt idx="8800">
                  <c:v>1536</c:v>
                </c:pt>
                <c:pt idx="8801">
                  <c:v>2400</c:v>
                </c:pt>
                <c:pt idx="8802">
                  <c:v>1773.5</c:v>
                </c:pt>
                <c:pt idx="8803">
                  <c:v>1342</c:v>
                </c:pt>
                <c:pt idx="8804">
                  <c:v>1600</c:v>
                </c:pt>
                <c:pt idx="8805">
                  <c:v>1820</c:v>
                </c:pt>
                <c:pt idx="8806">
                  <c:v>2439</c:v>
                </c:pt>
                <c:pt idx="8807">
                  <c:v>1665</c:v>
                </c:pt>
                <c:pt idx="8808">
                  <c:v>1850</c:v>
                </c:pt>
                <c:pt idx="8809">
                  <c:v>1091</c:v>
                </c:pt>
                <c:pt idx="8810">
                  <c:v>1346</c:v>
                </c:pt>
                <c:pt idx="8811">
                  <c:v>1060</c:v>
                </c:pt>
                <c:pt idx="8812">
                  <c:v>1059</c:v>
                </c:pt>
                <c:pt idx="8813">
                  <c:v>1299</c:v>
                </c:pt>
                <c:pt idx="8814">
                  <c:v>1491</c:v>
                </c:pt>
                <c:pt idx="8815">
                  <c:v>1200</c:v>
                </c:pt>
                <c:pt idx="8816">
                  <c:v>2088</c:v>
                </c:pt>
                <c:pt idx="8817">
                  <c:v>581</c:v>
                </c:pt>
                <c:pt idx="8818">
                  <c:v>1296</c:v>
                </c:pt>
                <c:pt idx="8819">
                  <c:v>1125</c:v>
                </c:pt>
                <c:pt idx="8820">
                  <c:v>1275</c:v>
                </c:pt>
                <c:pt idx="8821">
                  <c:v>1095</c:v>
                </c:pt>
                <c:pt idx="8822">
                  <c:v>1330</c:v>
                </c:pt>
                <c:pt idx="8823">
                  <c:v>1135</c:v>
                </c:pt>
                <c:pt idx="8824">
                  <c:v>516</c:v>
                </c:pt>
                <c:pt idx="8825">
                  <c:v>1194</c:v>
                </c:pt>
                <c:pt idx="8826">
                  <c:v>770</c:v>
                </c:pt>
                <c:pt idx="8827">
                  <c:v>1355</c:v>
                </c:pt>
                <c:pt idx="8828">
                  <c:v>3000</c:v>
                </c:pt>
                <c:pt idx="8829">
                  <c:v>2569</c:v>
                </c:pt>
                <c:pt idx="8830">
                  <c:v>1116</c:v>
                </c:pt>
                <c:pt idx="8831">
                  <c:v>1707</c:v>
                </c:pt>
                <c:pt idx="8832">
                  <c:v>1070</c:v>
                </c:pt>
                <c:pt idx="8833">
                  <c:v>1240</c:v>
                </c:pt>
                <c:pt idx="8834">
                  <c:v>1300</c:v>
                </c:pt>
                <c:pt idx="8835">
                  <c:v>1700</c:v>
                </c:pt>
                <c:pt idx="8836">
                  <c:v>1383</c:v>
                </c:pt>
                <c:pt idx="8837">
                  <c:v>3000</c:v>
                </c:pt>
                <c:pt idx="8838">
                  <c:v>1200</c:v>
                </c:pt>
                <c:pt idx="8839">
                  <c:v>935</c:v>
                </c:pt>
                <c:pt idx="8840">
                  <c:v>2072</c:v>
                </c:pt>
                <c:pt idx="8841">
                  <c:v>2200</c:v>
                </c:pt>
                <c:pt idx="8842">
                  <c:v>615</c:v>
                </c:pt>
                <c:pt idx="8843">
                  <c:v>1116</c:v>
                </c:pt>
                <c:pt idx="8844">
                  <c:v>1639</c:v>
                </c:pt>
                <c:pt idx="8845">
                  <c:v>1839</c:v>
                </c:pt>
                <c:pt idx="8846">
                  <c:v>1300</c:v>
                </c:pt>
                <c:pt idx="8847">
                  <c:v>625</c:v>
                </c:pt>
                <c:pt idx="8848">
                  <c:v>2289</c:v>
                </c:pt>
                <c:pt idx="8849">
                  <c:v>2316</c:v>
                </c:pt>
                <c:pt idx="8850">
                  <c:v>1005</c:v>
                </c:pt>
                <c:pt idx="8851">
                  <c:v>1080</c:v>
                </c:pt>
                <c:pt idx="8852">
                  <c:v>910</c:v>
                </c:pt>
                <c:pt idx="8853">
                  <c:v>1200</c:v>
                </c:pt>
                <c:pt idx="8854">
                  <c:v>1110</c:v>
                </c:pt>
                <c:pt idx="8855">
                  <c:v>1142</c:v>
                </c:pt>
                <c:pt idx="8856">
                  <c:v>4000</c:v>
                </c:pt>
                <c:pt idx="8857">
                  <c:v>1005</c:v>
                </c:pt>
                <c:pt idx="8858">
                  <c:v>1626.6</c:v>
                </c:pt>
                <c:pt idx="8859">
                  <c:v>1074</c:v>
                </c:pt>
                <c:pt idx="8860">
                  <c:v>1230</c:v>
                </c:pt>
                <c:pt idx="8861">
                  <c:v>660</c:v>
                </c:pt>
                <c:pt idx="8862">
                  <c:v>1007</c:v>
                </c:pt>
                <c:pt idx="8863">
                  <c:v>1050</c:v>
                </c:pt>
                <c:pt idx="8864">
                  <c:v>1820</c:v>
                </c:pt>
                <c:pt idx="8865">
                  <c:v>1100</c:v>
                </c:pt>
                <c:pt idx="8866">
                  <c:v>1348</c:v>
                </c:pt>
                <c:pt idx="8867">
                  <c:v>1230</c:v>
                </c:pt>
                <c:pt idx="8868">
                  <c:v>1176</c:v>
                </c:pt>
                <c:pt idx="8869">
                  <c:v>1590</c:v>
                </c:pt>
                <c:pt idx="8870">
                  <c:v>1200</c:v>
                </c:pt>
                <c:pt idx="8871">
                  <c:v>1298</c:v>
                </c:pt>
                <c:pt idx="8872">
                  <c:v>1161</c:v>
                </c:pt>
                <c:pt idx="8873">
                  <c:v>1285</c:v>
                </c:pt>
                <c:pt idx="8874">
                  <c:v>1644</c:v>
                </c:pt>
                <c:pt idx="8875">
                  <c:v>1819</c:v>
                </c:pt>
                <c:pt idx="8876">
                  <c:v>1205</c:v>
                </c:pt>
                <c:pt idx="8877">
                  <c:v>1050</c:v>
                </c:pt>
                <c:pt idx="8878">
                  <c:v>1270</c:v>
                </c:pt>
                <c:pt idx="8879">
                  <c:v>1240</c:v>
                </c:pt>
                <c:pt idx="8880">
                  <c:v>1221</c:v>
                </c:pt>
                <c:pt idx="8881">
                  <c:v>840</c:v>
                </c:pt>
                <c:pt idx="8882">
                  <c:v>1339</c:v>
                </c:pt>
                <c:pt idx="8883">
                  <c:v>1315</c:v>
                </c:pt>
                <c:pt idx="8884">
                  <c:v>1250</c:v>
                </c:pt>
                <c:pt idx="8885">
                  <c:v>850</c:v>
                </c:pt>
                <c:pt idx="8886">
                  <c:v>1600</c:v>
                </c:pt>
                <c:pt idx="8887">
                  <c:v>1250</c:v>
                </c:pt>
                <c:pt idx="8888">
                  <c:v>1312</c:v>
                </c:pt>
                <c:pt idx="8889">
                  <c:v>3000</c:v>
                </c:pt>
                <c:pt idx="8890">
                  <c:v>1300</c:v>
                </c:pt>
                <c:pt idx="8891">
                  <c:v>1990</c:v>
                </c:pt>
                <c:pt idx="8892">
                  <c:v>760</c:v>
                </c:pt>
                <c:pt idx="8893">
                  <c:v>1614</c:v>
                </c:pt>
                <c:pt idx="8894">
                  <c:v>1182</c:v>
                </c:pt>
                <c:pt idx="8895">
                  <c:v>1053</c:v>
                </c:pt>
                <c:pt idx="8896">
                  <c:v>2000</c:v>
                </c:pt>
                <c:pt idx="8897">
                  <c:v>1940</c:v>
                </c:pt>
                <c:pt idx="8898">
                  <c:v>1590</c:v>
                </c:pt>
                <c:pt idx="8899">
                  <c:v>1035</c:v>
                </c:pt>
                <c:pt idx="8900">
                  <c:v>1075</c:v>
                </c:pt>
                <c:pt idx="8901">
                  <c:v>900</c:v>
                </c:pt>
                <c:pt idx="8902">
                  <c:v>1260</c:v>
                </c:pt>
                <c:pt idx="8903">
                  <c:v>1702</c:v>
                </c:pt>
                <c:pt idx="8904">
                  <c:v>1080</c:v>
                </c:pt>
                <c:pt idx="8905">
                  <c:v>1189</c:v>
                </c:pt>
                <c:pt idx="8906">
                  <c:v>1035</c:v>
                </c:pt>
                <c:pt idx="8907">
                  <c:v>1200</c:v>
                </c:pt>
                <c:pt idx="8908">
                  <c:v>1300</c:v>
                </c:pt>
                <c:pt idx="8909">
                  <c:v>1330</c:v>
                </c:pt>
                <c:pt idx="8910">
                  <c:v>1210</c:v>
                </c:pt>
                <c:pt idx="8911">
                  <c:v>1350</c:v>
                </c:pt>
                <c:pt idx="8912">
                  <c:v>1900</c:v>
                </c:pt>
                <c:pt idx="8913">
                  <c:v>1935</c:v>
                </c:pt>
                <c:pt idx="8914">
                  <c:v>1410</c:v>
                </c:pt>
                <c:pt idx="8915">
                  <c:v>1469</c:v>
                </c:pt>
                <c:pt idx="8916">
                  <c:v>986</c:v>
                </c:pt>
                <c:pt idx="8917">
                  <c:v>1460</c:v>
                </c:pt>
                <c:pt idx="8918">
                  <c:v>1260</c:v>
                </c:pt>
                <c:pt idx="8919">
                  <c:v>1345</c:v>
                </c:pt>
                <c:pt idx="8920">
                  <c:v>980</c:v>
                </c:pt>
                <c:pt idx="8921">
                  <c:v>1164</c:v>
                </c:pt>
                <c:pt idx="8922">
                  <c:v>929</c:v>
                </c:pt>
                <c:pt idx="8923">
                  <c:v>1065</c:v>
                </c:pt>
                <c:pt idx="8924">
                  <c:v>1172</c:v>
                </c:pt>
                <c:pt idx="8925">
                  <c:v>1020</c:v>
                </c:pt>
                <c:pt idx="8926">
                  <c:v>1362</c:v>
                </c:pt>
                <c:pt idx="8927">
                  <c:v>672</c:v>
                </c:pt>
                <c:pt idx="8928">
                  <c:v>1746</c:v>
                </c:pt>
                <c:pt idx="8929">
                  <c:v>1025</c:v>
                </c:pt>
                <c:pt idx="8930">
                  <c:v>1532</c:v>
                </c:pt>
                <c:pt idx="8931">
                  <c:v>1200</c:v>
                </c:pt>
                <c:pt idx="8932">
                  <c:v>1250</c:v>
                </c:pt>
                <c:pt idx="8933">
                  <c:v>1188</c:v>
                </c:pt>
                <c:pt idx="8934">
                  <c:v>1170</c:v>
                </c:pt>
                <c:pt idx="8935">
                  <c:v>1800</c:v>
                </c:pt>
                <c:pt idx="8936">
                  <c:v>1000</c:v>
                </c:pt>
                <c:pt idx="8937">
                  <c:v>2507</c:v>
                </c:pt>
                <c:pt idx="8938">
                  <c:v>1061</c:v>
                </c:pt>
                <c:pt idx="8939">
                  <c:v>1290</c:v>
                </c:pt>
                <c:pt idx="8940">
                  <c:v>1200</c:v>
                </c:pt>
                <c:pt idx="8941">
                  <c:v>1120</c:v>
                </c:pt>
                <c:pt idx="8942">
                  <c:v>418</c:v>
                </c:pt>
                <c:pt idx="8943">
                  <c:v>1333</c:v>
                </c:pt>
                <c:pt idx="8944">
                  <c:v>1691</c:v>
                </c:pt>
                <c:pt idx="8945">
                  <c:v>747</c:v>
                </c:pt>
                <c:pt idx="8946">
                  <c:v>2030</c:v>
                </c:pt>
                <c:pt idx="8947">
                  <c:v>1012</c:v>
                </c:pt>
                <c:pt idx="8948">
                  <c:v>1245</c:v>
                </c:pt>
                <c:pt idx="8949">
                  <c:v>1765</c:v>
                </c:pt>
                <c:pt idx="8950">
                  <c:v>1110</c:v>
                </c:pt>
                <c:pt idx="8951">
                  <c:v>967</c:v>
                </c:pt>
                <c:pt idx="8952">
                  <c:v>1044</c:v>
                </c:pt>
                <c:pt idx="8953">
                  <c:v>1518</c:v>
                </c:pt>
                <c:pt idx="8954">
                  <c:v>1300</c:v>
                </c:pt>
                <c:pt idx="8955">
                  <c:v>1798</c:v>
                </c:pt>
                <c:pt idx="8956">
                  <c:v>866.28</c:v>
                </c:pt>
                <c:pt idx="8957">
                  <c:v>3410</c:v>
                </c:pt>
                <c:pt idx="8958">
                  <c:v>1179</c:v>
                </c:pt>
                <c:pt idx="8959">
                  <c:v>1125</c:v>
                </c:pt>
                <c:pt idx="8960">
                  <c:v>2098</c:v>
                </c:pt>
                <c:pt idx="8961">
                  <c:v>1976</c:v>
                </c:pt>
                <c:pt idx="8962">
                  <c:v>1190</c:v>
                </c:pt>
                <c:pt idx="8963">
                  <c:v>1761</c:v>
                </c:pt>
                <c:pt idx="8964">
                  <c:v>1700</c:v>
                </c:pt>
                <c:pt idx="8965">
                  <c:v>1128</c:v>
                </c:pt>
                <c:pt idx="8966">
                  <c:v>2000</c:v>
                </c:pt>
                <c:pt idx="8967">
                  <c:v>1220</c:v>
                </c:pt>
                <c:pt idx="8968">
                  <c:v>509</c:v>
                </c:pt>
                <c:pt idx="8969">
                  <c:v>1852</c:v>
                </c:pt>
                <c:pt idx="8970">
                  <c:v>1045</c:v>
                </c:pt>
                <c:pt idx="8971">
                  <c:v>1102</c:v>
                </c:pt>
                <c:pt idx="8972">
                  <c:v>1800</c:v>
                </c:pt>
                <c:pt idx="8973">
                  <c:v>1436</c:v>
                </c:pt>
                <c:pt idx="8974">
                  <c:v>1397</c:v>
                </c:pt>
                <c:pt idx="8975">
                  <c:v>1140</c:v>
                </c:pt>
                <c:pt idx="8976">
                  <c:v>645</c:v>
                </c:pt>
                <c:pt idx="8977">
                  <c:v>2050</c:v>
                </c:pt>
                <c:pt idx="8978">
                  <c:v>1335</c:v>
                </c:pt>
                <c:pt idx="8979">
                  <c:v>1255</c:v>
                </c:pt>
                <c:pt idx="8980">
                  <c:v>1140</c:v>
                </c:pt>
                <c:pt idx="8981">
                  <c:v>2376</c:v>
                </c:pt>
                <c:pt idx="8982">
                  <c:v>663</c:v>
                </c:pt>
                <c:pt idx="8983">
                  <c:v>1450</c:v>
                </c:pt>
                <c:pt idx="8984">
                  <c:v>1400</c:v>
                </c:pt>
                <c:pt idx="8985">
                  <c:v>1339</c:v>
                </c:pt>
                <c:pt idx="8986">
                  <c:v>1220</c:v>
                </c:pt>
                <c:pt idx="8987">
                  <c:v>1305</c:v>
                </c:pt>
                <c:pt idx="8988">
                  <c:v>1740</c:v>
                </c:pt>
                <c:pt idx="8989">
                  <c:v>680</c:v>
                </c:pt>
                <c:pt idx="8990">
                  <c:v>1154</c:v>
                </c:pt>
                <c:pt idx="8991">
                  <c:v>1200</c:v>
                </c:pt>
                <c:pt idx="8992">
                  <c:v>1155</c:v>
                </c:pt>
                <c:pt idx="8993">
                  <c:v>1525</c:v>
                </c:pt>
                <c:pt idx="8994">
                  <c:v>2470</c:v>
                </c:pt>
                <c:pt idx="8995">
                  <c:v>1100</c:v>
                </c:pt>
                <c:pt idx="8996">
                  <c:v>1250</c:v>
                </c:pt>
                <c:pt idx="8997">
                  <c:v>1400</c:v>
                </c:pt>
                <c:pt idx="8998">
                  <c:v>1600</c:v>
                </c:pt>
                <c:pt idx="8999">
                  <c:v>1060</c:v>
                </c:pt>
                <c:pt idx="9000">
                  <c:v>1272</c:v>
                </c:pt>
                <c:pt idx="9001">
                  <c:v>1296</c:v>
                </c:pt>
                <c:pt idx="9002">
                  <c:v>1945</c:v>
                </c:pt>
                <c:pt idx="9003">
                  <c:v>1033</c:v>
                </c:pt>
                <c:pt idx="9004">
                  <c:v>2300</c:v>
                </c:pt>
                <c:pt idx="9005">
                  <c:v>1235</c:v>
                </c:pt>
                <c:pt idx="9006">
                  <c:v>850</c:v>
                </c:pt>
                <c:pt idx="9007">
                  <c:v>1880</c:v>
                </c:pt>
                <c:pt idx="9008">
                  <c:v>1060</c:v>
                </c:pt>
                <c:pt idx="9009">
                  <c:v>2041</c:v>
                </c:pt>
                <c:pt idx="9010">
                  <c:v>1037</c:v>
                </c:pt>
                <c:pt idx="9011">
                  <c:v>1150</c:v>
                </c:pt>
                <c:pt idx="9012">
                  <c:v>1184</c:v>
                </c:pt>
                <c:pt idx="9013">
                  <c:v>1680</c:v>
                </c:pt>
                <c:pt idx="9014">
                  <c:v>1411</c:v>
                </c:pt>
                <c:pt idx="9015">
                  <c:v>900</c:v>
                </c:pt>
                <c:pt idx="9016">
                  <c:v>1702</c:v>
                </c:pt>
                <c:pt idx="9017">
                  <c:v>1185</c:v>
                </c:pt>
                <c:pt idx="9018">
                  <c:v>1300</c:v>
                </c:pt>
                <c:pt idx="9019">
                  <c:v>1545</c:v>
                </c:pt>
                <c:pt idx="9020">
                  <c:v>1515</c:v>
                </c:pt>
                <c:pt idx="9021">
                  <c:v>1300</c:v>
                </c:pt>
                <c:pt idx="9022">
                  <c:v>1107</c:v>
                </c:pt>
                <c:pt idx="9023">
                  <c:v>1720</c:v>
                </c:pt>
                <c:pt idx="9024">
                  <c:v>1540</c:v>
                </c:pt>
                <c:pt idx="9025">
                  <c:v>1000</c:v>
                </c:pt>
                <c:pt idx="9026">
                  <c:v>710</c:v>
                </c:pt>
                <c:pt idx="9027">
                  <c:v>1100</c:v>
                </c:pt>
                <c:pt idx="9028">
                  <c:v>3200</c:v>
                </c:pt>
                <c:pt idx="9029">
                  <c:v>1250</c:v>
                </c:pt>
                <c:pt idx="9030">
                  <c:v>2400</c:v>
                </c:pt>
                <c:pt idx="9031">
                  <c:v>1584.01</c:v>
                </c:pt>
                <c:pt idx="9032">
                  <c:v>1200</c:v>
                </c:pt>
                <c:pt idx="9033">
                  <c:v>1485</c:v>
                </c:pt>
                <c:pt idx="9034">
                  <c:v>1100</c:v>
                </c:pt>
                <c:pt idx="9035">
                  <c:v>1245</c:v>
                </c:pt>
                <c:pt idx="9036">
                  <c:v>1880</c:v>
                </c:pt>
                <c:pt idx="9037">
                  <c:v>1050</c:v>
                </c:pt>
                <c:pt idx="9038">
                  <c:v>1640</c:v>
                </c:pt>
                <c:pt idx="9039">
                  <c:v>1165</c:v>
                </c:pt>
                <c:pt idx="9040">
                  <c:v>1110</c:v>
                </c:pt>
                <c:pt idx="9041">
                  <c:v>1300</c:v>
                </c:pt>
                <c:pt idx="9042">
                  <c:v>1200</c:v>
                </c:pt>
                <c:pt idx="9043">
                  <c:v>1232</c:v>
                </c:pt>
                <c:pt idx="9044">
                  <c:v>1704</c:v>
                </c:pt>
                <c:pt idx="9045">
                  <c:v>1275</c:v>
                </c:pt>
                <c:pt idx="9046">
                  <c:v>1222</c:v>
                </c:pt>
                <c:pt idx="9047">
                  <c:v>1155</c:v>
                </c:pt>
                <c:pt idx="9048">
                  <c:v>1000</c:v>
                </c:pt>
                <c:pt idx="9049">
                  <c:v>1200</c:v>
                </c:pt>
                <c:pt idx="9050">
                  <c:v>1517</c:v>
                </c:pt>
                <c:pt idx="9051">
                  <c:v>1166</c:v>
                </c:pt>
                <c:pt idx="9052">
                  <c:v>870</c:v>
                </c:pt>
                <c:pt idx="9053">
                  <c:v>4000</c:v>
                </c:pt>
                <c:pt idx="9054">
                  <c:v>3019</c:v>
                </c:pt>
                <c:pt idx="9055">
                  <c:v>1345</c:v>
                </c:pt>
                <c:pt idx="9056">
                  <c:v>900</c:v>
                </c:pt>
                <c:pt idx="9057">
                  <c:v>971</c:v>
                </c:pt>
                <c:pt idx="9058">
                  <c:v>1255</c:v>
                </c:pt>
                <c:pt idx="9059">
                  <c:v>1300</c:v>
                </c:pt>
                <c:pt idx="9060">
                  <c:v>1185</c:v>
                </c:pt>
                <c:pt idx="9061">
                  <c:v>1350</c:v>
                </c:pt>
                <c:pt idx="9062">
                  <c:v>1590</c:v>
                </c:pt>
                <c:pt idx="9063">
                  <c:v>3000</c:v>
                </c:pt>
                <c:pt idx="9064">
                  <c:v>1560</c:v>
                </c:pt>
                <c:pt idx="9065">
                  <c:v>1650</c:v>
                </c:pt>
                <c:pt idx="9066">
                  <c:v>1645</c:v>
                </c:pt>
                <c:pt idx="9067">
                  <c:v>1748</c:v>
                </c:pt>
                <c:pt idx="9068">
                  <c:v>1200</c:v>
                </c:pt>
                <c:pt idx="9069">
                  <c:v>1170</c:v>
                </c:pt>
                <c:pt idx="9070">
                  <c:v>1320</c:v>
                </c:pt>
                <c:pt idx="9071">
                  <c:v>1610</c:v>
                </c:pt>
                <c:pt idx="9072">
                  <c:v>1870</c:v>
                </c:pt>
                <c:pt idx="9073">
                  <c:v>1510</c:v>
                </c:pt>
                <c:pt idx="9074">
                  <c:v>2700</c:v>
                </c:pt>
                <c:pt idx="9075">
                  <c:v>1305</c:v>
                </c:pt>
                <c:pt idx="9076">
                  <c:v>1500</c:v>
                </c:pt>
                <c:pt idx="9077">
                  <c:v>1948</c:v>
                </c:pt>
                <c:pt idx="9078">
                  <c:v>1448</c:v>
                </c:pt>
                <c:pt idx="9079">
                  <c:v>1242</c:v>
                </c:pt>
                <c:pt idx="9080">
                  <c:v>1268</c:v>
                </c:pt>
                <c:pt idx="9081">
                  <c:v>1101</c:v>
                </c:pt>
                <c:pt idx="9082">
                  <c:v>1255</c:v>
                </c:pt>
                <c:pt idx="9083">
                  <c:v>1362</c:v>
                </c:pt>
                <c:pt idx="9084">
                  <c:v>1089</c:v>
                </c:pt>
                <c:pt idx="9085">
                  <c:v>1345</c:v>
                </c:pt>
                <c:pt idx="9086">
                  <c:v>3600</c:v>
                </c:pt>
                <c:pt idx="9087">
                  <c:v>1650</c:v>
                </c:pt>
                <c:pt idx="9088">
                  <c:v>950</c:v>
                </c:pt>
                <c:pt idx="9089">
                  <c:v>1068</c:v>
                </c:pt>
                <c:pt idx="9090">
                  <c:v>860</c:v>
                </c:pt>
                <c:pt idx="9091">
                  <c:v>3000</c:v>
                </c:pt>
                <c:pt idx="9092">
                  <c:v>1756</c:v>
                </c:pt>
                <c:pt idx="9093">
                  <c:v>1205</c:v>
                </c:pt>
                <c:pt idx="9094">
                  <c:v>1800</c:v>
                </c:pt>
                <c:pt idx="9095">
                  <c:v>1604</c:v>
                </c:pt>
                <c:pt idx="9096">
                  <c:v>2732</c:v>
                </c:pt>
                <c:pt idx="9097">
                  <c:v>1015</c:v>
                </c:pt>
                <c:pt idx="9098">
                  <c:v>1200</c:v>
                </c:pt>
                <c:pt idx="9099">
                  <c:v>1010</c:v>
                </c:pt>
                <c:pt idx="9100">
                  <c:v>1010</c:v>
                </c:pt>
                <c:pt idx="9101">
                  <c:v>1050</c:v>
                </c:pt>
                <c:pt idx="9102">
                  <c:v>1710</c:v>
                </c:pt>
                <c:pt idx="9103">
                  <c:v>1248.52</c:v>
                </c:pt>
                <c:pt idx="9104">
                  <c:v>410</c:v>
                </c:pt>
                <c:pt idx="9105">
                  <c:v>1656</c:v>
                </c:pt>
                <c:pt idx="9106">
                  <c:v>1451</c:v>
                </c:pt>
                <c:pt idx="9107">
                  <c:v>1250</c:v>
                </c:pt>
                <c:pt idx="9108">
                  <c:v>1340</c:v>
                </c:pt>
                <c:pt idx="9109">
                  <c:v>1100</c:v>
                </c:pt>
                <c:pt idx="9110">
                  <c:v>1700</c:v>
                </c:pt>
                <c:pt idx="9111">
                  <c:v>1096</c:v>
                </c:pt>
                <c:pt idx="9112">
                  <c:v>1160</c:v>
                </c:pt>
                <c:pt idx="9113">
                  <c:v>1936</c:v>
                </c:pt>
                <c:pt idx="9114">
                  <c:v>1269</c:v>
                </c:pt>
                <c:pt idx="9115">
                  <c:v>1586</c:v>
                </c:pt>
                <c:pt idx="9116">
                  <c:v>1376</c:v>
                </c:pt>
                <c:pt idx="9117">
                  <c:v>1452</c:v>
                </c:pt>
                <c:pt idx="9118">
                  <c:v>1538</c:v>
                </c:pt>
                <c:pt idx="9119">
                  <c:v>1427</c:v>
                </c:pt>
                <c:pt idx="9120">
                  <c:v>935</c:v>
                </c:pt>
                <c:pt idx="9121">
                  <c:v>1220</c:v>
                </c:pt>
                <c:pt idx="9122">
                  <c:v>1197</c:v>
                </c:pt>
                <c:pt idx="9123">
                  <c:v>674</c:v>
                </c:pt>
                <c:pt idx="9124">
                  <c:v>410</c:v>
                </c:pt>
                <c:pt idx="9125">
                  <c:v>1573</c:v>
                </c:pt>
                <c:pt idx="9126">
                  <c:v>1135</c:v>
                </c:pt>
                <c:pt idx="9127">
                  <c:v>1400</c:v>
                </c:pt>
                <c:pt idx="9128">
                  <c:v>1800</c:v>
                </c:pt>
                <c:pt idx="9129">
                  <c:v>2045</c:v>
                </c:pt>
                <c:pt idx="9130">
                  <c:v>1268</c:v>
                </c:pt>
                <c:pt idx="9131">
                  <c:v>883</c:v>
                </c:pt>
                <c:pt idx="9132">
                  <c:v>1600</c:v>
                </c:pt>
                <c:pt idx="9133">
                  <c:v>1056</c:v>
                </c:pt>
                <c:pt idx="9134">
                  <c:v>1204</c:v>
                </c:pt>
                <c:pt idx="9135">
                  <c:v>1410</c:v>
                </c:pt>
                <c:pt idx="9136">
                  <c:v>1460</c:v>
                </c:pt>
                <c:pt idx="9137">
                  <c:v>1100</c:v>
                </c:pt>
                <c:pt idx="9138">
                  <c:v>1310</c:v>
                </c:pt>
                <c:pt idx="9139">
                  <c:v>1600</c:v>
                </c:pt>
                <c:pt idx="9140">
                  <c:v>1250</c:v>
                </c:pt>
                <c:pt idx="9141">
                  <c:v>1665</c:v>
                </c:pt>
                <c:pt idx="9142">
                  <c:v>1345</c:v>
                </c:pt>
                <c:pt idx="9143">
                  <c:v>1416</c:v>
                </c:pt>
                <c:pt idx="9144">
                  <c:v>1145</c:v>
                </c:pt>
                <c:pt idx="9145">
                  <c:v>7200</c:v>
                </c:pt>
                <c:pt idx="9146">
                  <c:v>1231</c:v>
                </c:pt>
                <c:pt idx="9147">
                  <c:v>1664</c:v>
                </c:pt>
                <c:pt idx="9148">
                  <c:v>2000</c:v>
                </c:pt>
                <c:pt idx="9149">
                  <c:v>972</c:v>
                </c:pt>
                <c:pt idx="9150">
                  <c:v>1185</c:v>
                </c:pt>
                <c:pt idx="9151">
                  <c:v>1750</c:v>
                </c:pt>
                <c:pt idx="9152">
                  <c:v>1007</c:v>
                </c:pt>
                <c:pt idx="9153">
                  <c:v>1250</c:v>
                </c:pt>
                <c:pt idx="9154">
                  <c:v>1200</c:v>
                </c:pt>
                <c:pt idx="9155">
                  <c:v>994</c:v>
                </c:pt>
                <c:pt idx="9156">
                  <c:v>1150</c:v>
                </c:pt>
                <c:pt idx="9157">
                  <c:v>1220</c:v>
                </c:pt>
                <c:pt idx="9158">
                  <c:v>1441</c:v>
                </c:pt>
                <c:pt idx="9159">
                  <c:v>1157</c:v>
                </c:pt>
                <c:pt idx="9160">
                  <c:v>1400</c:v>
                </c:pt>
                <c:pt idx="9161">
                  <c:v>1370.07</c:v>
                </c:pt>
                <c:pt idx="9162">
                  <c:v>900</c:v>
                </c:pt>
                <c:pt idx="9163">
                  <c:v>418</c:v>
                </c:pt>
                <c:pt idx="9164">
                  <c:v>1200</c:v>
                </c:pt>
                <c:pt idx="9165">
                  <c:v>1200</c:v>
                </c:pt>
                <c:pt idx="9166">
                  <c:v>1062</c:v>
                </c:pt>
                <c:pt idx="9167">
                  <c:v>1120</c:v>
                </c:pt>
                <c:pt idx="9168">
                  <c:v>1012</c:v>
                </c:pt>
                <c:pt idx="9169">
                  <c:v>675</c:v>
                </c:pt>
                <c:pt idx="9170">
                  <c:v>1430</c:v>
                </c:pt>
                <c:pt idx="9171">
                  <c:v>1195</c:v>
                </c:pt>
                <c:pt idx="9172">
                  <c:v>1075</c:v>
                </c:pt>
                <c:pt idx="9173">
                  <c:v>1570</c:v>
                </c:pt>
                <c:pt idx="9174">
                  <c:v>1011</c:v>
                </c:pt>
                <c:pt idx="9175">
                  <c:v>1450</c:v>
                </c:pt>
                <c:pt idx="9176">
                  <c:v>1129</c:v>
                </c:pt>
                <c:pt idx="9177">
                  <c:v>1126</c:v>
                </c:pt>
                <c:pt idx="9178">
                  <c:v>1200</c:v>
                </c:pt>
                <c:pt idx="9179">
                  <c:v>1180</c:v>
                </c:pt>
                <c:pt idx="9180">
                  <c:v>1933</c:v>
                </c:pt>
                <c:pt idx="9181">
                  <c:v>1082</c:v>
                </c:pt>
                <c:pt idx="9182">
                  <c:v>2400</c:v>
                </c:pt>
                <c:pt idx="9183">
                  <c:v>610</c:v>
                </c:pt>
                <c:pt idx="9184">
                  <c:v>1560</c:v>
                </c:pt>
                <c:pt idx="9185">
                  <c:v>1300</c:v>
                </c:pt>
                <c:pt idx="9186">
                  <c:v>1125</c:v>
                </c:pt>
                <c:pt idx="9187">
                  <c:v>2400</c:v>
                </c:pt>
                <c:pt idx="9188">
                  <c:v>777.4</c:v>
                </c:pt>
                <c:pt idx="9189">
                  <c:v>2500</c:v>
                </c:pt>
                <c:pt idx="9190">
                  <c:v>1798</c:v>
                </c:pt>
                <c:pt idx="9191">
                  <c:v>1864</c:v>
                </c:pt>
                <c:pt idx="9192">
                  <c:v>1115</c:v>
                </c:pt>
                <c:pt idx="9193">
                  <c:v>400</c:v>
                </c:pt>
                <c:pt idx="9194">
                  <c:v>1200</c:v>
                </c:pt>
                <c:pt idx="9195">
                  <c:v>992</c:v>
                </c:pt>
                <c:pt idx="9196">
                  <c:v>950</c:v>
                </c:pt>
                <c:pt idx="9197">
                  <c:v>1200</c:v>
                </c:pt>
                <c:pt idx="9198">
                  <c:v>1735</c:v>
                </c:pt>
                <c:pt idx="9199">
                  <c:v>1750</c:v>
                </c:pt>
                <c:pt idx="9200">
                  <c:v>1009</c:v>
                </c:pt>
                <c:pt idx="9201">
                  <c:v>1470</c:v>
                </c:pt>
                <c:pt idx="9202">
                  <c:v>1527</c:v>
                </c:pt>
                <c:pt idx="9203">
                  <c:v>985</c:v>
                </c:pt>
                <c:pt idx="9204">
                  <c:v>3300</c:v>
                </c:pt>
                <c:pt idx="9205">
                  <c:v>1277</c:v>
                </c:pt>
                <c:pt idx="9206">
                  <c:v>1100</c:v>
                </c:pt>
                <c:pt idx="9207">
                  <c:v>1820</c:v>
                </c:pt>
                <c:pt idx="9208">
                  <c:v>1530</c:v>
                </c:pt>
                <c:pt idx="9209">
                  <c:v>1880</c:v>
                </c:pt>
                <c:pt idx="9210">
                  <c:v>1255</c:v>
                </c:pt>
                <c:pt idx="9211">
                  <c:v>700</c:v>
                </c:pt>
                <c:pt idx="9212">
                  <c:v>1140</c:v>
                </c:pt>
                <c:pt idx="9213">
                  <c:v>1025</c:v>
                </c:pt>
                <c:pt idx="9214">
                  <c:v>1490</c:v>
                </c:pt>
                <c:pt idx="9215">
                  <c:v>1850</c:v>
                </c:pt>
                <c:pt idx="9216">
                  <c:v>1250</c:v>
                </c:pt>
                <c:pt idx="9217">
                  <c:v>2400</c:v>
                </c:pt>
                <c:pt idx="9218">
                  <c:v>1244</c:v>
                </c:pt>
                <c:pt idx="9219">
                  <c:v>1025</c:v>
                </c:pt>
                <c:pt idx="9220">
                  <c:v>1034</c:v>
                </c:pt>
                <c:pt idx="9221">
                  <c:v>1191</c:v>
                </c:pt>
                <c:pt idx="9222">
                  <c:v>1719</c:v>
                </c:pt>
                <c:pt idx="9223">
                  <c:v>1035</c:v>
                </c:pt>
                <c:pt idx="9224">
                  <c:v>1470</c:v>
                </c:pt>
                <c:pt idx="9225">
                  <c:v>1140</c:v>
                </c:pt>
                <c:pt idx="9226">
                  <c:v>1752.12</c:v>
                </c:pt>
                <c:pt idx="9227">
                  <c:v>1660</c:v>
                </c:pt>
                <c:pt idx="9228">
                  <c:v>1275</c:v>
                </c:pt>
                <c:pt idx="9229">
                  <c:v>1365</c:v>
                </c:pt>
                <c:pt idx="9230">
                  <c:v>1200</c:v>
                </c:pt>
                <c:pt idx="9231">
                  <c:v>2546</c:v>
                </c:pt>
                <c:pt idx="9232">
                  <c:v>1392</c:v>
                </c:pt>
                <c:pt idx="9233">
                  <c:v>1245</c:v>
                </c:pt>
                <c:pt idx="9234">
                  <c:v>1162</c:v>
                </c:pt>
                <c:pt idx="9235">
                  <c:v>1476</c:v>
                </c:pt>
                <c:pt idx="9236">
                  <c:v>700</c:v>
                </c:pt>
                <c:pt idx="9237">
                  <c:v>3600</c:v>
                </c:pt>
                <c:pt idx="9238">
                  <c:v>943</c:v>
                </c:pt>
                <c:pt idx="9239">
                  <c:v>1113</c:v>
                </c:pt>
                <c:pt idx="9240">
                  <c:v>1615</c:v>
                </c:pt>
                <c:pt idx="9241">
                  <c:v>1279</c:v>
                </c:pt>
                <c:pt idx="9242">
                  <c:v>1256</c:v>
                </c:pt>
                <c:pt idx="9243">
                  <c:v>1350</c:v>
                </c:pt>
                <c:pt idx="9244">
                  <c:v>1525</c:v>
                </c:pt>
                <c:pt idx="9245">
                  <c:v>1357</c:v>
                </c:pt>
                <c:pt idx="9246">
                  <c:v>1645</c:v>
                </c:pt>
                <c:pt idx="9247">
                  <c:v>1777.26</c:v>
                </c:pt>
                <c:pt idx="9248">
                  <c:v>845</c:v>
                </c:pt>
                <c:pt idx="9249">
                  <c:v>900</c:v>
                </c:pt>
                <c:pt idx="9250">
                  <c:v>1210</c:v>
                </c:pt>
                <c:pt idx="9251">
                  <c:v>829</c:v>
                </c:pt>
                <c:pt idx="9252">
                  <c:v>1879</c:v>
                </c:pt>
                <c:pt idx="9253">
                  <c:v>1250</c:v>
                </c:pt>
                <c:pt idx="9254">
                  <c:v>1200</c:v>
                </c:pt>
                <c:pt idx="9255">
                  <c:v>1108</c:v>
                </c:pt>
                <c:pt idx="9256">
                  <c:v>1401</c:v>
                </c:pt>
                <c:pt idx="9257">
                  <c:v>1157</c:v>
                </c:pt>
                <c:pt idx="9258">
                  <c:v>1185</c:v>
                </c:pt>
                <c:pt idx="9259">
                  <c:v>1751</c:v>
                </c:pt>
                <c:pt idx="9260">
                  <c:v>1880</c:v>
                </c:pt>
                <c:pt idx="9261">
                  <c:v>1322.5</c:v>
                </c:pt>
                <c:pt idx="9262">
                  <c:v>1175</c:v>
                </c:pt>
                <c:pt idx="9263">
                  <c:v>1407</c:v>
                </c:pt>
                <c:pt idx="9264">
                  <c:v>1000</c:v>
                </c:pt>
                <c:pt idx="9265">
                  <c:v>1518</c:v>
                </c:pt>
                <c:pt idx="9266">
                  <c:v>1027</c:v>
                </c:pt>
                <c:pt idx="9267">
                  <c:v>1145</c:v>
                </c:pt>
                <c:pt idx="9268">
                  <c:v>1260</c:v>
                </c:pt>
                <c:pt idx="9269">
                  <c:v>1500</c:v>
                </c:pt>
                <c:pt idx="9270">
                  <c:v>1737</c:v>
                </c:pt>
                <c:pt idx="9271">
                  <c:v>1600</c:v>
                </c:pt>
                <c:pt idx="9272">
                  <c:v>1500</c:v>
                </c:pt>
                <c:pt idx="9273">
                  <c:v>1120</c:v>
                </c:pt>
                <c:pt idx="9274">
                  <c:v>1030</c:v>
                </c:pt>
                <c:pt idx="9275">
                  <c:v>2500</c:v>
                </c:pt>
                <c:pt idx="9276">
                  <c:v>1057</c:v>
                </c:pt>
                <c:pt idx="9277">
                  <c:v>2774</c:v>
                </c:pt>
                <c:pt idx="9278">
                  <c:v>1460</c:v>
                </c:pt>
                <c:pt idx="9279">
                  <c:v>1075</c:v>
                </c:pt>
                <c:pt idx="9280">
                  <c:v>1080</c:v>
                </c:pt>
                <c:pt idx="9281">
                  <c:v>5100</c:v>
                </c:pt>
                <c:pt idx="9282">
                  <c:v>1139.7</c:v>
                </c:pt>
                <c:pt idx="9283">
                  <c:v>1074</c:v>
                </c:pt>
                <c:pt idx="9284">
                  <c:v>1200</c:v>
                </c:pt>
                <c:pt idx="9285">
                  <c:v>2425</c:v>
                </c:pt>
                <c:pt idx="9286">
                  <c:v>1323</c:v>
                </c:pt>
                <c:pt idx="9287">
                  <c:v>1232</c:v>
                </c:pt>
                <c:pt idx="9288">
                  <c:v>900</c:v>
                </c:pt>
                <c:pt idx="9289">
                  <c:v>740</c:v>
                </c:pt>
                <c:pt idx="9290">
                  <c:v>1920</c:v>
                </c:pt>
                <c:pt idx="9291">
                  <c:v>1550</c:v>
                </c:pt>
                <c:pt idx="9292">
                  <c:v>1588</c:v>
                </c:pt>
                <c:pt idx="9293">
                  <c:v>2300</c:v>
                </c:pt>
                <c:pt idx="9294">
                  <c:v>3600</c:v>
                </c:pt>
                <c:pt idx="9295">
                  <c:v>1308</c:v>
                </c:pt>
                <c:pt idx="9296">
                  <c:v>1340</c:v>
                </c:pt>
                <c:pt idx="9297">
                  <c:v>1719</c:v>
                </c:pt>
                <c:pt idx="9298">
                  <c:v>1107.83</c:v>
                </c:pt>
                <c:pt idx="9299">
                  <c:v>1200</c:v>
                </c:pt>
                <c:pt idx="9300">
                  <c:v>1660</c:v>
                </c:pt>
                <c:pt idx="9301">
                  <c:v>1247</c:v>
                </c:pt>
                <c:pt idx="9302">
                  <c:v>1595</c:v>
                </c:pt>
                <c:pt idx="9303">
                  <c:v>1175</c:v>
                </c:pt>
                <c:pt idx="9304">
                  <c:v>1184</c:v>
                </c:pt>
                <c:pt idx="9305">
                  <c:v>1100</c:v>
                </c:pt>
                <c:pt idx="9306">
                  <c:v>935</c:v>
                </c:pt>
                <c:pt idx="9307">
                  <c:v>1200</c:v>
                </c:pt>
                <c:pt idx="9308">
                  <c:v>1000</c:v>
                </c:pt>
                <c:pt idx="9309">
                  <c:v>1000</c:v>
                </c:pt>
                <c:pt idx="9310">
                  <c:v>1705</c:v>
                </c:pt>
                <c:pt idx="9311">
                  <c:v>1060</c:v>
                </c:pt>
                <c:pt idx="9312">
                  <c:v>2325</c:v>
                </c:pt>
                <c:pt idx="9313">
                  <c:v>1347</c:v>
                </c:pt>
                <c:pt idx="9314">
                  <c:v>1402</c:v>
                </c:pt>
                <c:pt idx="9315">
                  <c:v>2280</c:v>
                </c:pt>
                <c:pt idx="9316">
                  <c:v>1225</c:v>
                </c:pt>
                <c:pt idx="9317">
                  <c:v>1080</c:v>
                </c:pt>
                <c:pt idx="9318">
                  <c:v>4000</c:v>
                </c:pt>
                <c:pt idx="9319">
                  <c:v>1100</c:v>
                </c:pt>
                <c:pt idx="9320">
                  <c:v>2500</c:v>
                </c:pt>
                <c:pt idx="9321">
                  <c:v>1200</c:v>
                </c:pt>
                <c:pt idx="9322">
                  <c:v>1565</c:v>
                </c:pt>
                <c:pt idx="9323">
                  <c:v>1200</c:v>
                </c:pt>
                <c:pt idx="9324">
                  <c:v>1581</c:v>
                </c:pt>
                <c:pt idx="9325">
                  <c:v>2882</c:v>
                </c:pt>
                <c:pt idx="9326">
                  <c:v>1440</c:v>
                </c:pt>
                <c:pt idx="9327">
                  <c:v>985</c:v>
                </c:pt>
                <c:pt idx="9328">
                  <c:v>950</c:v>
                </c:pt>
                <c:pt idx="9329">
                  <c:v>1339</c:v>
                </c:pt>
                <c:pt idx="9330">
                  <c:v>1449</c:v>
                </c:pt>
                <c:pt idx="9331">
                  <c:v>1100</c:v>
                </c:pt>
                <c:pt idx="9332">
                  <c:v>1003.5</c:v>
                </c:pt>
                <c:pt idx="9333">
                  <c:v>1100</c:v>
                </c:pt>
                <c:pt idx="9334">
                  <c:v>1140</c:v>
                </c:pt>
                <c:pt idx="9335">
                  <c:v>3300</c:v>
                </c:pt>
                <c:pt idx="9336">
                  <c:v>800</c:v>
                </c:pt>
                <c:pt idx="9337">
                  <c:v>2000</c:v>
                </c:pt>
                <c:pt idx="9338">
                  <c:v>1300</c:v>
                </c:pt>
                <c:pt idx="9339">
                  <c:v>1220</c:v>
                </c:pt>
                <c:pt idx="9340">
                  <c:v>2289</c:v>
                </c:pt>
                <c:pt idx="9341">
                  <c:v>1170</c:v>
                </c:pt>
                <c:pt idx="9342">
                  <c:v>1350</c:v>
                </c:pt>
                <c:pt idx="9343">
                  <c:v>883</c:v>
                </c:pt>
                <c:pt idx="9344">
                  <c:v>1698</c:v>
                </c:pt>
                <c:pt idx="9345">
                  <c:v>2187.5</c:v>
                </c:pt>
                <c:pt idx="9346">
                  <c:v>1060</c:v>
                </c:pt>
                <c:pt idx="9347">
                  <c:v>1185</c:v>
                </c:pt>
                <c:pt idx="9348">
                  <c:v>2051</c:v>
                </c:pt>
                <c:pt idx="9349">
                  <c:v>1404</c:v>
                </c:pt>
                <c:pt idx="9350">
                  <c:v>1252</c:v>
                </c:pt>
                <c:pt idx="9351">
                  <c:v>1885</c:v>
                </c:pt>
                <c:pt idx="9352">
                  <c:v>3381</c:v>
                </c:pt>
                <c:pt idx="9353">
                  <c:v>980</c:v>
                </c:pt>
                <c:pt idx="9354">
                  <c:v>1420</c:v>
                </c:pt>
                <c:pt idx="9355">
                  <c:v>2312</c:v>
                </c:pt>
                <c:pt idx="9356">
                  <c:v>3000</c:v>
                </c:pt>
                <c:pt idx="9357">
                  <c:v>1175</c:v>
                </c:pt>
                <c:pt idx="9358">
                  <c:v>1145</c:v>
                </c:pt>
                <c:pt idx="9359">
                  <c:v>970</c:v>
                </c:pt>
                <c:pt idx="9360">
                  <c:v>1125</c:v>
                </c:pt>
                <c:pt idx="9361">
                  <c:v>1639.5</c:v>
                </c:pt>
                <c:pt idx="9362">
                  <c:v>1635</c:v>
                </c:pt>
                <c:pt idx="9363">
                  <c:v>2950</c:v>
                </c:pt>
                <c:pt idx="9364">
                  <c:v>1335</c:v>
                </c:pt>
                <c:pt idx="9365">
                  <c:v>1166</c:v>
                </c:pt>
                <c:pt idx="9366">
                  <c:v>1460</c:v>
                </c:pt>
                <c:pt idx="9367">
                  <c:v>1690</c:v>
                </c:pt>
                <c:pt idx="9368">
                  <c:v>1386</c:v>
                </c:pt>
                <c:pt idx="9369">
                  <c:v>1090</c:v>
                </c:pt>
                <c:pt idx="9370">
                  <c:v>1732</c:v>
                </c:pt>
                <c:pt idx="9371">
                  <c:v>1390</c:v>
                </c:pt>
                <c:pt idx="9372">
                  <c:v>1095</c:v>
                </c:pt>
                <c:pt idx="9373">
                  <c:v>416</c:v>
                </c:pt>
                <c:pt idx="9374">
                  <c:v>2400</c:v>
                </c:pt>
                <c:pt idx="9375">
                  <c:v>1350</c:v>
                </c:pt>
                <c:pt idx="9376">
                  <c:v>1453</c:v>
                </c:pt>
                <c:pt idx="9377">
                  <c:v>1226</c:v>
                </c:pt>
                <c:pt idx="9378">
                  <c:v>1168</c:v>
                </c:pt>
                <c:pt idx="9379">
                  <c:v>1776</c:v>
                </c:pt>
                <c:pt idx="9380">
                  <c:v>1634</c:v>
                </c:pt>
                <c:pt idx="9381">
                  <c:v>860</c:v>
                </c:pt>
                <c:pt idx="9382">
                  <c:v>1650</c:v>
                </c:pt>
                <c:pt idx="9383">
                  <c:v>1190</c:v>
                </c:pt>
                <c:pt idx="9384">
                  <c:v>1133</c:v>
                </c:pt>
                <c:pt idx="9385">
                  <c:v>1559</c:v>
                </c:pt>
                <c:pt idx="9386">
                  <c:v>1448</c:v>
                </c:pt>
                <c:pt idx="9387">
                  <c:v>976</c:v>
                </c:pt>
                <c:pt idx="9388">
                  <c:v>1590</c:v>
                </c:pt>
                <c:pt idx="9389">
                  <c:v>2940</c:v>
                </c:pt>
                <c:pt idx="9390">
                  <c:v>1633</c:v>
                </c:pt>
                <c:pt idx="9391">
                  <c:v>1151</c:v>
                </c:pt>
                <c:pt idx="9392">
                  <c:v>1400</c:v>
                </c:pt>
                <c:pt idx="9393">
                  <c:v>1037</c:v>
                </c:pt>
                <c:pt idx="9394">
                  <c:v>1188</c:v>
                </c:pt>
                <c:pt idx="9395">
                  <c:v>1060</c:v>
                </c:pt>
                <c:pt idx="9396">
                  <c:v>2215</c:v>
                </c:pt>
                <c:pt idx="9397">
                  <c:v>1255</c:v>
                </c:pt>
                <c:pt idx="9398">
                  <c:v>1075</c:v>
                </c:pt>
                <c:pt idx="9399">
                  <c:v>2569</c:v>
                </c:pt>
                <c:pt idx="9400">
                  <c:v>900</c:v>
                </c:pt>
                <c:pt idx="9401">
                  <c:v>1183</c:v>
                </c:pt>
                <c:pt idx="9402">
                  <c:v>1100</c:v>
                </c:pt>
                <c:pt idx="9403">
                  <c:v>1643</c:v>
                </c:pt>
                <c:pt idx="9404">
                  <c:v>1500</c:v>
                </c:pt>
                <c:pt idx="9405">
                  <c:v>1291</c:v>
                </c:pt>
                <c:pt idx="9406">
                  <c:v>1150</c:v>
                </c:pt>
                <c:pt idx="9407">
                  <c:v>1060</c:v>
                </c:pt>
                <c:pt idx="9408">
                  <c:v>1575</c:v>
                </c:pt>
                <c:pt idx="9409">
                  <c:v>1700</c:v>
                </c:pt>
                <c:pt idx="9410">
                  <c:v>1236</c:v>
                </c:pt>
                <c:pt idx="9411">
                  <c:v>1350</c:v>
                </c:pt>
                <c:pt idx="9412">
                  <c:v>3800</c:v>
                </c:pt>
                <c:pt idx="9413">
                  <c:v>1200</c:v>
                </c:pt>
                <c:pt idx="9414">
                  <c:v>1200</c:v>
                </c:pt>
                <c:pt idx="9415">
                  <c:v>1225</c:v>
                </c:pt>
                <c:pt idx="9416">
                  <c:v>1056</c:v>
                </c:pt>
                <c:pt idx="9417">
                  <c:v>1240</c:v>
                </c:pt>
                <c:pt idx="9418">
                  <c:v>1200</c:v>
                </c:pt>
                <c:pt idx="9419">
                  <c:v>1850</c:v>
                </c:pt>
                <c:pt idx="9420">
                  <c:v>3150</c:v>
                </c:pt>
                <c:pt idx="9421">
                  <c:v>1185</c:v>
                </c:pt>
                <c:pt idx="9422">
                  <c:v>918</c:v>
                </c:pt>
                <c:pt idx="9423">
                  <c:v>1330</c:v>
                </c:pt>
                <c:pt idx="9424">
                  <c:v>1540</c:v>
                </c:pt>
                <c:pt idx="9425">
                  <c:v>1200</c:v>
                </c:pt>
                <c:pt idx="9426">
                  <c:v>927</c:v>
                </c:pt>
                <c:pt idx="9427">
                  <c:v>2585.5</c:v>
                </c:pt>
                <c:pt idx="9428">
                  <c:v>1400</c:v>
                </c:pt>
                <c:pt idx="9429">
                  <c:v>1345</c:v>
                </c:pt>
                <c:pt idx="9430">
                  <c:v>1510</c:v>
                </c:pt>
                <c:pt idx="9431">
                  <c:v>525</c:v>
                </c:pt>
                <c:pt idx="9432">
                  <c:v>1500</c:v>
                </c:pt>
                <c:pt idx="9433">
                  <c:v>827.5</c:v>
                </c:pt>
                <c:pt idx="9434">
                  <c:v>1100</c:v>
                </c:pt>
                <c:pt idx="9435">
                  <c:v>1200</c:v>
                </c:pt>
                <c:pt idx="9436">
                  <c:v>1100</c:v>
                </c:pt>
                <c:pt idx="9437">
                  <c:v>2282</c:v>
                </c:pt>
                <c:pt idx="9438">
                  <c:v>760</c:v>
                </c:pt>
                <c:pt idx="9439">
                  <c:v>2172</c:v>
                </c:pt>
                <c:pt idx="9440">
                  <c:v>3800</c:v>
                </c:pt>
                <c:pt idx="9441">
                  <c:v>1242</c:v>
                </c:pt>
                <c:pt idx="9442">
                  <c:v>1245</c:v>
                </c:pt>
                <c:pt idx="9443">
                  <c:v>1088</c:v>
                </c:pt>
                <c:pt idx="9444">
                  <c:v>1200</c:v>
                </c:pt>
                <c:pt idx="9445">
                  <c:v>1995</c:v>
                </c:pt>
                <c:pt idx="9446">
                  <c:v>1309</c:v>
                </c:pt>
                <c:pt idx="9447">
                  <c:v>2100</c:v>
                </c:pt>
                <c:pt idx="9448">
                  <c:v>880</c:v>
                </c:pt>
                <c:pt idx="9449">
                  <c:v>1250</c:v>
                </c:pt>
                <c:pt idx="9450">
                  <c:v>1041</c:v>
                </c:pt>
                <c:pt idx="9451">
                  <c:v>1505</c:v>
                </c:pt>
                <c:pt idx="9452">
                  <c:v>1776</c:v>
                </c:pt>
                <c:pt idx="9453">
                  <c:v>1767</c:v>
                </c:pt>
                <c:pt idx="9454">
                  <c:v>1293</c:v>
                </c:pt>
                <c:pt idx="9455">
                  <c:v>1320</c:v>
                </c:pt>
                <c:pt idx="9456">
                  <c:v>1280</c:v>
                </c:pt>
                <c:pt idx="9457">
                  <c:v>1245</c:v>
                </c:pt>
                <c:pt idx="9458">
                  <c:v>1027</c:v>
                </c:pt>
                <c:pt idx="9459">
                  <c:v>1200</c:v>
                </c:pt>
                <c:pt idx="9460">
                  <c:v>1100</c:v>
                </c:pt>
                <c:pt idx="9461">
                  <c:v>1065</c:v>
                </c:pt>
                <c:pt idx="9462">
                  <c:v>1814</c:v>
                </c:pt>
                <c:pt idx="9463">
                  <c:v>1610</c:v>
                </c:pt>
                <c:pt idx="9464">
                  <c:v>850</c:v>
                </c:pt>
                <c:pt idx="9465">
                  <c:v>1600</c:v>
                </c:pt>
                <c:pt idx="9466">
                  <c:v>1250</c:v>
                </c:pt>
                <c:pt idx="9467">
                  <c:v>1243</c:v>
                </c:pt>
                <c:pt idx="9468">
                  <c:v>1452</c:v>
                </c:pt>
                <c:pt idx="9469">
                  <c:v>1475</c:v>
                </c:pt>
                <c:pt idx="9470">
                  <c:v>1353</c:v>
                </c:pt>
                <c:pt idx="9471">
                  <c:v>2100</c:v>
                </c:pt>
                <c:pt idx="9472">
                  <c:v>1750</c:v>
                </c:pt>
                <c:pt idx="9473">
                  <c:v>1270</c:v>
                </c:pt>
                <c:pt idx="9474">
                  <c:v>2700</c:v>
                </c:pt>
                <c:pt idx="9475">
                  <c:v>2695</c:v>
                </c:pt>
                <c:pt idx="9476">
                  <c:v>1330</c:v>
                </c:pt>
                <c:pt idx="9477">
                  <c:v>660</c:v>
                </c:pt>
                <c:pt idx="9478">
                  <c:v>1400</c:v>
                </c:pt>
                <c:pt idx="9479">
                  <c:v>1700</c:v>
                </c:pt>
                <c:pt idx="9480">
                  <c:v>1585</c:v>
                </c:pt>
                <c:pt idx="9481">
                  <c:v>1385</c:v>
                </c:pt>
                <c:pt idx="9482">
                  <c:v>1128</c:v>
                </c:pt>
                <c:pt idx="9483">
                  <c:v>1203</c:v>
                </c:pt>
                <c:pt idx="9484">
                  <c:v>905</c:v>
                </c:pt>
                <c:pt idx="9485">
                  <c:v>1450</c:v>
                </c:pt>
                <c:pt idx="9486">
                  <c:v>1105</c:v>
                </c:pt>
                <c:pt idx="9487">
                  <c:v>1200</c:v>
                </c:pt>
                <c:pt idx="9488">
                  <c:v>1530</c:v>
                </c:pt>
                <c:pt idx="9489">
                  <c:v>1105</c:v>
                </c:pt>
                <c:pt idx="9490">
                  <c:v>1333</c:v>
                </c:pt>
                <c:pt idx="9491">
                  <c:v>1065</c:v>
                </c:pt>
                <c:pt idx="9492">
                  <c:v>1243</c:v>
                </c:pt>
                <c:pt idx="9493">
                  <c:v>1530</c:v>
                </c:pt>
                <c:pt idx="9494">
                  <c:v>1200</c:v>
                </c:pt>
                <c:pt idx="9495">
                  <c:v>1270</c:v>
                </c:pt>
                <c:pt idx="9496">
                  <c:v>1830</c:v>
                </c:pt>
                <c:pt idx="9497">
                  <c:v>900</c:v>
                </c:pt>
                <c:pt idx="9498">
                  <c:v>2400</c:v>
                </c:pt>
                <c:pt idx="9499">
                  <c:v>1450</c:v>
                </c:pt>
                <c:pt idx="9500">
                  <c:v>1525</c:v>
                </c:pt>
                <c:pt idx="9501">
                  <c:v>1080</c:v>
                </c:pt>
                <c:pt idx="9502">
                  <c:v>1220</c:v>
                </c:pt>
                <c:pt idx="9503">
                  <c:v>1200</c:v>
                </c:pt>
                <c:pt idx="9504">
                  <c:v>1355</c:v>
                </c:pt>
                <c:pt idx="9505">
                  <c:v>1500</c:v>
                </c:pt>
                <c:pt idx="9506">
                  <c:v>1355</c:v>
                </c:pt>
                <c:pt idx="9507">
                  <c:v>1070</c:v>
                </c:pt>
                <c:pt idx="9508">
                  <c:v>1980</c:v>
                </c:pt>
                <c:pt idx="9509">
                  <c:v>842</c:v>
                </c:pt>
                <c:pt idx="9510">
                  <c:v>700</c:v>
                </c:pt>
                <c:pt idx="9511">
                  <c:v>2500</c:v>
                </c:pt>
                <c:pt idx="9512">
                  <c:v>1884</c:v>
                </c:pt>
                <c:pt idx="9513">
                  <c:v>1100</c:v>
                </c:pt>
                <c:pt idx="9514">
                  <c:v>1196</c:v>
                </c:pt>
                <c:pt idx="9515">
                  <c:v>1820</c:v>
                </c:pt>
                <c:pt idx="9516">
                  <c:v>1185</c:v>
                </c:pt>
                <c:pt idx="9517">
                  <c:v>2145</c:v>
                </c:pt>
                <c:pt idx="9518">
                  <c:v>1220</c:v>
                </c:pt>
                <c:pt idx="9519">
                  <c:v>1116</c:v>
                </c:pt>
                <c:pt idx="9520">
                  <c:v>1192</c:v>
                </c:pt>
                <c:pt idx="9521">
                  <c:v>1449</c:v>
                </c:pt>
                <c:pt idx="9522">
                  <c:v>2500</c:v>
                </c:pt>
                <c:pt idx="9523">
                  <c:v>1700</c:v>
                </c:pt>
                <c:pt idx="9524">
                  <c:v>1920</c:v>
                </c:pt>
                <c:pt idx="9525">
                  <c:v>1350</c:v>
                </c:pt>
                <c:pt idx="9526">
                  <c:v>1700</c:v>
                </c:pt>
                <c:pt idx="9527">
                  <c:v>1447</c:v>
                </c:pt>
                <c:pt idx="9528">
                  <c:v>1329</c:v>
                </c:pt>
                <c:pt idx="9529">
                  <c:v>1314</c:v>
                </c:pt>
                <c:pt idx="9530">
                  <c:v>1200</c:v>
                </c:pt>
                <c:pt idx="9531">
                  <c:v>1513</c:v>
                </c:pt>
                <c:pt idx="9532">
                  <c:v>1246</c:v>
                </c:pt>
                <c:pt idx="9533">
                  <c:v>705</c:v>
                </c:pt>
                <c:pt idx="9534">
                  <c:v>1220</c:v>
                </c:pt>
                <c:pt idx="9535">
                  <c:v>1800</c:v>
                </c:pt>
                <c:pt idx="9536">
                  <c:v>1400</c:v>
                </c:pt>
                <c:pt idx="9537">
                  <c:v>1245</c:v>
                </c:pt>
                <c:pt idx="9538">
                  <c:v>1495</c:v>
                </c:pt>
                <c:pt idx="9539">
                  <c:v>996</c:v>
                </c:pt>
                <c:pt idx="9540">
                  <c:v>1000</c:v>
                </c:pt>
                <c:pt idx="9541">
                  <c:v>1250</c:v>
                </c:pt>
                <c:pt idx="9542">
                  <c:v>975</c:v>
                </c:pt>
                <c:pt idx="9543">
                  <c:v>1261</c:v>
                </c:pt>
                <c:pt idx="9544">
                  <c:v>1080</c:v>
                </c:pt>
                <c:pt idx="9545">
                  <c:v>1230</c:v>
                </c:pt>
                <c:pt idx="9546">
                  <c:v>982</c:v>
                </c:pt>
                <c:pt idx="9547">
                  <c:v>1260</c:v>
                </c:pt>
                <c:pt idx="9548">
                  <c:v>1590</c:v>
                </c:pt>
                <c:pt idx="9549">
                  <c:v>1220</c:v>
                </c:pt>
                <c:pt idx="9550">
                  <c:v>1320</c:v>
                </c:pt>
                <c:pt idx="9551">
                  <c:v>1750</c:v>
                </c:pt>
                <c:pt idx="9552">
                  <c:v>1436</c:v>
                </c:pt>
                <c:pt idx="9553">
                  <c:v>1200</c:v>
                </c:pt>
                <c:pt idx="9554">
                  <c:v>1500</c:v>
                </c:pt>
                <c:pt idx="9555">
                  <c:v>1560</c:v>
                </c:pt>
                <c:pt idx="9556">
                  <c:v>1275</c:v>
                </c:pt>
                <c:pt idx="9557">
                  <c:v>1040</c:v>
                </c:pt>
                <c:pt idx="9558">
                  <c:v>2400</c:v>
                </c:pt>
                <c:pt idx="9559">
                  <c:v>3150</c:v>
                </c:pt>
                <c:pt idx="9560">
                  <c:v>1960</c:v>
                </c:pt>
                <c:pt idx="9561">
                  <c:v>3200</c:v>
                </c:pt>
                <c:pt idx="9562">
                  <c:v>1195</c:v>
                </c:pt>
                <c:pt idx="9563">
                  <c:v>1195</c:v>
                </c:pt>
                <c:pt idx="9564">
                  <c:v>648</c:v>
                </c:pt>
                <c:pt idx="9565">
                  <c:v>2100</c:v>
                </c:pt>
                <c:pt idx="9566">
                  <c:v>1027</c:v>
                </c:pt>
                <c:pt idx="9567">
                  <c:v>1365</c:v>
                </c:pt>
                <c:pt idx="9568">
                  <c:v>650</c:v>
                </c:pt>
                <c:pt idx="9569">
                  <c:v>1200</c:v>
                </c:pt>
                <c:pt idx="9570">
                  <c:v>1100</c:v>
                </c:pt>
                <c:pt idx="9571">
                  <c:v>1075</c:v>
                </c:pt>
                <c:pt idx="9572">
                  <c:v>1100</c:v>
                </c:pt>
                <c:pt idx="9573">
                  <c:v>1320</c:v>
                </c:pt>
                <c:pt idx="9574">
                  <c:v>1500</c:v>
                </c:pt>
                <c:pt idx="9575">
                  <c:v>1246</c:v>
                </c:pt>
                <c:pt idx="9576">
                  <c:v>1718</c:v>
                </c:pt>
                <c:pt idx="9577">
                  <c:v>1075</c:v>
                </c:pt>
                <c:pt idx="9578">
                  <c:v>1480</c:v>
                </c:pt>
                <c:pt idx="9579">
                  <c:v>500</c:v>
                </c:pt>
                <c:pt idx="9580">
                  <c:v>1200</c:v>
                </c:pt>
                <c:pt idx="9581">
                  <c:v>1041</c:v>
                </c:pt>
                <c:pt idx="9582">
                  <c:v>1128</c:v>
                </c:pt>
                <c:pt idx="9583">
                  <c:v>1685</c:v>
                </c:pt>
                <c:pt idx="9584">
                  <c:v>1180</c:v>
                </c:pt>
                <c:pt idx="9585">
                  <c:v>1200</c:v>
                </c:pt>
                <c:pt idx="9586">
                  <c:v>1250</c:v>
                </c:pt>
                <c:pt idx="9587">
                  <c:v>900</c:v>
                </c:pt>
                <c:pt idx="9588">
                  <c:v>1000</c:v>
                </c:pt>
                <c:pt idx="9589">
                  <c:v>1404</c:v>
                </c:pt>
                <c:pt idx="9590">
                  <c:v>1610</c:v>
                </c:pt>
                <c:pt idx="9591">
                  <c:v>975</c:v>
                </c:pt>
                <c:pt idx="9592">
                  <c:v>1190</c:v>
                </c:pt>
                <c:pt idx="9593">
                  <c:v>1110</c:v>
                </c:pt>
                <c:pt idx="9594">
                  <c:v>1235</c:v>
                </c:pt>
                <c:pt idx="9595">
                  <c:v>1275</c:v>
                </c:pt>
                <c:pt idx="9596">
                  <c:v>1115</c:v>
                </c:pt>
                <c:pt idx="9597">
                  <c:v>1197</c:v>
                </c:pt>
                <c:pt idx="9598">
                  <c:v>644</c:v>
                </c:pt>
                <c:pt idx="9599">
                  <c:v>1251</c:v>
                </c:pt>
                <c:pt idx="9600">
                  <c:v>1105</c:v>
                </c:pt>
                <c:pt idx="9601">
                  <c:v>1080</c:v>
                </c:pt>
                <c:pt idx="9602">
                  <c:v>2100</c:v>
                </c:pt>
                <c:pt idx="9603">
                  <c:v>1731</c:v>
                </c:pt>
                <c:pt idx="9604">
                  <c:v>1206</c:v>
                </c:pt>
                <c:pt idx="9605">
                  <c:v>1560</c:v>
                </c:pt>
                <c:pt idx="9606">
                  <c:v>750</c:v>
                </c:pt>
                <c:pt idx="9607">
                  <c:v>1035</c:v>
                </c:pt>
                <c:pt idx="9608">
                  <c:v>702</c:v>
                </c:pt>
                <c:pt idx="9609">
                  <c:v>1700</c:v>
                </c:pt>
                <c:pt idx="9610">
                  <c:v>1145</c:v>
                </c:pt>
                <c:pt idx="9611">
                  <c:v>1208</c:v>
                </c:pt>
                <c:pt idx="9612">
                  <c:v>1589</c:v>
                </c:pt>
                <c:pt idx="9613">
                  <c:v>560</c:v>
                </c:pt>
                <c:pt idx="9614">
                  <c:v>1426</c:v>
                </c:pt>
                <c:pt idx="9615">
                  <c:v>1885</c:v>
                </c:pt>
                <c:pt idx="9616">
                  <c:v>935</c:v>
                </c:pt>
                <c:pt idx="9617">
                  <c:v>1171</c:v>
                </c:pt>
                <c:pt idx="9618">
                  <c:v>1465</c:v>
                </c:pt>
                <c:pt idx="9619">
                  <c:v>1820</c:v>
                </c:pt>
                <c:pt idx="9620">
                  <c:v>1580</c:v>
                </c:pt>
                <c:pt idx="9621">
                  <c:v>1452</c:v>
                </c:pt>
                <c:pt idx="9622">
                  <c:v>1445</c:v>
                </c:pt>
                <c:pt idx="9623">
                  <c:v>1170</c:v>
                </c:pt>
                <c:pt idx="9624">
                  <c:v>1070</c:v>
                </c:pt>
                <c:pt idx="9625">
                  <c:v>1100</c:v>
                </c:pt>
                <c:pt idx="9626">
                  <c:v>1140</c:v>
                </c:pt>
                <c:pt idx="9627">
                  <c:v>1532</c:v>
                </c:pt>
                <c:pt idx="9628">
                  <c:v>1150</c:v>
                </c:pt>
                <c:pt idx="9629">
                  <c:v>1473</c:v>
                </c:pt>
                <c:pt idx="9630">
                  <c:v>1350</c:v>
                </c:pt>
                <c:pt idx="9631">
                  <c:v>1980</c:v>
                </c:pt>
                <c:pt idx="9632">
                  <c:v>1660</c:v>
                </c:pt>
                <c:pt idx="9633">
                  <c:v>2456</c:v>
                </c:pt>
                <c:pt idx="9634">
                  <c:v>650</c:v>
                </c:pt>
                <c:pt idx="9635">
                  <c:v>1495</c:v>
                </c:pt>
                <c:pt idx="9636">
                  <c:v>1080</c:v>
                </c:pt>
                <c:pt idx="9637">
                  <c:v>1521</c:v>
                </c:pt>
                <c:pt idx="9638">
                  <c:v>1053</c:v>
                </c:pt>
                <c:pt idx="9639">
                  <c:v>1050</c:v>
                </c:pt>
                <c:pt idx="9640">
                  <c:v>1430</c:v>
                </c:pt>
                <c:pt idx="9641">
                  <c:v>2400</c:v>
                </c:pt>
                <c:pt idx="9642">
                  <c:v>1250</c:v>
                </c:pt>
                <c:pt idx="9643">
                  <c:v>1200</c:v>
                </c:pt>
                <c:pt idx="9644">
                  <c:v>1000</c:v>
                </c:pt>
                <c:pt idx="9645">
                  <c:v>1630</c:v>
                </c:pt>
                <c:pt idx="9646">
                  <c:v>985</c:v>
                </c:pt>
                <c:pt idx="9647">
                  <c:v>1200</c:v>
                </c:pt>
                <c:pt idx="9648">
                  <c:v>1650</c:v>
                </c:pt>
                <c:pt idx="9649">
                  <c:v>1670</c:v>
                </c:pt>
                <c:pt idx="9650">
                  <c:v>1240</c:v>
                </c:pt>
                <c:pt idx="9651">
                  <c:v>1000</c:v>
                </c:pt>
                <c:pt idx="9652">
                  <c:v>830</c:v>
                </c:pt>
                <c:pt idx="9653">
                  <c:v>1200</c:v>
                </c:pt>
                <c:pt idx="9654">
                  <c:v>2500</c:v>
                </c:pt>
                <c:pt idx="9655">
                  <c:v>1140</c:v>
                </c:pt>
                <c:pt idx="9656">
                  <c:v>1635</c:v>
                </c:pt>
                <c:pt idx="9657">
                  <c:v>1120</c:v>
                </c:pt>
                <c:pt idx="9658">
                  <c:v>2750</c:v>
                </c:pt>
                <c:pt idx="9659">
                  <c:v>1760</c:v>
                </c:pt>
                <c:pt idx="9660">
                  <c:v>2137</c:v>
                </c:pt>
                <c:pt idx="9661">
                  <c:v>973</c:v>
                </c:pt>
                <c:pt idx="9662">
                  <c:v>1724</c:v>
                </c:pt>
                <c:pt idx="9663">
                  <c:v>1020</c:v>
                </c:pt>
                <c:pt idx="9664">
                  <c:v>750</c:v>
                </c:pt>
                <c:pt idx="9665">
                  <c:v>883</c:v>
                </c:pt>
                <c:pt idx="9666">
                  <c:v>2787</c:v>
                </c:pt>
                <c:pt idx="9667">
                  <c:v>1470</c:v>
                </c:pt>
                <c:pt idx="9668">
                  <c:v>891</c:v>
                </c:pt>
                <c:pt idx="9669">
                  <c:v>1275</c:v>
                </c:pt>
                <c:pt idx="9670">
                  <c:v>1787</c:v>
                </c:pt>
                <c:pt idx="9671">
                  <c:v>1730</c:v>
                </c:pt>
                <c:pt idx="9672">
                  <c:v>1320</c:v>
                </c:pt>
                <c:pt idx="9673">
                  <c:v>1692</c:v>
                </c:pt>
                <c:pt idx="9674">
                  <c:v>1400</c:v>
                </c:pt>
                <c:pt idx="9675">
                  <c:v>1115</c:v>
                </c:pt>
                <c:pt idx="9676">
                  <c:v>1370</c:v>
                </c:pt>
                <c:pt idx="9677">
                  <c:v>1602</c:v>
                </c:pt>
                <c:pt idx="9678">
                  <c:v>793</c:v>
                </c:pt>
                <c:pt idx="9679">
                  <c:v>675</c:v>
                </c:pt>
                <c:pt idx="9680">
                  <c:v>3250</c:v>
                </c:pt>
                <c:pt idx="9681">
                  <c:v>1050</c:v>
                </c:pt>
                <c:pt idx="9682">
                  <c:v>1035</c:v>
                </c:pt>
                <c:pt idx="9683">
                  <c:v>1200</c:v>
                </c:pt>
                <c:pt idx="9684">
                  <c:v>1800</c:v>
                </c:pt>
                <c:pt idx="9685">
                  <c:v>1625</c:v>
                </c:pt>
                <c:pt idx="9686">
                  <c:v>1032</c:v>
                </c:pt>
                <c:pt idx="9687">
                  <c:v>1496</c:v>
                </c:pt>
                <c:pt idx="9688">
                  <c:v>1100</c:v>
                </c:pt>
                <c:pt idx="9689">
                  <c:v>1500</c:v>
                </c:pt>
                <c:pt idx="9690">
                  <c:v>1125</c:v>
                </c:pt>
                <c:pt idx="9691">
                  <c:v>1555</c:v>
                </c:pt>
                <c:pt idx="9692">
                  <c:v>1025</c:v>
                </c:pt>
                <c:pt idx="9693">
                  <c:v>1482</c:v>
                </c:pt>
                <c:pt idx="9694">
                  <c:v>1630</c:v>
                </c:pt>
                <c:pt idx="9695">
                  <c:v>900</c:v>
                </c:pt>
                <c:pt idx="9696">
                  <c:v>1355</c:v>
                </c:pt>
                <c:pt idx="9697">
                  <c:v>1200</c:v>
                </c:pt>
                <c:pt idx="9698">
                  <c:v>1563</c:v>
                </c:pt>
                <c:pt idx="9699">
                  <c:v>1344</c:v>
                </c:pt>
                <c:pt idx="9700">
                  <c:v>812</c:v>
                </c:pt>
                <c:pt idx="9701">
                  <c:v>1200</c:v>
                </c:pt>
                <c:pt idx="9702">
                  <c:v>3175</c:v>
                </c:pt>
                <c:pt idx="9703">
                  <c:v>1360</c:v>
                </c:pt>
                <c:pt idx="9704">
                  <c:v>1835</c:v>
                </c:pt>
                <c:pt idx="9705">
                  <c:v>1756</c:v>
                </c:pt>
                <c:pt idx="9706">
                  <c:v>1296</c:v>
                </c:pt>
                <c:pt idx="9707">
                  <c:v>1300</c:v>
                </c:pt>
                <c:pt idx="9708">
                  <c:v>1141</c:v>
                </c:pt>
                <c:pt idx="9709">
                  <c:v>1270</c:v>
                </c:pt>
                <c:pt idx="9710">
                  <c:v>1210</c:v>
                </c:pt>
                <c:pt idx="9711">
                  <c:v>1310</c:v>
                </c:pt>
                <c:pt idx="9712">
                  <c:v>1356</c:v>
                </c:pt>
                <c:pt idx="9713">
                  <c:v>1187</c:v>
                </c:pt>
                <c:pt idx="9714">
                  <c:v>1745</c:v>
                </c:pt>
                <c:pt idx="9715">
                  <c:v>1050</c:v>
                </c:pt>
                <c:pt idx="9716">
                  <c:v>1140</c:v>
                </c:pt>
                <c:pt idx="9717">
                  <c:v>1210</c:v>
                </c:pt>
                <c:pt idx="9718">
                  <c:v>2035</c:v>
                </c:pt>
                <c:pt idx="9719">
                  <c:v>633</c:v>
                </c:pt>
                <c:pt idx="9720">
                  <c:v>485</c:v>
                </c:pt>
                <c:pt idx="9721">
                  <c:v>1112</c:v>
                </c:pt>
                <c:pt idx="9722">
                  <c:v>1200</c:v>
                </c:pt>
                <c:pt idx="9723">
                  <c:v>2275</c:v>
                </c:pt>
                <c:pt idx="9724">
                  <c:v>1419</c:v>
                </c:pt>
                <c:pt idx="9725">
                  <c:v>1195</c:v>
                </c:pt>
                <c:pt idx="9726">
                  <c:v>1047</c:v>
                </c:pt>
                <c:pt idx="9727">
                  <c:v>1884</c:v>
                </c:pt>
                <c:pt idx="9728">
                  <c:v>905</c:v>
                </c:pt>
                <c:pt idx="9729">
                  <c:v>1500</c:v>
                </c:pt>
                <c:pt idx="9730">
                  <c:v>850</c:v>
                </c:pt>
                <c:pt idx="9731">
                  <c:v>1125</c:v>
                </c:pt>
                <c:pt idx="9732">
                  <c:v>1165</c:v>
                </c:pt>
                <c:pt idx="9733">
                  <c:v>933</c:v>
                </c:pt>
                <c:pt idx="9734">
                  <c:v>1305</c:v>
                </c:pt>
                <c:pt idx="9735">
                  <c:v>1125</c:v>
                </c:pt>
                <c:pt idx="9736">
                  <c:v>865</c:v>
                </c:pt>
                <c:pt idx="9737">
                  <c:v>1245</c:v>
                </c:pt>
                <c:pt idx="9738">
                  <c:v>1145</c:v>
                </c:pt>
                <c:pt idx="9739">
                  <c:v>2000</c:v>
                </c:pt>
                <c:pt idx="9740">
                  <c:v>625</c:v>
                </c:pt>
                <c:pt idx="9741">
                  <c:v>1724</c:v>
                </c:pt>
                <c:pt idx="9742">
                  <c:v>1270</c:v>
                </c:pt>
                <c:pt idx="9743">
                  <c:v>1250</c:v>
                </c:pt>
                <c:pt idx="9744">
                  <c:v>1485</c:v>
                </c:pt>
                <c:pt idx="9745">
                  <c:v>823</c:v>
                </c:pt>
                <c:pt idx="9746">
                  <c:v>990</c:v>
                </c:pt>
                <c:pt idx="9747">
                  <c:v>1200</c:v>
                </c:pt>
                <c:pt idx="9748">
                  <c:v>1185</c:v>
                </c:pt>
                <c:pt idx="9749">
                  <c:v>1140</c:v>
                </c:pt>
                <c:pt idx="9750">
                  <c:v>1950</c:v>
                </c:pt>
                <c:pt idx="9751">
                  <c:v>1756</c:v>
                </c:pt>
                <c:pt idx="9752">
                  <c:v>520</c:v>
                </c:pt>
                <c:pt idx="9753">
                  <c:v>1025</c:v>
                </c:pt>
                <c:pt idx="9754">
                  <c:v>1216</c:v>
                </c:pt>
                <c:pt idx="9755">
                  <c:v>1026</c:v>
                </c:pt>
                <c:pt idx="9756">
                  <c:v>3335</c:v>
                </c:pt>
                <c:pt idx="9757">
                  <c:v>2700</c:v>
                </c:pt>
                <c:pt idx="9758">
                  <c:v>1411</c:v>
                </c:pt>
                <c:pt idx="9759">
                  <c:v>1320</c:v>
                </c:pt>
                <c:pt idx="9760">
                  <c:v>1320</c:v>
                </c:pt>
                <c:pt idx="9761">
                  <c:v>1804</c:v>
                </c:pt>
                <c:pt idx="9762">
                  <c:v>1140</c:v>
                </c:pt>
                <c:pt idx="9763">
                  <c:v>1200</c:v>
                </c:pt>
                <c:pt idx="9764">
                  <c:v>2375</c:v>
                </c:pt>
                <c:pt idx="9765">
                  <c:v>1750</c:v>
                </c:pt>
                <c:pt idx="9766">
                  <c:v>1152</c:v>
                </c:pt>
                <c:pt idx="9767">
                  <c:v>965</c:v>
                </c:pt>
                <c:pt idx="9768">
                  <c:v>1684</c:v>
                </c:pt>
                <c:pt idx="9769">
                  <c:v>1672</c:v>
                </c:pt>
                <c:pt idx="9770">
                  <c:v>1075</c:v>
                </c:pt>
                <c:pt idx="9771">
                  <c:v>1500</c:v>
                </c:pt>
                <c:pt idx="9772">
                  <c:v>1464</c:v>
                </c:pt>
                <c:pt idx="9773">
                  <c:v>1420</c:v>
                </c:pt>
                <c:pt idx="9774">
                  <c:v>750</c:v>
                </c:pt>
                <c:pt idx="9775">
                  <c:v>1169</c:v>
                </c:pt>
                <c:pt idx="9776">
                  <c:v>1290</c:v>
                </c:pt>
                <c:pt idx="9777">
                  <c:v>1160</c:v>
                </c:pt>
                <c:pt idx="9778">
                  <c:v>2800</c:v>
                </c:pt>
                <c:pt idx="9779">
                  <c:v>1500</c:v>
                </c:pt>
                <c:pt idx="9780">
                  <c:v>1850</c:v>
                </c:pt>
                <c:pt idx="9781">
                  <c:v>1300</c:v>
                </c:pt>
                <c:pt idx="9782">
                  <c:v>1310</c:v>
                </c:pt>
                <c:pt idx="9783">
                  <c:v>2150</c:v>
                </c:pt>
                <c:pt idx="9784">
                  <c:v>5100</c:v>
                </c:pt>
                <c:pt idx="9785">
                  <c:v>1300</c:v>
                </c:pt>
                <c:pt idx="9786">
                  <c:v>1875</c:v>
                </c:pt>
                <c:pt idx="9787">
                  <c:v>1260</c:v>
                </c:pt>
                <c:pt idx="9788">
                  <c:v>2500</c:v>
                </c:pt>
                <c:pt idx="9789">
                  <c:v>1241</c:v>
                </c:pt>
                <c:pt idx="9790">
                  <c:v>1025</c:v>
                </c:pt>
                <c:pt idx="9791">
                  <c:v>1070</c:v>
                </c:pt>
                <c:pt idx="9792">
                  <c:v>815</c:v>
                </c:pt>
                <c:pt idx="9793">
                  <c:v>2000</c:v>
                </c:pt>
                <c:pt idx="9794">
                  <c:v>1740</c:v>
                </c:pt>
                <c:pt idx="9795">
                  <c:v>1216</c:v>
                </c:pt>
                <c:pt idx="9796">
                  <c:v>2200</c:v>
                </c:pt>
                <c:pt idx="9797">
                  <c:v>1200</c:v>
                </c:pt>
                <c:pt idx="9798">
                  <c:v>1026</c:v>
                </c:pt>
                <c:pt idx="9799">
                  <c:v>450</c:v>
                </c:pt>
                <c:pt idx="9800">
                  <c:v>1205</c:v>
                </c:pt>
                <c:pt idx="9801">
                  <c:v>1368</c:v>
                </c:pt>
                <c:pt idx="9802">
                  <c:v>420</c:v>
                </c:pt>
                <c:pt idx="9803">
                  <c:v>1270</c:v>
                </c:pt>
                <c:pt idx="9804">
                  <c:v>614</c:v>
                </c:pt>
                <c:pt idx="9805">
                  <c:v>1050</c:v>
                </c:pt>
                <c:pt idx="9806">
                  <c:v>1408</c:v>
                </c:pt>
                <c:pt idx="9807">
                  <c:v>1223</c:v>
                </c:pt>
                <c:pt idx="9808">
                  <c:v>1507</c:v>
                </c:pt>
                <c:pt idx="9809">
                  <c:v>1160</c:v>
                </c:pt>
                <c:pt idx="9810">
                  <c:v>1200</c:v>
                </c:pt>
                <c:pt idx="9811">
                  <c:v>960</c:v>
                </c:pt>
                <c:pt idx="9812">
                  <c:v>1021</c:v>
                </c:pt>
                <c:pt idx="9813">
                  <c:v>2162.0300000000002</c:v>
                </c:pt>
                <c:pt idx="9814">
                  <c:v>1065</c:v>
                </c:pt>
                <c:pt idx="9815">
                  <c:v>400</c:v>
                </c:pt>
                <c:pt idx="9816">
                  <c:v>1465</c:v>
                </c:pt>
                <c:pt idx="9817">
                  <c:v>900</c:v>
                </c:pt>
                <c:pt idx="9818">
                  <c:v>1800</c:v>
                </c:pt>
                <c:pt idx="9819">
                  <c:v>1175</c:v>
                </c:pt>
                <c:pt idx="9820">
                  <c:v>1050</c:v>
                </c:pt>
                <c:pt idx="9821">
                  <c:v>1400</c:v>
                </c:pt>
                <c:pt idx="9822">
                  <c:v>1650</c:v>
                </c:pt>
                <c:pt idx="9823">
                  <c:v>1827</c:v>
                </c:pt>
                <c:pt idx="9824">
                  <c:v>1930</c:v>
                </c:pt>
                <c:pt idx="9825">
                  <c:v>883</c:v>
                </c:pt>
                <c:pt idx="9826">
                  <c:v>550</c:v>
                </c:pt>
                <c:pt idx="9827">
                  <c:v>1400</c:v>
                </c:pt>
                <c:pt idx="9828">
                  <c:v>1290</c:v>
                </c:pt>
                <c:pt idx="9829">
                  <c:v>1021</c:v>
                </c:pt>
                <c:pt idx="9830">
                  <c:v>1158</c:v>
                </c:pt>
                <c:pt idx="9831">
                  <c:v>1400</c:v>
                </c:pt>
                <c:pt idx="9832">
                  <c:v>2400</c:v>
                </c:pt>
                <c:pt idx="9833">
                  <c:v>1200</c:v>
                </c:pt>
                <c:pt idx="9834">
                  <c:v>1520</c:v>
                </c:pt>
                <c:pt idx="9835">
                  <c:v>777</c:v>
                </c:pt>
                <c:pt idx="9836">
                  <c:v>1150</c:v>
                </c:pt>
                <c:pt idx="9837">
                  <c:v>1101</c:v>
                </c:pt>
                <c:pt idx="9838">
                  <c:v>1200</c:v>
                </c:pt>
                <c:pt idx="9839">
                  <c:v>1252</c:v>
                </c:pt>
                <c:pt idx="9840">
                  <c:v>1650</c:v>
                </c:pt>
                <c:pt idx="9841">
                  <c:v>1270</c:v>
                </c:pt>
                <c:pt idx="9842">
                  <c:v>992</c:v>
                </c:pt>
                <c:pt idx="9843">
                  <c:v>2000</c:v>
                </c:pt>
                <c:pt idx="9844">
                  <c:v>893</c:v>
                </c:pt>
                <c:pt idx="9845">
                  <c:v>1075</c:v>
                </c:pt>
                <c:pt idx="9846">
                  <c:v>3200</c:v>
                </c:pt>
                <c:pt idx="9847">
                  <c:v>1190</c:v>
                </c:pt>
                <c:pt idx="9848">
                  <c:v>800</c:v>
                </c:pt>
                <c:pt idx="9849">
                  <c:v>1814</c:v>
                </c:pt>
                <c:pt idx="9850">
                  <c:v>1400</c:v>
                </c:pt>
                <c:pt idx="9851">
                  <c:v>1344</c:v>
                </c:pt>
                <c:pt idx="9852">
                  <c:v>1843</c:v>
                </c:pt>
                <c:pt idx="9853">
                  <c:v>1138</c:v>
                </c:pt>
                <c:pt idx="9854">
                  <c:v>1495</c:v>
                </c:pt>
                <c:pt idx="9855">
                  <c:v>880</c:v>
                </c:pt>
                <c:pt idx="9856">
                  <c:v>1396</c:v>
                </c:pt>
                <c:pt idx="9857">
                  <c:v>1610</c:v>
                </c:pt>
                <c:pt idx="9858">
                  <c:v>1050</c:v>
                </c:pt>
                <c:pt idx="9859">
                  <c:v>1410</c:v>
                </c:pt>
                <c:pt idx="9860">
                  <c:v>1050</c:v>
                </c:pt>
                <c:pt idx="9861">
                  <c:v>1310</c:v>
                </c:pt>
                <c:pt idx="9862">
                  <c:v>1104</c:v>
                </c:pt>
                <c:pt idx="9863">
                  <c:v>1165</c:v>
                </c:pt>
                <c:pt idx="9864">
                  <c:v>1027</c:v>
                </c:pt>
                <c:pt idx="9865">
                  <c:v>1310</c:v>
                </c:pt>
                <c:pt idx="9866">
                  <c:v>1052</c:v>
                </c:pt>
                <c:pt idx="9867">
                  <c:v>1464</c:v>
                </c:pt>
                <c:pt idx="9868">
                  <c:v>1000</c:v>
                </c:pt>
                <c:pt idx="9869">
                  <c:v>1150</c:v>
                </c:pt>
                <c:pt idx="9870">
                  <c:v>2019</c:v>
                </c:pt>
                <c:pt idx="9871">
                  <c:v>986</c:v>
                </c:pt>
                <c:pt idx="9872">
                  <c:v>1893</c:v>
                </c:pt>
                <c:pt idx="9873">
                  <c:v>1318</c:v>
                </c:pt>
                <c:pt idx="9874">
                  <c:v>1325</c:v>
                </c:pt>
                <c:pt idx="9875">
                  <c:v>800</c:v>
                </c:pt>
                <c:pt idx="9876">
                  <c:v>1300</c:v>
                </c:pt>
                <c:pt idx="9877">
                  <c:v>1300</c:v>
                </c:pt>
                <c:pt idx="9878">
                  <c:v>1010</c:v>
                </c:pt>
                <c:pt idx="9879">
                  <c:v>1260</c:v>
                </c:pt>
                <c:pt idx="9880">
                  <c:v>2500</c:v>
                </c:pt>
                <c:pt idx="9881">
                  <c:v>1665</c:v>
                </c:pt>
                <c:pt idx="9882">
                  <c:v>1800</c:v>
                </c:pt>
                <c:pt idx="9883">
                  <c:v>1197</c:v>
                </c:pt>
                <c:pt idx="9884">
                  <c:v>1050</c:v>
                </c:pt>
                <c:pt idx="9885">
                  <c:v>1241</c:v>
                </c:pt>
                <c:pt idx="9886">
                  <c:v>1567</c:v>
                </c:pt>
                <c:pt idx="9887">
                  <c:v>1747</c:v>
                </c:pt>
                <c:pt idx="9888">
                  <c:v>1475</c:v>
                </c:pt>
                <c:pt idx="9889">
                  <c:v>980</c:v>
                </c:pt>
                <c:pt idx="9890">
                  <c:v>966</c:v>
                </c:pt>
                <c:pt idx="9891">
                  <c:v>2360</c:v>
                </c:pt>
                <c:pt idx="9892">
                  <c:v>1112</c:v>
                </c:pt>
                <c:pt idx="9893">
                  <c:v>550</c:v>
                </c:pt>
                <c:pt idx="9894">
                  <c:v>1760</c:v>
                </c:pt>
                <c:pt idx="9895">
                  <c:v>1830</c:v>
                </c:pt>
                <c:pt idx="9896">
                  <c:v>1175</c:v>
                </c:pt>
                <c:pt idx="9897">
                  <c:v>1175</c:v>
                </c:pt>
                <c:pt idx="9898">
                  <c:v>1025</c:v>
                </c:pt>
                <c:pt idx="9899">
                  <c:v>1232</c:v>
                </c:pt>
                <c:pt idx="9900">
                  <c:v>1010</c:v>
                </c:pt>
                <c:pt idx="9901">
                  <c:v>1273</c:v>
                </c:pt>
                <c:pt idx="9902">
                  <c:v>1590</c:v>
                </c:pt>
                <c:pt idx="9903">
                  <c:v>1100</c:v>
                </c:pt>
                <c:pt idx="9904">
                  <c:v>1252</c:v>
                </c:pt>
                <c:pt idx="9905">
                  <c:v>2615</c:v>
                </c:pt>
                <c:pt idx="9906">
                  <c:v>1322</c:v>
                </c:pt>
                <c:pt idx="9907">
                  <c:v>1755</c:v>
                </c:pt>
                <c:pt idx="9908">
                  <c:v>1135</c:v>
                </c:pt>
                <c:pt idx="9909">
                  <c:v>1200</c:v>
                </c:pt>
                <c:pt idx="9910">
                  <c:v>1260</c:v>
                </c:pt>
                <c:pt idx="9911">
                  <c:v>1100</c:v>
                </c:pt>
                <c:pt idx="9912">
                  <c:v>1305</c:v>
                </c:pt>
                <c:pt idx="9913">
                  <c:v>1236</c:v>
                </c:pt>
                <c:pt idx="9914">
                  <c:v>1125</c:v>
                </c:pt>
                <c:pt idx="9915">
                  <c:v>1075</c:v>
                </c:pt>
                <c:pt idx="9916">
                  <c:v>2000</c:v>
                </c:pt>
                <c:pt idx="9917">
                  <c:v>2999.97</c:v>
                </c:pt>
                <c:pt idx="9918">
                  <c:v>1150</c:v>
                </c:pt>
                <c:pt idx="9919">
                  <c:v>1085</c:v>
                </c:pt>
                <c:pt idx="9920">
                  <c:v>1785</c:v>
                </c:pt>
                <c:pt idx="9921">
                  <c:v>1930</c:v>
                </c:pt>
                <c:pt idx="9922">
                  <c:v>800</c:v>
                </c:pt>
                <c:pt idx="9923">
                  <c:v>2450</c:v>
                </c:pt>
                <c:pt idx="9924">
                  <c:v>1200</c:v>
                </c:pt>
                <c:pt idx="9925">
                  <c:v>1920</c:v>
                </c:pt>
                <c:pt idx="9926">
                  <c:v>1085</c:v>
                </c:pt>
                <c:pt idx="9927">
                  <c:v>760</c:v>
                </c:pt>
                <c:pt idx="9928">
                  <c:v>1201</c:v>
                </c:pt>
                <c:pt idx="9929">
                  <c:v>1615</c:v>
                </c:pt>
                <c:pt idx="9930">
                  <c:v>1289</c:v>
                </c:pt>
                <c:pt idx="9931">
                  <c:v>1991</c:v>
                </c:pt>
                <c:pt idx="9932">
                  <c:v>1377</c:v>
                </c:pt>
                <c:pt idx="9933">
                  <c:v>663</c:v>
                </c:pt>
                <c:pt idx="9934">
                  <c:v>1165</c:v>
                </c:pt>
                <c:pt idx="9935">
                  <c:v>1260</c:v>
                </c:pt>
                <c:pt idx="9936">
                  <c:v>1095</c:v>
                </c:pt>
                <c:pt idx="9937">
                  <c:v>1050</c:v>
                </c:pt>
                <c:pt idx="9938">
                  <c:v>1176</c:v>
                </c:pt>
                <c:pt idx="9939">
                  <c:v>1801</c:v>
                </c:pt>
                <c:pt idx="9940">
                  <c:v>1315</c:v>
                </c:pt>
                <c:pt idx="9941">
                  <c:v>1194</c:v>
                </c:pt>
                <c:pt idx="9942">
                  <c:v>1308</c:v>
                </c:pt>
                <c:pt idx="9943">
                  <c:v>1806</c:v>
                </c:pt>
                <c:pt idx="9944">
                  <c:v>2144</c:v>
                </c:pt>
                <c:pt idx="9945">
                  <c:v>1065</c:v>
                </c:pt>
                <c:pt idx="9946">
                  <c:v>1205</c:v>
                </c:pt>
                <c:pt idx="9947">
                  <c:v>1160</c:v>
                </c:pt>
                <c:pt idx="9948">
                  <c:v>1194</c:v>
                </c:pt>
                <c:pt idx="9949">
                  <c:v>1200</c:v>
                </c:pt>
                <c:pt idx="9950">
                  <c:v>1681</c:v>
                </c:pt>
                <c:pt idx="9951">
                  <c:v>1130</c:v>
                </c:pt>
                <c:pt idx="9952">
                  <c:v>1843</c:v>
                </c:pt>
                <c:pt idx="9953">
                  <c:v>1065</c:v>
                </c:pt>
                <c:pt idx="9954">
                  <c:v>1885</c:v>
                </c:pt>
                <c:pt idx="9955">
                  <c:v>1500</c:v>
                </c:pt>
                <c:pt idx="9956">
                  <c:v>1210</c:v>
                </c:pt>
                <c:pt idx="9957">
                  <c:v>1126</c:v>
                </c:pt>
                <c:pt idx="9958">
                  <c:v>1357</c:v>
                </c:pt>
                <c:pt idx="9959">
                  <c:v>1451</c:v>
                </c:pt>
                <c:pt idx="9960">
                  <c:v>950</c:v>
                </c:pt>
                <c:pt idx="9961">
                  <c:v>960</c:v>
                </c:pt>
                <c:pt idx="9962">
                  <c:v>1625</c:v>
                </c:pt>
                <c:pt idx="9963">
                  <c:v>2200</c:v>
                </c:pt>
                <c:pt idx="9964">
                  <c:v>1607</c:v>
                </c:pt>
                <c:pt idx="9965">
                  <c:v>900</c:v>
                </c:pt>
                <c:pt idx="9966">
                  <c:v>1080</c:v>
                </c:pt>
                <c:pt idx="9967">
                  <c:v>1708</c:v>
                </c:pt>
                <c:pt idx="9968">
                  <c:v>2500</c:v>
                </c:pt>
                <c:pt idx="9969">
                  <c:v>1690</c:v>
                </c:pt>
                <c:pt idx="9970">
                  <c:v>2100</c:v>
                </c:pt>
                <c:pt idx="9971">
                  <c:v>1269</c:v>
                </c:pt>
                <c:pt idx="9972">
                  <c:v>1243</c:v>
                </c:pt>
                <c:pt idx="9973">
                  <c:v>1890</c:v>
                </c:pt>
                <c:pt idx="9974">
                  <c:v>1165</c:v>
                </c:pt>
                <c:pt idx="9975">
                  <c:v>1196</c:v>
                </c:pt>
                <c:pt idx="9976">
                  <c:v>1194</c:v>
                </c:pt>
                <c:pt idx="9977">
                  <c:v>1630</c:v>
                </c:pt>
                <c:pt idx="9978">
                  <c:v>1063</c:v>
                </c:pt>
                <c:pt idx="9979">
                  <c:v>1025</c:v>
                </c:pt>
                <c:pt idx="9980">
                  <c:v>1067</c:v>
                </c:pt>
                <c:pt idx="9981">
                  <c:v>1299</c:v>
                </c:pt>
                <c:pt idx="9982">
                  <c:v>1343</c:v>
                </c:pt>
                <c:pt idx="9983">
                  <c:v>1330</c:v>
                </c:pt>
                <c:pt idx="9984">
                  <c:v>1524</c:v>
                </c:pt>
                <c:pt idx="9985">
                  <c:v>2236</c:v>
                </c:pt>
                <c:pt idx="9986">
                  <c:v>1410</c:v>
                </c:pt>
                <c:pt idx="9987">
                  <c:v>1581</c:v>
                </c:pt>
                <c:pt idx="9988">
                  <c:v>1205</c:v>
                </c:pt>
                <c:pt idx="9989">
                  <c:v>1270</c:v>
                </c:pt>
                <c:pt idx="9990">
                  <c:v>1353</c:v>
                </c:pt>
                <c:pt idx="9991">
                  <c:v>1200</c:v>
                </c:pt>
                <c:pt idx="9992">
                  <c:v>1250</c:v>
                </c:pt>
                <c:pt idx="9993">
                  <c:v>1157</c:v>
                </c:pt>
                <c:pt idx="9994">
                  <c:v>825</c:v>
                </c:pt>
                <c:pt idx="9995">
                  <c:v>1000</c:v>
                </c:pt>
                <c:pt idx="9996">
                  <c:v>602</c:v>
                </c:pt>
                <c:pt idx="9997">
                  <c:v>1108</c:v>
                </c:pt>
                <c:pt idx="9998">
                  <c:v>1040</c:v>
                </c:pt>
                <c:pt idx="9999">
                  <c:v>1451</c:v>
                </c:pt>
                <c:pt idx="10000">
                  <c:v>1196</c:v>
                </c:pt>
                <c:pt idx="10001">
                  <c:v>850</c:v>
                </c:pt>
                <c:pt idx="10002">
                  <c:v>900</c:v>
                </c:pt>
                <c:pt idx="10003">
                  <c:v>720</c:v>
                </c:pt>
                <c:pt idx="10004">
                  <c:v>1573</c:v>
                </c:pt>
                <c:pt idx="10005">
                  <c:v>1026</c:v>
                </c:pt>
                <c:pt idx="10006">
                  <c:v>1400</c:v>
                </c:pt>
                <c:pt idx="10007">
                  <c:v>1400</c:v>
                </c:pt>
                <c:pt idx="10008">
                  <c:v>2100</c:v>
                </c:pt>
                <c:pt idx="10009">
                  <c:v>1150</c:v>
                </c:pt>
                <c:pt idx="10010">
                  <c:v>1500</c:v>
                </c:pt>
                <c:pt idx="10011">
                  <c:v>1790</c:v>
                </c:pt>
                <c:pt idx="10012">
                  <c:v>1125</c:v>
                </c:pt>
                <c:pt idx="10013">
                  <c:v>1830.5</c:v>
                </c:pt>
                <c:pt idx="10014">
                  <c:v>1100</c:v>
                </c:pt>
                <c:pt idx="10015">
                  <c:v>1105</c:v>
                </c:pt>
                <c:pt idx="10016">
                  <c:v>1110</c:v>
                </c:pt>
                <c:pt idx="10017">
                  <c:v>708</c:v>
                </c:pt>
                <c:pt idx="10018">
                  <c:v>1027</c:v>
                </c:pt>
                <c:pt idx="10019">
                  <c:v>1600</c:v>
                </c:pt>
                <c:pt idx="10020">
                  <c:v>3122</c:v>
                </c:pt>
                <c:pt idx="10021">
                  <c:v>1205</c:v>
                </c:pt>
                <c:pt idx="10022">
                  <c:v>1450</c:v>
                </c:pt>
                <c:pt idx="10023">
                  <c:v>540</c:v>
                </c:pt>
                <c:pt idx="10024">
                  <c:v>1200</c:v>
                </c:pt>
                <c:pt idx="10025">
                  <c:v>1837</c:v>
                </c:pt>
                <c:pt idx="10026">
                  <c:v>1346</c:v>
                </c:pt>
                <c:pt idx="10027">
                  <c:v>1012</c:v>
                </c:pt>
                <c:pt idx="10028">
                  <c:v>1950.2</c:v>
                </c:pt>
                <c:pt idx="10029">
                  <c:v>1125</c:v>
                </c:pt>
                <c:pt idx="10030">
                  <c:v>1500</c:v>
                </c:pt>
                <c:pt idx="10031">
                  <c:v>1197</c:v>
                </c:pt>
                <c:pt idx="10032">
                  <c:v>1230</c:v>
                </c:pt>
                <c:pt idx="10033">
                  <c:v>1100</c:v>
                </c:pt>
                <c:pt idx="10034">
                  <c:v>1563</c:v>
                </c:pt>
                <c:pt idx="10035">
                  <c:v>1600</c:v>
                </c:pt>
                <c:pt idx="10036">
                  <c:v>1715</c:v>
                </c:pt>
                <c:pt idx="10037">
                  <c:v>2400</c:v>
                </c:pt>
                <c:pt idx="10038">
                  <c:v>1151</c:v>
                </c:pt>
                <c:pt idx="10039">
                  <c:v>1123</c:v>
                </c:pt>
                <c:pt idx="10040">
                  <c:v>1276</c:v>
                </c:pt>
                <c:pt idx="10041">
                  <c:v>1315</c:v>
                </c:pt>
                <c:pt idx="10042">
                  <c:v>1270</c:v>
                </c:pt>
                <c:pt idx="10043">
                  <c:v>1325</c:v>
                </c:pt>
                <c:pt idx="10044">
                  <c:v>1600</c:v>
                </c:pt>
                <c:pt idx="10045">
                  <c:v>1660</c:v>
                </c:pt>
                <c:pt idx="10046">
                  <c:v>1299</c:v>
                </c:pt>
                <c:pt idx="10047">
                  <c:v>953</c:v>
                </c:pt>
                <c:pt idx="10048">
                  <c:v>1457</c:v>
                </c:pt>
                <c:pt idx="10049">
                  <c:v>1000</c:v>
                </c:pt>
                <c:pt idx="10050">
                  <c:v>1100</c:v>
                </c:pt>
                <c:pt idx="10051">
                  <c:v>1075</c:v>
                </c:pt>
                <c:pt idx="10052">
                  <c:v>1450</c:v>
                </c:pt>
                <c:pt idx="10053">
                  <c:v>1013</c:v>
                </c:pt>
                <c:pt idx="10054">
                  <c:v>1140</c:v>
                </c:pt>
                <c:pt idx="10055">
                  <c:v>2100</c:v>
                </c:pt>
                <c:pt idx="10056">
                  <c:v>1430</c:v>
                </c:pt>
                <c:pt idx="10057">
                  <c:v>1600</c:v>
                </c:pt>
                <c:pt idx="10058">
                  <c:v>1190</c:v>
                </c:pt>
                <c:pt idx="10059">
                  <c:v>1625</c:v>
                </c:pt>
                <c:pt idx="10060">
                  <c:v>1210</c:v>
                </c:pt>
                <c:pt idx="10061">
                  <c:v>1615</c:v>
                </c:pt>
                <c:pt idx="10062">
                  <c:v>1180</c:v>
                </c:pt>
                <c:pt idx="10063">
                  <c:v>1500</c:v>
                </c:pt>
                <c:pt idx="10064">
                  <c:v>850</c:v>
                </c:pt>
                <c:pt idx="10065">
                  <c:v>1130</c:v>
                </c:pt>
                <c:pt idx="10066">
                  <c:v>907</c:v>
                </c:pt>
                <c:pt idx="10067">
                  <c:v>1300</c:v>
                </c:pt>
                <c:pt idx="10068">
                  <c:v>1891</c:v>
                </c:pt>
                <c:pt idx="10069">
                  <c:v>1735</c:v>
                </c:pt>
                <c:pt idx="10070">
                  <c:v>1075</c:v>
                </c:pt>
                <c:pt idx="10071">
                  <c:v>2040</c:v>
                </c:pt>
                <c:pt idx="10072">
                  <c:v>1590</c:v>
                </c:pt>
                <c:pt idx="10073">
                  <c:v>1600</c:v>
                </c:pt>
                <c:pt idx="10074">
                  <c:v>1160</c:v>
                </c:pt>
                <c:pt idx="10075">
                  <c:v>930</c:v>
                </c:pt>
                <c:pt idx="10076">
                  <c:v>1010</c:v>
                </c:pt>
                <c:pt idx="10077">
                  <c:v>1221</c:v>
                </c:pt>
                <c:pt idx="10078">
                  <c:v>1108</c:v>
                </c:pt>
                <c:pt idx="10079">
                  <c:v>1370</c:v>
                </c:pt>
                <c:pt idx="10080">
                  <c:v>920</c:v>
                </c:pt>
                <c:pt idx="10081">
                  <c:v>1277</c:v>
                </c:pt>
                <c:pt idx="10082">
                  <c:v>1213</c:v>
                </c:pt>
                <c:pt idx="10083">
                  <c:v>1653</c:v>
                </c:pt>
                <c:pt idx="10084">
                  <c:v>2400</c:v>
                </c:pt>
                <c:pt idx="10085">
                  <c:v>1321</c:v>
                </c:pt>
                <c:pt idx="10086">
                  <c:v>1570</c:v>
                </c:pt>
                <c:pt idx="10087">
                  <c:v>1053</c:v>
                </c:pt>
                <c:pt idx="10088">
                  <c:v>1325</c:v>
                </c:pt>
                <c:pt idx="10089">
                  <c:v>1169</c:v>
                </c:pt>
                <c:pt idx="10090">
                  <c:v>1274</c:v>
                </c:pt>
                <c:pt idx="10091">
                  <c:v>1317</c:v>
                </c:pt>
                <c:pt idx="10092">
                  <c:v>1195</c:v>
                </c:pt>
                <c:pt idx="10093">
                  <c:v>2858</c:v>
                </c:pt>
                <c:pt idx="10094">
                  <c:v>940</c:v>
                </c:pt>
                <c:pt idx="10095">
                  <c:v>1820</c:v>
                </c:pt>
                <c:pt idx="10096">
                  <c:v>1450</c:v>
                </c:pt>
                <c:pt idx="10097">
                  <c:v>1615</c:v>
                </c:pt>
                <c:pt idx="10098">
                  <c:v>2200</c:v>
                </c:pt>
                <c:pt idx="10099">
                  <c:v>985</c:v>
                </c:pt>
                <c:pt idx="10100">
                  <c:v>1116</c:v>
                </c:pt>
                <c:pt idx="10101">
                  <c:v>656</c:v>
                </c:pt>
                <c:pt idx="10102">
                  <c:v>1105</c:v>
                </c:pt>
                <c:pt idx="10103">
                  <c:v>1220</c:v>
                </c:pt>
                <c:pt idx="10104">
                  <c:v>1400</c:v>
                </c:pt>
                <c:pt idx="10105">
                  <c:v>2400</c:v>
                </c:pt>
                <c:pt idx="10106">
                  <c:v>850</c:v>
                </c:pt>
                <c:pt idx="10107">
                  <c:v>1000</c:v>
                </c:pt>
                <c:pt idx="10108">
                  <c:v>1660</c:v>
                </c:pt>
                <c:pt idx="10109">
                  <c:v>1330</c:v>
                </c:pt>
                <c:pt idx="10110">
                  <c:v>1165</c:v>
                </c:pt>
                <c:pt idx="10111">
                  <c:v>1153</c:v>
                </c:pt>
                <c:pt idx="10112">
                  <c:v>1270</c:v>
                </c:pt>
                <c:pt idx="10113">
                  <c:v>1070</c:v>
                </c:pt>
                <c:pt idx="10114">
                  <c:v>1427</c:v>
                </c:pt>
                <c:pt idx="10115">
                  <c:v>1420</c:v>
                </c:pt>
                <c:pt idx="10116">
                  <c:v>1600</c:v>
                </c:pt>
                <c:pt idx="10117">
                  <c:v>1454</c:v>
                </c:pt>
                <c:pt idx="10118">
                  <c:v>1116</c:v>
                </c:pt>
                <c:pt idx="10119">
                  <c:v>2000</c:v>
                </c:pt>
                <c:pt idx="10120">
                  <c:v>1346</c:v>
                </c:pt>
                <c:pt idx="10121">
                  <c:v>1062</c:v>
                </c:pt>
                <c:pt idx="10122">
                  <c:v>700</c:v>
                </c:pt>
                <c:pt idx="10123">
                  <c:v>1405</c:v>
                </c:pt>
                <c:pt idx="10124">
                  <c:v>1100</c:v>
                </c:pt>
                <c:pt idx="10125">
                  <c:v>2153</c:v>
                </c:pt>
                <c:pt idx="10126">
                  <c:v>1200</c:v>
                </c:pt>
                <c:pt idx="10127">
                  <c:v>2135</c:v>
                </c:pt>
                <c:pt idx="10128">
                  <c:v>1125</c:v>
                </c:pt>
                <c:pt idx="10129">
                  <c:v>1350</c:v>
                </c:pt>
                <c:pt idx="10130">
                  <c:v>1068</c:v>
                </c:pt>
                <c:pt idx="10131">
                  <c:v>940</c:v>
                </c:pt>
                <c:pt idx="10132">
                  <c:v>1063</c:v>
                </c:pt>
                <c:pt idx="10133">
                  <c:v>1382</c:v>
                </c:pt>
                <c:pt idx="10134">
                  <c:v>936</c:v>
                </c:pt>
                <c:pt idx="10135">
                  <c:v>1400</c:v>
                </c:pt>
                <c:pt idx="10136">
                  <c:v>475</c:v>
                </c:pt>
                <c:pt idx="10137">
                  <c:v>1200</c:v>
                </c:pt>
                <c:pt idx="10138">
                  <c:v>1450</c:v>
                </c:pt>
                <c:pt idx="10139">
                  <c:v>1162</c:v>
                </c:pt>
                <c:pt idx="10140">
                  <c:v>1161</c:v>
                </c:pt>
                <c:pt idx="10141">
                  <c:v>1623.29</c:v>
                </c:pt>
                <c:pt idx="10142">
                  <c:v>1260</c:v>
                </c:pt>
                <c:pt idx="10143">
                  <c:v>1500</c:v>
                </c:pt>
                <c:pt idx="10144">
                  <c:v>705</c:v>
                </c:pt>
                <c:pt idx="10145">
                  <c:v>2000</c:v>
                </c:pt>
                <c:pt idx="10146">
                  <c:v>1100</c:v>
                </c:pt>
                <c:pt idx="10147">
                  <c:v>1400</c:v>
                </c:pt>
                <c:pt idx="10148">
                  <c:v>2257</c:v>
                </c:pt>
                <c:pt idx="10149">
                  <c:v>1153</c:v>
                </c:pt>
                <c:pt idx="10150">
                  <c:v>1197</c:v>
                </c:pt>
                <c:pt idx="10151">
                  <c:v>1150</c:v>
                </c:pt>
                <c:pt idx="10152">
                  <c:v>595</c:v>
                </c:pt>
                <c:pt idx="10153">
                  <c:v>1837</c:v>
                </c:pt>
                <c:pt idx="10154">
                  <c:v>1830</c:v>
                </c:pt>
                <c:pt idx="10155">
                  <c:v>1715</c:v>
                </c:pt>
                <c:pt idx="10156">
                  <c:v>970</c:v>
                </c:pt>
                <c:pt idx="10157">
                  <c:v>2700</c:v>
                </c:pt>
                <c:pt idx="10158">
                  <c:v>2400</c:v>
                </c:pt>
                <c:pt idx="10159">
                  <c:v>3040</c:v>
                </c:pt>
                <c:pt idx="10160">
                  <c:v>1168</c:v>
                </c:pt>
                <c:pt idx="10161">
                  <c:v>1160</c:v>
                </c:pt>
                <c:pt idx="10162">
                  <c:v>1500</c:v>
                </c:pt>
                <c:pt idx="10163">
                  <c:v>850</c:v>
                </c:pt>
                <c:pt idx="10164">
                  <c:v>935</c:v>
                </c:pt>
                <c:pt idx="10165">
                  <c:v>654</c:v>
                </c:pt>
                <c:pt idx="10166">
                  <c:v>1300</c:v>
                </c:pt>
                <c:pt idx="10167">
                  <c:v>950</c:v>
                </c:pt>
                <c:pt idx="10168">
                  <c:v>1250</c:v>
                </c:pt>
                <c:pt idx="10169">
                  <c:v>1072</c:v>
                </c:pt>
                <c:pt idx="10170">
                  <c:v>1425</c:v>
                </c:pt>
                <c:pt idx="10171">
                  <c:v>1165</c:v>
                </c:pt>
                <c:pt idx="10172">
                  <c:v>1390</c:v>
                </c:pt>
                <c:pt idx="10173">
                  <c:v>1510</c:v>
                </c:pt>
                <c:pt idx="10174">
                  <c:v>1305</c:v>
                </c:pt>
                <c:pt idx="10175">
                  <c:v>866</c:v>
                </c:pt>
                <c:pt idx="10176">
                  <c:v>1231</c:v>
                </c:pt>
                <c:pt idx="10177">
                  <c:v>1360</c:v>
                </c:pt>
                <c:pt idx="10178">
                  <c:v>2500</c:v>
                </c:pt>
                <c:pt idx="10179">
                  <c:v>1140</c:v>
                </c:pt>
                <c:pt idx="10180">
                  <c:v>525</c:v>
                </c:pt>
                <c:pt idx="10181">
                  <c:v>1295</c:v>
                </c:pt>
                <c:pt idx="10182">
                  <c:v>1020</c:v>
                </c:pt>
                <c:pt idx="10183">
                  <c:v>1200</c:v>
                </c:pt>
                <c:pt idx="10184">
                  <c:v>1100</c:v>
                </c:pt>
                <c:pt idx="10185">
                  <c:v>820</c:v>
                </c:pt>
                <c:pt idx="10186">
                  <c:v>1354</c:v>
                </c:pt>
                <c:pt idx="10187">
                  <c:v>2453</c:v>
                </c:pt>
                <c:pt idx="10188">
                  <c:v>1154</c:v>
                </c:pt>
                <c:pt idx="10189">
                  <c:v>1680</c:v>
                </c:pt>
                <c:pt idx="10190">
                  <c:v>1205</c:v>
                </c:pt>
                <c:pt idx="10191">
                  <c:v>1400</c:v>
                </c:pt>
                <c:pt idx="10192">
                  <c:v>1625</c:v>
                </c:pt>
                <c:pt idx="10193">
                  <c:v>1500</c:v>
                </c:pt>
                <c:pt idx="10194">
                  <c:v>1520</c:v>
                </c:pt>
                <c:pt idx="10195">
                  <c:v>1300</c:v>
                </c:pt>
                <c:pt idx="10196">
                  <c:v>1150</c:v>
                </c:pt>
                <c:pt idx="10197">
                  <c:v>1762</c:v>
                </c:pt>
                <c:pt idx="10198">
                  <c:v>1153</c:v>
                </c:pt>
                <c:pt idx="10199">
                  <c:v>2650</c:v>
                </c:pt>
                <c:pt idx="10200">
                  <c:v>1350</c:v>
                </c:pt>
                <c:pt idx="10201">
                  <c:v>950</c:v>
                </c:pt>
                <c:pt idx="10202">
                  <c:v>1515</c:v>
                </c:pt>
                <c:pt idx="10203">
                  <c:v>1100</c:v>
                </c:pt>
                <c:pt idx="10204">
                  <c:v>1250</c:v>
                </c:pt>
                <c:pt idx="10205">
                  <c:v>1200</c:v>
                </c:pt>
                <c:pt idx="10206">
                  <c:v>2500</c:v>
                </c:pt>
                <c:pt idx="10207">
                  <c:v>1200</c:v>
                </c:pt>
                <c:pt idx="10208">
                  <c:v>1355</c:v>
                </c:pt>
                <c:pt idx="10209">
                  <c:v>1115</c:v>
                </c:pt>
                <c:pt idx="10210">
                  <c:v>1275</c:v>
                </c:pt>
                <c:pt idx="10211">
                  <c:v>2051</c:v>
                </c:pt>
                <c:pt idx="10212">
                  <c:v>1470</c:v>
                </c:pt>
                <c:pt idx="10213">
                  <c:v>1550</c:v>
                </c:pt>
                <c:pt idx="10214">
                  <c:v>1270</c:v>
                </c:pt>
                <c:pt idx="10215">
                  <c:v>2119</c:v>
                </c:pt>
                <c:pt idx="10216">
                  <c:v>1320</c:v>
                </c:pt>
                <c:pt idx="10217">
                  <c:v>2505</c:v>
                </c:pt>
                <c:pt idx="10218">
                  <c:v>1410</c:v>
                </c:pt>
                <c:pt idx="10219">
                  <c:v>1200</c:v>
                </c:pt>
                <c:pt idx="10220">
                  <c:v>1705</c:v>
                </c:pt>
                <c:pt idx="10221">
                  <c:v>995</c:v>
                </c:pt>
                <c:pt idx="10222">
                  <c:v>1081</c:v>
                </c:pt>
                <c:pt idx="10223">
                  <c:v>1194</c:v>
                </c:pt>
                <c:pt idx="10224">
                  <c:v>605</c:v>
                </c:pt>
                <c:pt idx="10225">
                  <c:v>567</c:v>
                </c:pt>
                <c:pt idx="10226">
                  <c:v>1410.5</c:v>
                </c:pt>
                <c:pt idx="10227">
                  <c:v>1715</c:v>
                </c:pt>
                <c:pt idx="10228">
                  <c:v>3206</c:v>
                </c:pt>
                <c:pt idx="10229">
                  <c:v>1846</c:v>
                </c:pt>
                <c:pt idx="10230">
                  <c:v>1015</c:v>
                </c:pt>
                <c:pt idx="10231">
                  <c:v>1100</c:v>
                </c:pt>
                <c:pt idx="10232">
                  <c:v>1965</c:v>
                </c:pt>
                <c:pt idx="10233">
                  <c:v>1021</c:v>
                </c:pt>
                <c:pt idx="10234">
                  <c:v>1230</c:v>
                </c:pt>
                <c:pt idx="10235">
                  <c:v>1260</c:v>
                </c:pt>
                <c:pt idx="10236">
                  <c:v>1894</c:v>
                </c:pt>
                <c:pt idx="10237">
                  <c:v>1950</c:v>
                </c:pt>
                <c:pt idx="10238">
                  <c:v>1231</c:v>
                </c:pt>
                <c:pt idx="10239">
                  <c:v>1236</c:v>
                </c:pt>
                <c:pt idx="10240">
                  <c:v>1800</c:v>
                </c:pt>
                <c:pt idx="10241">
                  <c:v>1650</c:v>
                </c:pt>
                <c:pt idx="10242">
                  <c:v>1443</c:v>
                </c:pt>
                <c:pt idx="10243">
                  <c:v>925</c:v>
                </c:pt>
                <c:pt idx="10244">
                  <c:v>1305</c:v>
                </c:pt>
                <c:pt idx="10245">
                  <c:v>1190</c:v>
                </c:pt>
                <c:pt idx="10246">
                  <c:v>1284</c:v>
                </c:pt>
                <c:pt idx="10247">
                  <c:v>1325</c:v>
                </c:pt>
                <c:pt idx="10248">
                  <c:v>1183</c:v>
                </c:pt>
                <c:pt idx="10249">
                  <c:v>1750</c:v>
                </c:pt>
                <c:pt idx="10250">
                  <c:v>747</c:v>
                </c:pt>
                <c:pt idx="10251">
                  <c:v>1342</c:v>
                </c:pt>
                <c:pt idx="10252">
                  <c:v>1113</c:v>
                </c:pt>
                <c:pt idx="10253">
                  <c:v>1738</c:v>
                </c:pt>
                <c:pt idx="10254">
                  <c:v>1206</c:v>
                </c:pt>
                <c:pt idx="10255">
                  <c:v>2790</c:v>
                </c:pt>
                <c:pt idx="10256">
                  <c:v>1162</c:v>
                </c:pt>
                <c:pt idx="10257">
                  <c:v>1194</c:v>
                </c:pt>
                <c:pt idx="10258">
                  <c:v>1857</c:v>
                </c:pt>
                <c:pt idx="10259">
                  <c:v>3500</c:v>
                </c:pt>
                <c:pt idx="10260">
                  <c:v>1150</c:v>
                </c:pt>
                <c:pt idx="10261">
                  <c:v>1290</c:v>
                </c:pt>
                <c:pt idx="10262">
                  <c:v>3408</c:v>
                </c:pt>
                <c:pt idx="10263">
                  <c:v>1150</c:v>
                </c:pt>
                <c:pt idx="10264">
                  <c:v>1040</c:v>
                </c:pt>
                <c:pt idx="10265">
                  <c:v>1160</c:v>
                </c:pt>
                <c:pt idx="10266">
                  <c:v>900</c:v>
                </c:pt>
                <c:pt idx="10267">
                  <c:v>1320</c:v>
                </c:pt>
                <c:pt idx="10268">
                  <c:v>2240</c:v>
                </c:pt>
                <c:pt idx="10269">
                  <c:v>891</c:v>
                </c:pt>
                <c:pt idx="10270">
                  <c:v>1852</c:v>
                </c:pt>
                <c:pt idx="10271">
                  <c:v>1323</c:v>
                </c:pt>
                <c:pt idx="10272">
                  <c:v>1404</c:v>
                </c:pt>
                <c:pt idx="10273">
                  <c:v>1370</c:v>
                </c:pt>
                <c:pt idx="10274">
                  <c:v>1385</c:v>
                </c:pt>
                <c:pt idx="10275">
                  <c:v>1129</c:v>
                </c:pt>
                <c:pt idx="10276">
                  <c:v>1876</c:v>
                </c:pt>
                <c:pt idx="10277">
                  <c:v>1720</c:v>
                </c:pt>
                <c:pt idx="10278">
                  <c:v>1200</c:v>
                </c:pt>
                <c:pt idx="10279">
                  <c:v>1175</c:v>
                </c:pt>
                <c:pt idx="10280">
                  <c:v>500</c:v>
                </c:pt>
                <c:pt idx="10281">
                  <c:v>1893</c:v>
                </c:pt>
                <c:pt idx="10282">
                  <c:v>1430</c:v>
                </c:pt>
                <c:pt idx="10283">
                  <c:v>850</c:v>
                </c:pt>
                <c:pt idx="10284">
                  <c:v>1392</c:v>
                </c:pt>
                <c:pt idx="10285">
                  <c:v>1938</c:v>
                </c:pt>
                <c:pt idx="10286">
                  <c:v>1020</c:v>
                </c:pt>
                <c:pt idx="10287">
                  <c:v>1832</c:v>
                </c:pt>
                <c:pt idx="10288">
                  <c:v>1423</c:v>
                </c:pt>
                <c:pt idx="10289">
                  <c:v>1432</c:v>
                </c:pt>
                <c:pt idx="10290">
                  <c:v>1480</c:v>
                </c:pt>
                <c:pt idx="10291">
                  <c:v>1843</c:v>
                </c:pt>
                <c:pt idx="10292">
                  <c:v>1916</c:v>
                </c:pt>
                <c:pt idx="10293">
                  <c:v>1255</c:v>
                </c:pt>
                <c:pt idx="10294">
                  <c:v>1160</c:v>
                </c:pt>
                <c:pt idx="10295">
                  <c:v>1160</c:v>
                </c:pt>
                <c:pt idx="10296">
                  <c:v>1200</c:v>
                </c:pt>
                <c:pt idx="10297">
                  <c:v>1100</c:v>
                </c:pt>
                <c:pt idx="10298">
                  <c:v>1500</c:v>
                </c:pt>
                <c:pt idx="10299">
                  <c:v>1336</c:v>
                </c:pt>
                <c:pt idx="10300">
                  <c:v>1065</c:v>
                </c:pt>
                <c:pt idx="10301">
                  <c:v>1294</c:v>
                </c:pt>
                <c:pt idx="10302">
                  <c:v>1550</c:v>
                </c:pt>
                <c:pt idx="10303">
                  <c:v>1216</c:v>
                </c:pt>
                <c:pt idx="10304">
                  <c:v>1005</c:v>
                </c:pt>
                <c:pt idx="10305">
                  <c:v>1430</c:v>
                </c:pt>
                <c:pt idx="10306">
                  <c:v>1660</c:v>
                </c:pt>
                <c:pt idx="10307">
                  <c:v>1430</c:v>
                </c:pt>
                <c:pt idx="10308">
                  <c:v>1470</c:v>
                </c:pt>
                <c:pt idx="10309">
                  <c:v>1045</c:v>
                </c:pt>
                <c:pt idx="10310">
                  <c:v>950</c:v>
                </c:pt>
                <c:pt idx="10311">
                  <c:v>1382</c:v>
                </c:pt>
                <c:pt idx="10312">
                  <c:v>930</c:v>
                </c:pt>
                <c:pt idx="10313">
                  <c:v>1660</c:v>
                </c:pt>
                <c:pt idx="10314">
                  <c:v>1290</c:v>
                </c:pt>
                <c:pt idx="10315">
                  <c:v>1010</c:v>
                </c:pt>
                <c:pt idx="10316">
                  <c:v>3050</c:v>
                </c:pt>
                <c:pt idx="10317">
                  <c:v>1200</c:v>
                </c:pt>
                <c:pt idx="10318">
                  <c:v>1650</c:v>
                </c:pt>
                <c:pt idx="10319">
                  <c:v>1636</c:v>
                </c:pt>
                <c:pt idx="10320">
                  <c:v>1153</c:v>
                </c:pt>
                <c:pt idx="10321">
                  <c:v>2087.0100000000002</c:v>
                </c:pt>
                <c:pt idx="10322">
                  <c:v>1200</c:v>
                </c:pt>
                <c:pt idx="10323">
                  <c:v>1844</c:v>
                </c:pt>
                <c:pt idx="10324">
                  <c:v>1215</c:v>
                </c:pt>
                <c:pt idx="10325">
                  <c:v>1194</c:v>
                </c:pt>
                <c:pt idx="10326">
                  <c:v>1220</c:v>
                </c:pt>
                <c:pt idx="10327">
                  <c:v>3150</c:v>
                </c:pt>
                <c:pt idx="10328">
                  <c:v>525</c:v>
                </c:pt>
                <c:pt idx="10329">
                  <c:v>955</c:v>
                </c:pt>
                <c:pt idx="10330">
                  <c:v>2000</c:v>
                </c:pt>
                <c:pt idx="10331">
                  <c:v>884</c:v>
                </c:pt>
                <c:pt idx="10332">
                  <c:v>1250</c:v>
                </c:pt>
                <c:pt idx="10333">
                  <c:v>2990</c:v>
                </c:pt>
                <c:pt idx="10334">
                  <c:v>1195</c:v>
                </c:pt>
                <c:pt idx="10335">
                  <c:v>1200</c:v>
                </c:pt>
                <c:pt idx="10336">
                  <c:v>984</c:v>
                </c:pt>
                <c:pt idx="10337">
                  <c:v>1089</c:v>
                </c:pt>
                <c:pt idx="10338">
                  <c:v>1165</c:v>
                </c:pt>
                <c:pt idx="10339">
                  <c:v>410</c:v>
                </c:pt>
                <c:pt idx="10340">
                  <c:v>1482</c:v>
                </c:pt>
                <c:pt idx="10341">
                  <c:v>1200</c:v>
                </c:pt>
                <c:pt idx="10342">
                  <c:v>1938</c:v>
                </c:pt>
                <c:pt idx="10343">
                  <c:v>1166</c:v>
                </c:pt>
                <c:pt idx="10344">
                  <c:v>1275</c:v>
                </c:pt>
                <c:pt idx="10345">
                  <c:v>1140</c:v>
                </c:pt>
                <c:pt idx="10346">
                  <c:v>720</c:v>
                </c:pt>
                <c:pt idx="10347">
                  <c:v>1100</c:v>
                </c:pt>
                <c:pt idx="10348">
                  <c:v>1162</c:v>
                </c:pt>
                <c:pt idx="10349">
                  <c:v>540</c:v>
                </c:pt>
                <c:pt idx="10350">
                  <c:v>1550</c:v>
                </c:pt>
                <c:pt idx="10351">
                  <c:v>1220</c:v>
                </c:pt>
                <c:pt idx="10352">
                  <c:v>964</c:v>
                </c:pt>
                <c:pt idx="10353">
                  <c:v>1500</c:v>
                </c:pt>
                <c:pt idx="10354">
                  <c:v>1347</c:v>
                </c:pt>
                <c:pt idx="10355">
                  <c:v>3000</c:v>
                </c:pt>
                <c:pt idx="10356">
                  <c:v>1120</c:v>
                </c:pt>
                <c:pt idx="10357">
                  <c:v>600</c:v>
                </c:pt>
                <c:pt idx="10358">
                  <c:v>2321</c:v>
                </c:pt>
                <c:pt idx="10359">
                  <c:v>540</c:v>
                </c:pt>
                <c:pt idx="10360">
                  <c:v>1150</c:v>
                </c:pt>
                <c:pt idx="10361">
                  <c:v>1484</c:v>
                </c:pt>
                <c:pt idx="10362">
                  <c:v>1680</c:v>
                </c:pt>
                <c:pt idx="10363">
                  <c:v>620</c:v>
                </c:pt>
                <c:pt idx="10364">
                  <c:v>1650</c:v>
                </c:pt>
                <c:pt idx="10365">
                  <c:v>1250</c:v>
                </c:pt>
                <c:pt idx="10366">
                  <c:v>2072</c:v>
                </c:pt>
                <c:pt idx="10367">
                  <c:v>1105</c:v>
                </c:pt>
                <c:pt idx="10368">
                  <c:v>1200</c:v>
                </c:pt>
                <c:pt idx="10369">
                  <c:v>3100</c:v>
                </c:pt>
                <c:pt idx="10370">
                  <c:v>550</c:v>
                </c:pt>
                <c:pt idx="10371">
                  <c:v>1340</c:v>
                </c:pt>
                <c:pt idx="10372">
                  <c:v>1194</c:v>
                </c:pt>
                <c:pt idx="10373">
                  <c:v>1246</c:v>
                </c:pt>
                <c:pt idx="10374">
                  <c:v>1055</c:v>
                </c:pt>
                <c:pt idx="10375">
                  <c:v>1541</c:v>
                </c:pt>
                <c:pt idx="10376">
                  <c:v>1370</c:v>
                </c:pt>
                <c:pt idx="10377">
                  <c:v>1224</c:v>
                </c:pt>
                <c:pt idx="10378">
                  <c:v>883</c:v>
                </c:pt>
                <c:pt idx="10379">
                  <c:v>1676</c:v>
                </c:pt>
                <c:pt idx="10380">
                  <c:v>1154</c:v>
                </c:pt>
                <c:pt idx="10381">
                  <c:v>1610</c:v>
                </c:pt>
                <c:pt idx="10382">
                  <c:v>1057</c:v>
                </c:pt>
                <c:pt idx="10383">
                  <c:v>1157</c:v>
                </c:pt>
                <c:pt idx="10384">
                  <c:v>1200</c:v>
                </c:pt>
                <c:pt idx="10385">
                  <c:v>980</c:v>
                </c:pt>
                <c:pt idx="10386">
                  <c:v>1140</c:v>
                </c:pt>
                <c:pt idx="10387">
                  <c:v>1206</c:v>
                </c:pt>
                <c:pt idx="10388">
                  <c:v>575</c:v>
                </c:pt>
                <c:pt idx="10389">
                  <c:v>1300</c:v>
                </c:pt>
                <c:pt idx="10390">
                  <c:v>1270</c:v>
                </c:pt>
                <c:pt idx="10391">
                  <c:v>1128</c:v>
                </c:pt>
                <c:pt idx="10392">
                  <c:v>640</c:v>
                </c:pt>
                <c:pt idx="10393">
                  <c:v>2400</c:v>
                </c:pt>
                <c:pt idx="10394">
                  <c:v>1200</c:v>
                </c:pt>
                <c:pt idx="10395">
                  <c:v>1090</c:v>
                </c:pt>
                <c:pt idx="10396">
                  <c:v>589</c:v>
                </c:pt>
                <c:pt idx="10397">
                  <c:v>1125</c:v>
                </c:pt>
                <c:pt idx="10398">
                  <c:v>1140</c:v>
                </c:pt>
                <c:pt idx="10399">
                  <c:v>1315</c:v>
                </c:pt>
                <c:pt idx="10400">
                  <c:v>1435</c:v>
                </c:pt>
                <c:pt idx="10401">
                  <c:v>1092</c:v>
                </c:pt>
                <c:pt idx="10402">
                  <c:v>1314</c:v>
                </c:pt>
                <c:pt idx="10403">
                  <c:v>1260</c:v>
                </c:pt>
                <c:pt idx="10404">
                  <c:v>1875</c:v>
                </c:pt>
                <c:pt idx="10405">
                  <c:v>1080</c:v>
                </c:pt>
                <c:pt idx="10406">
                  <c:v>4000</c:v>
                </c:pt>
                <c:pt idx="10407">
                  <c:v>1082</c:v>
                </c:pt>
                <c:pt idx="10408">
                  <c:v>1150</c:v>
                </c:pt>
                <c:pt idx="10409">
                  <c:v>1052</c:v>
                </c:pt>
                <c:pt idx="10410">
                  <c:v>1045</c:v>
                </c:pt>
                <c:pt idx="10411">
                  <c:v>1442</c:v>
                </c:pt>
                <c:pt idx="10412">
                  <c:v>1500</c:v>
                </c:pt>
                <c:pt idx="10413">
                  <c:v>497</c:v>
                </c:pt>
                <c:pt idx="10414">
                  <c:v>1255</c:v>
                </c:pt>
                <c:pt idx="10415">
                  <c:v>1432</c:v>
                </c:pt>
                <c:pt idx="10416">
                  <c:v>2100</c:v>
                </c:pt>
                <c:pt idx="10417">
                  <c:v>1450</c:v>
                </c:pt>
                <c:pt idx="10418">
                  <c:v>1346</c:v>
                </c:pt>
                <c:pt idx="10419">
                  <c:v>1200</c:v>
                </c:pt>
                <c:pt idx="10420">
                  <c:v>925</c:v>
                </c:pt>
                <c:pt idx="10421">
                  <c:v>1160</c:v>
                </c:pt>
                <c:pt idx="10422">
                  <c:v>1768</c:v>
                </c:pt>
                <c:pt idx="10423">
                  <c:v>1094</c:v>
                </c:pt>
                <c:pt idx="10424">
                  <c:v>1500</c:v>
                </c:pt>
                <c:pt idx="10425">
                  <c:v>1745</c:v>
                </c:pt>
                <c:pt idx="10426">
                  <c:v>2875</c:v>
                </c:pt>
                <c:pt idx="10427">
                  <c:v>1550</c:v>
                </c:pt>
                <c:pt idx="10428">
                  <c:v>2340</c:v>
                </c:pt>
                <c:pt idx="10429">
                  <c:v>1655</c:v>
                </c:pt>
                <c:pt idx="10430">
                  <c:v>2024</c:v>
                </c:pt>
                <c:pt idx="10431">
                  <c:v>1575</c:v>
                </c:pt>
                <c:pt idx="10432">
                  <c:v>1920</c:v>
                </c:pt>
                <c:pt idx="10433">
                  <c:v>1082</c:v>
                </c:pt>
                <c:pt idx="10434">
                  <c:v>1265</c:v>
                </c:pt>
                <c:pt idx="10435">
                  <c:v>1100</c:v>
                </c:pt>
                <c:pt idx="10436">
                  <c:v>1160</c:v>
                </c:pt>
                <c:pt idx="10437">
                  <c:v>1246</c:v>
                </c:pt>
                <c:pt idx="10438">
                  <c:v>615</c:v>
                </c:pt>
                <c:pt idx="10439">
                  <c:v>1128</c:v>
                </c:pt>
                <c:pt idx="10440">
                  <c:v>1260</c:v>
                </c:pt>
                <c:pt idx="10441">
                  <c:v>1830</c:v>
                </c:pt>
                <c:pt idx="10442">
                  <c:v>1525</c:v>
                </c:pt>
                <c:pt idx="10443">
                  <c:v>602</c:v>
                </c:pt>
                <c:pt idx="10444">
                  <c:v>1835</c:v>
                </c:pt>
                <c:pt idx="10445">
                  <c:v>1250</c:v>
                </c:pt>
                <c:pt idx="10446">
                  <c:v>1200</c:v>
                </c:pt>
                <c:pt idx="10447">
                  <c:v>1855</c:v>
                </c:pt>
                <c:pt idx="10448">
                  <c:v>1450</c:v>
                </c:pt>
                <c:pt idx="10449">
                  <c:v>2089</c:v>
                </c:pt>
                <c:pt idx="10450">
                  <c:v>1464</c:v>
                </c:pt>
                <c:pt idx="10451">
                  <c:v>1200</c:v>
                </c:pt>
                <c:pt idx="10452">
                  <c:v>1095</c:v>
                </c:pt>
                <c:pt idx="10453">
                  <c:v>1170</c:v>
                </c:pt>
                <c:pt idx="10454">
                  <c:v>1280</c:v>
                </c:pt>
                <c:pt idx="10455">
                  <c:v>1224</c:v>
                </c:pt>
                <c:pt idx="10456">
                  <c:v>1694</c:v>
                </c:pt>
                <c:pt idx="10457">
                  <c:v>825</c:v>
                </c:pt>
                <c:pt idx="10458">
                  <c:v>1612</c:v>
                </c:pt>
                <c:pt idx="10459">
                  <c:v>985</c:v>
                </c:pt>
                <c:pt idx="10460">
                  <c:v>1175</c:v>
                </c:pt>
                <c:pt idx="10461">
                  <c:v>600</c:v>
                </c:pt>
                <c:pt idx="10462">
                  <c:v>1740</c:v>
                </c:pt>
                <c:pt idx="10463">
                  <c:v>1770</c:v>
                </c:pt>
                <c:pt idx="10464">
                  <c:v>1090</c:v>
                </c:pt>
                <c:pt idx="10465">
                  <c:v>4144</c:v>
                </c:pt>
                <c:pt idx="10466">
                  <c:v>1800</c:v>
                </c:pt>
                <c:pt idx="10467">
                  <c:v>1221</c:v>
                </c:pt>
                <c:pt idx="10468">
                  <c:v>1046</c:v>
                </c:pt>
                <c:pt idx="10469">
                  <c:v>1290</c:v>
                </c:pt>
                <c:pt idx="10470">
                  <c:v>1065</c:v>
                </c:pt>
                <c:pt idx="10471">
                  <c:v>1850</c:v>
                </c:pt>
                <c:pt idx="10472">
                  <c:v>1097</c:v>
                </c:pt>
                <c:pt idx="10473">
                  <c:v>1200</c:v>
                </c:pt>
                <c:pt idx="10474">
                  <c:v>2160</c:v>
                </c:pt>
                <c:pt idx="10475">
                  <c:v>1140</c:v>
                </c:pt>
                <c:pt idx="10476">
                  <c:v>1297</c:v>
                </c:pt>
                <c:pt idx="10477">
                  <c:v>1150</c:v>
                </c:pt>
                <c:pt idx="10478">
                  <c:v>1375</c:v>
                </c:pt>
                <c:pt idx="10479">
                  <c:v>1245</c:v>
                </c:pt>
                <c:pt idx="10480">
                  <c:v>1800</c:v>
                </c:pt>
                <c:pt idx="10481">
                  <c:v>1594</c:v>
                </c:pt>
                <c:pt idx="10482">
                  <c:v>1200</c:v>
                </c:pt>
                <c:pt idx="10483">
                  <c:v>645</c:v>
                </c:pt>
                <c:pt idx="10484">
                  <c:v>700</c:v>
                </c:pt>
                <c:pt idx="10485">
                  <c:v>1000</c:v>
                </c:pt>
                <c:pt idx="10486">
                  <c:v>1160</c:v>
                </c:pt>
                <c:pt idx="10487">
                  <c:v>1570</c:v>
                </c:pt>
                <c:pt idx="10488">
                  <c:v>1290</c:v>
                </c:pt>
                <c:pt idx="10489">
                  <c:v>1200</c:v>
                </c:pt>
                <c:pt idx="10490">
                  <c:v>2250</c:v>
                </c:pt>
                <c:pt idx="10491">
                  <c:v>1145</c:v>
                </c:pt>
                <c:pt idx="10492">
                  <c:v>1320</c:v>
                </c:pt>
                <c:pt idx="10493">
                  <c:v>1065</c:v>
                </c:pt>
                <c:pt idx="10494">
                  <c:v>1650</c:v>
                </c:pt>
                <c:pt idx="10495">
                  <c:v>1371</c:v>
                </c:pt>
                <c:pt idx="10496">
                  <c:v>2700</c:v>
                </c:pt>
                <c:pt idx="10497">
                  <c:v>1575</c:v>
                </c:pt>
                <c:pt idx="10498">
                  <c:v>1362</c:v>
                </c:pt>
                <c:pt idx="10499">
                  <c:v>1255</c:v>
                </c:pt>
                <c:pt idx="10500">
                  <c:v>925</c:v>
                </c:pt>
                <c:pt idx="10501">
                  <c:v>1088</c:v>
                </c:pt>
                <c:pt idx="10502">
                  <c:v>1234</c:v>
                </c:pt>
                <c:pt idx="10503">
                  <c:v>2140</c:v>
                </c:pt>
                <c:pt idx="10504">
                  <c:v>1584</c:v>
                </c:pt>
                <c:pt idx="10505">
                  <c:v>1175</c:v>
                </c:pt>
                <c:pt idx="10506">
                  <c:v>1555</c:v>
                </c:pt>
                <c:pt idx="10507">
                  <c:v>645</c:v>
                </c:pt>
                <c:pt idx="10508">
                  <c:v>1585</c:v>
                </c:pt>
                <c:pt idx="10509">
                  <c:v>1354</c:v>
                </c:pt>
                <c:pt idx="10510">
                  <c:v>1165</c:v>
                </c:pt>
                <c:pt idx="10511">
                  <c:v>1200</c:v>
                </c:pt>
                <c:pt idx="10512">
                  <c:v>1740</c:v>
                </c:pt>
                <c:pt idx="10513">
                  <c:v>985</c:v>
                </c:pt>
                <c:pt idx="10514">
                  <c:v>1200</c:v>
                </c:pt>
                <c:pt idx="10515">
                  <c:v>1340</c:v>
                </c:pt>
                <c:pt idx="10516">
                  <c:v>1583</c:v>
                </c:pt>
                <c:pt idx="10517">
                  <c:v>1122.5</c:v>
                </c:pt>
                <c:pt idx="10518">
                  <c:v>1573</c:v>
                </c:pt>
                <c:pt idx="10519">
                  <c:v>1227</c:v>
                </c:pt>
                <c:pt idx="10520">
                  <c:v>1210</c:v>
                </c:pt>
                <c:pt idx="10521">
                  <c:v>1650</c:v>
                </c:pt>
                <c:pt idx="10522">
                  <c:v>1485</c:v>
                </c:pt>
                <c:pt idx="10523">
                  <c:v>1735</c:v>
                </c:pt>
                <c:pt idx="10524">
                  <c:v>1730</c:v>
                </c:pt>
                <c:pt idx="10525">
                  <c:v>1684</c:v>
                </c:pt>
                <c:pt idx="10526">
                  <c:v>1686</c:v>
                </c:pt>
                <c:pt idx="10527">
                  <c:v>1654</c:v>
                </c:pt>
                <c:pt idx="10528">
                  <c:v>1600</c:v>
                </c:pt>
                <c:pt idx="10529">
                  <c:v>1100</c:v>
                </c:pt>
                <c:pt idx="10530">
                  <c:v>1655</c:v>
                </c:pt>
                <c:pt idx="10531">
                  <c:v>1830</c:v>
                </c:pt>
                <c:pt idx="10532">
                  <c:v>1430</c:v>
                </c:pt>
                <c:pt idx="10533">
                  <c:v>1989</c:v>
                </c:pt>
                <c:pt idx="10534">
                  <c:v>1044</c:v>
                </c:pt>
                <c:pt idx="10535">
                  <c:v>1426</c:v>
                </c:pt>
                <c:pt idx="10536">
                  <c:v>1115</c:v>
                </c:pt>
                <c:pt idx="10537">
                  <c:v>1000</c:v>
                </c:pt>
                <c:pt idx="10538">
                  <c:v>754</c:v>
                </c:pt>
                <c:pt idx="10539">
                  <c:v>1140</c:v>
                </c:pt>
                <c:pt idx="10540">
                  <c:v>900</c:v>
                </c:pt>
                <c:pt idx="10541">
                  <c:v>1200</c:v>
                </c:pt>
                <c:pt idx="10542">
                  <c:v>580</c:v>
                </c:pt>
                <c:pt idx="10543">
                  <c:v>1200</c:v>
                </c:pt>
                <c:pt idx="10544">
                  <c:v>1030</c:v>
                </c:pt>
                <c:pt idx="10545">
                  <c:v>1910</c:v>
                </c:pt>
                <c:pt idx="10546">
                  <c:v>1950</c:v>
                </c:pt>
                <c:pt idx="10547">
                  <c:v>1724</c:v>
                </c:pt>
                <c:pt idx="10548">
                  <c:v>1400</c:v>
                </c:pt>
                <c:pt idx="10549">
                  <c:v>1400</c:v>
                </c:pt>
                <c:pt idx="10550">
                  <c:v>1115</c:v>
                </c:pt>
                <c:pt idx="10551">
                  <c:v>1300</c:v>
                </c:pt>
                <c:pt idx="10552">
                  <c:v>2400</c:v>
                </c:pt>
                <c:pt idx="10553">
                  <c:v>1332</c:v>
                </c:pt>
                <c:pt idx="10554">
                  <c:v>1000</c:v>
                </c:pt>
                <c:pt idx="10555">
                  <c:v>1200</c:v>
                </c:pt>
                <c:pt idx="10556">
                  <c:v>2444</c:v>
                </c:pt>
                <c:pt idx="10557">
                  <c:v>1070</c:v>
                </c:pt>
                <c:pt idx="10558">
                  <c:v>1600</c:v>
                </c:pt>
                <c:pt idx="10559">
                  <c:v>1196</c:v>
                </c:pt>
                <c:pt idx="10560">
                  <c:v>1025</c:v>
                </c:pt>
                <c:pt idx="10561">
                  <c:v>1220</c:v>
                </c:pt>
                <c:pt idx="10562">
                  <c:v>2180</c:v>
                </c:pt>
                <c:pt idx="10563">
                  <c:v>1600</c:v>
                </c:pt>
                <c:pt idx="10564">
                  <c:v>1270</c:v>
                </c:pt>
                <c:pt idx="10565">
                  <c:v>1932.47</c:v>
                </c:pt>
                <c:pt idx="10566">
                  <c:v>2086</c:v>
                </c:pt>
                <c:pt idx="10567">
                  <c:v>1165</c:v>
                </c:pt>
                <c:pt idx="10568">
                  <c:v>1310</c:v>
                </c:pt>
                <c:pt idx="10569">
                  <c:v>1900</c:v>
                </c:pt>
                <c:pt idx="10570">
                  <c:v>740</c:v>
                </c:pt>
                <c:pt idx="10571">
                  <c:v>2503</c:v>
                </c:pt>
                <c:pt idx="10572">
                  <c:v>1075</c:v>
                </c:pt>
                <c:pt idx="10573">
                  <c:v>1260</c:v>
                </c:pt>
                <c:pt idx="10574">
                  <c:v>1282</c:v>
                </c:pt>
                <c:pt idx="10575">
                  <c:v>1100</c:v>
                </c:pt>
                <c:pt idx="10576">
                  <c:v>1717</c:v>
                </c:pt>
                <c:pt idx="10577">
                  <c:v>1088</c:v>
                </c:pt>
                <c:pt idx="10578">
                  <c:v>1335</c:v>
                </c:pt>
                <c:pt idx="10579">
                  <c:v>1200</c:v>
                </c:pt>
                <c:pt idx="10580">
                  <c:v>1325</c:v>
                </c:pt>
                <c:pt idx="10581">
                  <c:v>1157</c:v>
                </c:pt>
                <c:pt idx="10582">
                  <c:v>2283</c:v>
                </c:pt>
                <c:pt idx="10583">
                  <c:v>1200</c:v>
                </c:pt>
                <c:pt idx="10584">
                  <c:v>1510</c:v>
                </c:pt>
                <c:pt idx="10585">
                  <c:v>1050</c:v>
                </c:pt>
                <c:pt idx="10586">
                  <c:v>1200</c:v>
                </c:pt>
                <c:pt idx="10587">
                  <c:v>1516</c:v>
                </c:pt>
                <c:pt idx="10588">
                  <c:v>1050</c:v>
                </c:pt>
                <c:pt idx="10589">
                  <c:v>1000</c:v>
                </c:pt>
                <c:pt idx="10590">
                  <c:v>1050</c:v>
                </c:pt>
                <c:pt idx="10591">
                  <c:v>1194</c:v>
                </c:pt>
                <c:pt idx="10592">
                  <c:v>1210</c:v>
                </c:pt>
                <c:pt idx="10593">
                  <c:v>1660</c:v>
                </c:pt>
                <c:pt idx="10594">
                  <c:v>1410</c:v>
                </c:pt>
                <c:pt idx="10595">
                  <c:v>1305</c:v>
                </c:pt>
                <c:pt idx="10596">
                  <c:v>1800</c:v>
                </c:pt>
                <c:pt idx="10597">
                  <c:v>1206</c:v>
                </c:pt>
                <c:pt idx="10598">
                  <c:v>883</c:v>
                </c:pt>
                <c:pt idx="10599">
                  <c:v>1150</c:v>
                </c:pt>
                <c:pt idx="10600">
                  <c:v>1100</c:v>
                </c:pt>
                <c:pt idx="10601">
                  <c:v>1245</c:v>
                </c:pt>
                <c:pt idx="10602">
                  <c:v>1850</c:v>
                </c:pt>
                <c:pt idx="10603">
                  <c:v>3385</c:v>
                </c:pt>
                <c:pt idx="10604">
                  <c:v>2150</c:v>
                </c:pt>
                <c:pt idx="10605">
                  <c:v>1035</c:v>
                </c:pt>
                <c:pt idx="10606">
                  <c:v>1200</c:v>
                </c:pt>
                <c:pt idx="10607">
                  <c:v>1155</c:v>
                </c:pt>
                <c:pt idx="10608">
                  <c:v>755</c:v>
                </c:pt>
                <c:pt idx="10609">
                  <c:v>960</c:v>
                </c:pt>
                <c:pt idx="10610">
                  <c:v>450</c:v>
                </c:pt>
                <c:pt idx="10611">
                  <c:v>1571</c:v>
                </c:pt>
                <c:pt idx="10612">
                  <c:v>1691</c:v>
                </c:pt>
                <c:pt idx="10613">
                  <c:v>1489</c:v>
                </c:pt>
                <c:pt idx="10614">
                  <c:v>800</c:v>
                </c:pt>
                <c:pt idx="10615">
                  <c:v>980</c:v>
                </c:pt>
                <c:pt idx="10616">
                  <c:v>1215</c:v>
                </c:pt>
                <c:pt idx="10617">
                  <c:v>911</c:v>
                </c:pt>
                <c:pt idx="10618">
                  <c:v>1535</c:v>
                </c:pt>
                <c:pt idx="10619">
                  <c:v>1500</c:v>
                </c:pt>
                <c:pt idx="10620">
                  <c:v>1588</c:v>
                </c:pt>
                <c:pt idx="10621">
                  <c:v>957</c:v>
                </c:pt>
                <c:pt idx="10622">
                  <c:v>1200</c:v>
                </c:pt>
                <c:pt idx="10623">
                  <c:v>1495</c:v>
                </c:pt>
                <c:pt idx="10624">
                  <c:v>845</c:v>
                </c:pt>
                <c:pt idx="10625">
                  <c:v>2206</c:v>
                </c:pt>
                <c:pt idx="10626">
                  <c:v>1181</c:v>
                </c:pt>
                <c:pt idx="10627">
                  <c:v>1309</c:v>
                </c:pt>
                <c:pt idx="10628">
                  <c:v>1400</c:v>
                </c:pt>
                <c:pt idx="10629">
                  <c:v>1622</c:v>
                </c:pt>
                <c:pt idx="10630">
                  <c:v>1225</c:v>
                </c:pt>
                <c:pt idx="10631">
                  <c:v>1719</c:v>
                </c:pt>
                <c:pt idx="10632">
                  <c:v>995</c:v>
                </c:pt>
                <c:pt idx="10633">
                  <c:v>1120</c:v>
                </c:pt>
                <c:pt idx="10634">
                  <c:v>1047</c:v>
                </c:pt>
                <c:pt idx="10635">
                  <c:v>1466</c:v>
                </c:pt>
                <c:pt idx="10636">
                  <c:v>1691</c:v>
                </c:pt>
                <c:pt idx="10637">
                  <c:v>876</c:v>
                </c:pt>
                <c:pt idx="10638">
                  <c:v>1659</c:v>
                </c:pt>
                <c:pt idx="10639">
                  <c:v>1270</c:v>
                </c:pt>
                <c:pt idx="10640">
                  <c:v>1269</c:v>
                </c:pt>
                <c:pt idx="10641">
                  <c:v>1200</c:v>
                </c:pt>
                <c:pt idx="10642">
                  <c:v>1153</c:v>
                </c:pt>
                <c:pt idx="10643">
                  <c:v>1315</c:v>
                </c:pt>
                <c:pt idx="10644">
                  <c:v>2485</c:v>
                </c:pt>
                <c:pt idx="10645">
                  <c:v>1354</c:v>
                </c:pt>
                <c:pt idx="10646">
                  <c:v>1344</c:v>
                </c:pt>
                <c:pt idx="10647">
                  <c:v>1180</c:v>
                </c:pt>
                <c:pt idx="10648">
                  <c:v>1313</c:v>
                </c:pt>
                <c:pt idx="10649">
                  <c:v>1100</c:v>
                </c:pt>
                <c:pt idx="10650">
                  <c:v>890</c:v>
                </c:pt>
                <c:pt idx="10651">
                  <c:v>1173</c:v>
                </c:pt>
                <c:pt idx="10652">
                  <c:v>1190</c:v>
                </c:pt>
                <c:pt idx="10653">
                  <c:v>1250</c:v>
                </c:pt>
                <c:pt idx="10654">
                  <c:v>1644</c:v>
                </c:pt>
                <c:pt idx="10655">
                  <c:v>1740</c:v>
                </c:pt>
                <c:pt idx="10656">
                  <c:v>1710</c:v>
                </c:pt>
                <c:pt idx="10657">
                  <c:v>1662</c:v>
                </c:pt>
                <c:pt idx="10658">
                  <c:v>1162</c:v>
                </c:pt>
                <c:pt idx="10659">
                  <c:v>1362</c:v>
                </c:pt>
                <c:pt idx="10660">
                  <c:v>540</c:v>
                </c:pt>
                <c:pt idx="10661">
                  <c:v>1533</c:v>
                </c:pt>
                <c:pt idx="10662">
                  <c:v>1410</c:v>
                </c:pt>
                <c:pt idx="10663">
                  <c:v>2665</c:v>
                </c:pt>
                <c:pt idx="10664">
                  <c:v>970</c:v>
                </c:pt>
                <c:pt idx="10665">
                  <c:v>1799</c:v>
                </c:pt>
                <c:pt idx="10666">
                  <c:v>1810</c:v>
                </c:pt>
                <c:pt idx="10667">
                  <c:v>1084</c:v>
                </c:pt>
                <c:pt idx="10668">
                  <c:v>1500</c:v>
                </c:pt>
                <c:pt idx="10669">
                  <c:v>1328</c:v>
                </c:pt>
                <c:pt idx="10670">
                  <c:v>1485</c:v>
                </c:pt>
                <c:pt idx="10671">
                  <c:v>1500</c:v>
                </c:pt>
                <c:pt idx="10672">
                  <c:v>1100</c:v>
                </c:pt>
                <c:pt idx="10673">
                  <c:v>1360</c:v>
                </c:pt>
                <c:pt idx="10674">
                  <c:v>900</c:v>
                </c:pt>
                <c:pt idx="10675">
                  <c:v>1031</c:v>
                </c:pt>
                <c:pt idx="10676">
                  <c:v>955</c:v>
                </c:pt>
                <c:pt idx="10677">
                  <c:v>1040</c:v>
                </c:pt>
                <c:pt idx="10678">
                  <c:v>2800</c:v>
                </c:pt>
                <c:pt idx="10679">
                  <c:v>1404</c:v>
                </c:pt>
                <c:pt idx="10680">
                  <c:v>1200</c:v>
                </c:pt>
                <c:pt idx="10681">
                  <c:v>1267</c:v>
                </c:pt>
                <c:pt idx="10682">
                  <c:v>1510</c:v>
                </c:pt>
                <c:pt idx="10683">
                  <c:v>900</c:v>
                </c:pt>
                <c:pt idx="10684">
                  <c:v>1457</c:v>
                </c:pt>
                <c:pt idx="10685">
                  <c:v>1408</c:v>
                </c:pt>
                <c:pt idx="10686">
                  <c:v>1005</c:v>
                </c:pt>
                <c:pt idx="10687">
                  <c:v>545</c:v>
                </c:pt>
                <c:pt idx="10688">
                  <c:v>1182</c:v>
                </c:pt>
                <c:pt idx="10689">
                  <c:v>2038.5</c:v>
                </c:pt>
                <c:pt idx="10690">
                  <c:v>1367</c:v>
                </c:pt>
                <c:pt idx="10691">
                  <c:v>1565</c:v>
                </c:pt>
                <c:pt idx="10692">
                  <c:v>1720</c:v>
                </c:pt>
                <c:pt idx="10693">
                  <c:v>1107</c:v>
                </c:pt>
                <c:pt idx="10694">
                  <c:v>1360</c:v>
                </c:pt>
                <c:pt idx="10695">
                  <c:v>625</c:v>
                </c:pt>
                <c:pt idx="10696">
                  <c:v>1701</c:v>
                </c:pt>
                <c:pt idx="10697">
                  <c:v>1350</c:v>
                </c:pt>
                <c:pt idx="10698">
                  <c:v>1016</c:v>
                </c:pt>
                <c:pt idx="10699">
                  <c:v>1500</c:v>
                </c:pt>
                <c:pt idx="10700">
                  <c:v>900</c:v>
                </c:pt>
                <c:pt idx="10701">
                  <c:v>1500</c:v>
                </c:pt>
                <c:pt idx="10702">
                  <c:v>1280</c:v>
                </c:pt>
                <c:pt idx="10703">
                  <c:v>1500</c:v>
                </c:pt>
                <c:pt idx="10704">
                  <c:v>1500</c:v>
                </c:pt>
                <c:pt idx="10705">
                  <c:v>1245</c:v>
                </c:pt>
                <c:pt idx="10706">
                  <c:v>1025</c:v>
                </c:pt>
                <c:pt idx="10707">
                  <c:v>1945</c:v>
                </c:pt>
                <c:pt idx="10708">
                  <c:v>1348</c:v>
                </c:pt>
                <c:pt idx="10709">
                  <c:v>1100</c:v>
                </c:pt>
                <c:pt idx="10710">
                  <c:v>1616</c:v>
                </c:pt>
                <c:pt idx="10711">
                  <c:v>1855</c:v>
                </c:pt>
                <c:pt idx="10712">
                  <c:v>1255</c:v>
                </c:pt>
                <c:pt idx="10713">
                  <c:v>2400</c:v>
                </c:pt>
                <c:pt idx="10714">
                  <c:v>1195</c:v>
                </c:pt>
                <c:pt idx="10715">
                  <c:v>1022</c:v>
                </c:pt>
                <c:pt idx="10716">
                  <c:v>1264</c:v>
                </c:pt>
                <c:pt idx="10717">
                  <c:v>1650</c:v>
                </c:pt>
                <c:pt idx="10718">
                  <c:v>1020</c:v>
                </c:pt>
                <c:pt idx="10719">
                  <c:v>950</c:v>
                </c:pt>
                <c:pt idx="10720">
                  <c:v>2710</c:v>
                </c:pt>
                <c:pt idx="10721">
                  <c:v>1936</c:v>
                </c:pt>
                <c:pt idx="10722">
                  <c:v>1075</c:v>
                </c:pt>
                <c:pt idx="10723">
                  <c:v>1223</c:v>
                </c:pt>
                <c:pt idx="10724">
                  <c:v>1500</c:v>
                </c:pt>
                <c:pt idx="10725">
                  <c:v>1050</c:v>
                </c:pt>
                <c:pt idx="10726">
                  <c:v>2100</c:v>
                </c:pt>
                <c:pt idx="10727">
                  <c:v>1650</c:v>
                </c:pt>
                <c:pt idx="10728">
                  <c:v>1495</c:v>
                </c:pt>
                <c:pt idx="10729">
                  <c:v>1500</c:v>
                </c:pt>
                <c:pt idx="10730">
                  <c:v>1270</c:v>
                </c:pt>
                <c:pt idx="10731">
                  <c:v>1081</c:v>
                </c:pt>
                <c:pt idx="10732">
                  <c:v>1600</c:v>
                </c:pt>
                <c:pt idx="10733">
                  <c:v>1596</c:v>
                </c:pt>
                <c:pt idx="10734">
                  <c:v>1557</c:v>
                </c:pt>
                <c:pt idx="10735">
                  <c:v>1410</c:v>
                </c:pt>
                <c:pt idx="10736">
                  <c:v>1984</c:v>
                </c:pt>
                <c:pt idx="10737">
                  <c:v>1196</c:v>
                </c:pt>
                <c:pt idx="10738">
                  <c:v>2259</c:v>
                </c:pt>
                <c:pt idx="10739">
                  <c:v>1720</c:v>
                </c:pt>
                <c:pt idx="10740">
                  <c:v>1256</c:v>
                </c:pt>
                <c:pt idx="10741">
                  <c:v>1243</c:v>
                </c:pt>
                <c:pt idx="10742">
                  <c:v>1310</c:v>
                </c:pt>
                <c:pt idx="10743">
                  <c:v>1140</c:v>
                </c:pt>
                <c:pt idx="10744">
                  <c:v>1790</c:v>
                </c:pt>
                <c:pt idx="10745">
                  <c:v>1335</c:v>
                </c:pt>
                <c:pt idx="10746">
                  <c:v>1674</c:v>
                </c:pt>
                <c:pt idx="10747">
                  <c:v>1786</c:v>
                </c:pt>
                <c:pt idx="10748">
                  <c:v>1035</c:v>
                </c:pt>
                <c:pt idx="10749">
                  <c:v>1564</c:v>
                </c:pt>
                <c:pt idx="10750">
                  <c:v>1334</c:v>
                </c:pt>
                <c:pt idx="10751">
                  <c:v>1365</c:v>
                </c:pt>
                <c:pt idx="10752">
                  <c:v>1115</c:v>
                </c:pt>
                <c:pt idx="10753">
                  <c:v>1020</c:v>
                </c:pt>
                <c:pt idx="10754">
                  <c:v>1369</c:v>
                </c:pt>
                <c:pt idx="10755">
                  <c:v>1240</c:v>
                </c:pt>
                <c:pt idx="10756">
                  <c:v>1418</c:v>
                </c:pt>
                <c:pt idx="10757">
                  <c:v>2250</c:v>
                </c:pt>
                <c:pt idx="10758">
                  <c:v>500</c:v>
                </c:pt>
                <c:pt idx="10759">
                  <c:v>1020</c:v>
                </c:pt>
                <c:pt idx="10760">
                  <c:v>1290</c:v>
                </c:pt>
                <c:pt idx="10761">
                  <c:v>1500</c:v>
                </c:pt>
                <c:pt idx="10762">
                  <c:v>1290</c:v>
                </c:pt>
                <c:pt idx="10763">
                  <c:v>1881</c:v>
                </c:pt>
                <c:pt idx="10764">
                  <c:v>943</c:v>
                </c:pt>
                <c:pt idx="10765">
                  <c:v>1140</c:v>
                </c:pt>
                <c:pt idx="10766">
                  <c:v>1035</c:v>
                </c:pt>
                <c:pt idx="10767">
                  <c:v>1500</c:v>
                </c:pt>
                <c:pt idx="10768">
                  <c:v>1232</c:v>
                </c:pt>
                <c:pt idx="10769">
                  <c:v>1290</c:v>
                </c:pt>
                <c:pt idx="10770">
                  <c:v>1576</c:v>
                </c:pt>
                <c:pt idx="10771">
                  <c:v>980</c:v>
                </c:pt>
                <c:pt idx="10772">
                  <c:v>1346</c:v>
                </c:pt>
                <c:pt idx="10773">
                  <c:v>1181</c:v>
                </c:pt>
                <c:pt idx="10774">
                  <c:v>1307</c:v>
                </c:pt>
                <c:pt idx="10775">
                  <c:v>1215</c:v>
                </c:pt>
                <c:pt idx="10776">
                  <c:v>1180</c:v>
                </c:pt>
                <c:pt idx="10777">
                  <c:v>600</c:v>
                </c:pt>
                <c:pt idx="10778">
                  <c:v>1115</c:v>
                </c:pt>
                <c:pt idx="10779">
                  <c:v>1025</c:v>
                </c:pt>
                <c:pt idx="10780">
                  <c:v>1910</c:v>
                </c:pt>
                <c:pt idx="10781">
                  <c:v>1200</c:v>
                </c:pt>
                <c:pt idx="10782">
                  <c:v>1349</c:v>
                </c:pt>
                <c:pt idx="10783">
                  <c:v>1175</c:v>
                </c:pt>
                <c:pt idx="10784">
                  <c:v>1150</c:v>
                </c:pt>
                <c:pt idx="10785">
                  <c:v>935</c:v>
                </c:pt>
                <c:pt idx="10786">
                  <c:v>1404</c:v>
                </c:pt>
                <c:pt idx="10787">
                  <c:v>2700</c:v>
                </c:pt>
                <c:pt idx="10788">
                  <c:v>1203</c:v>
                </c:pt>
                <c:pt idx="10789">
                  <c:v>1571</c:v>
                </c:pt>
                <c:pt idx="10790">
                  <c:v>1125</c:v>
                </c:pt>
                <c:pt idx="10791">
                  <c:v>610</c:v>
                </c:pt>
                <c:pt idx="10792">
                  <c:v>1198</c:v>
                </c:pt>
                <c:pt idx="10793">
                  <c:v>1200</c:v>
                </c:pt>
                <c:pt idx="10794">
                  <c:v>1200</c:v>
                </c:pt>
                <c:pt idx="10795">
                  <c:v>1830</c:v>
                </c:pt>
                <c:pt idx="10796">
                  <c:v>1432</c:v>
                </c:pt>
                <c:pt idx="10797">
                  <c:v>2300</c:v>
                </c:pt>
                <c:pt idx="10798">
                  <c:v>1331.95</c:v>
                </c:pt>
                <c:pt idx="10799">
                  <c:v>1876</c:v>
                </c:pt>
                <c:pt idx="10800">
                  <c:v>1639</c:v>
                </c:pt>
                <c:pt idx="10801">
                  <c:v>1200</c:v>
                </c:pt>
                <c:pt idx="10802">
                  <c:v>1665</c:v>
                </c:pt>
                <c:pt idx="10803">
                  <c:v>1140</c:v>
                </c:pt>
                <c:pt idx="10804">
                  <c:v>2093</c:v>
                </c:pt>
                <c:pt idx="10805">
                  <c:v>1450</c:v>
                </c:pt>
                <c:pt idx="10806">
                  <c:v>1330</c:v>
                </c:pt>
                <c:pt idx="10807">
                  <c:v>1800</c:v>
                </c:pt>
                <c:pt idx="10808">
                  <c:v>2872</c:v>
                </c:pt>
                <c:pt idx="10809">
                  <c:v>1486</c:v>
                </c:pt>
                <c:pt idx="10810">
                  <c:v>1425</c:v>
                </c:pt>
                <c:pt idx="10811">
                  <c:v>1255</c:v>
                </c:pt>
                <c:pt idx="10812">
                  <c:v>750</c:v>
                </c:pt>
                <c:pt idx="10813">
                  <c:v>1225</c:v>
                </c:pt>
                <c:pt idx="10814">
                  <c:v>1274</c:v>
                </c:pt>
                <c:pt idx="10815">
                  <c:v>4600</c:v>
                </c:pt>
                <c:pt idx="10816">
                  <c:v>1350</c:v>
                </c:pt>
                <c:pt idx="10817">
                  <c:v>1100</c:v>
                </c:pt>
                <c:pt idx="10818">
                  <c:v>1760</c:v>
                </c:pt>
                <c:pt idx="10819">
                  <c:v>1200</c:v>
                </c:pt>
                <c:pt idx="10820">
                  <c:v>1800</c:v>
                </c:pt>
                <c:pt idx="10821">
                  <c:v>1095</c:v>
                </c:pt>
                <c:pt idx="10822">
                  <c:v>1140</c:v>
                </c:pt>
                <c:pt idx="10823">
                  <c:v>1530</c:v>
                </c:pt>
                <c:pt idx="10824">
                  <c:v>1724</c:v>
                </c:pt>
                <c:pt idx="10825">
                  <c:v>1058</c:v>
                </c:pt>
                <c:pt idx="10826">
                  <c:v>1464</c:v>
                </c:pt>
                <c:pt idx="10827">
                  <c:v>1975</c:v>
                </c:pt>
                <c:pt idx="10828">
                  <c:v>1112</c:v>
                </c:pt>
                <c:pt idx="10829">
                  <c:v>1600</c:v>
                </c:pt>
                <c:pt idx="10830">
                  <c:v>1648</c:v>
                </c:pt>
                <c:pt idx="10831">
                  <c:v>1100</c:v>
                </c:pt>
                <c:pt idx="10832">
                  <c:v>509</c:v>
                </c:pt>
                <c:pt idx="10833">
                  <c:v>2265</c:v>
                </c:pt>
                <c:pt idx="10834">
                  <c:v>1200</c:v>
                </c:pt>
                <c:pt idx="10835">
                  <c:v>530</c:v>
                </c:pt>
                <c:pt idx="10836">
                  <c:v>1010</c:v>
                </c:pt>
                <c:pt idx="10837">
                  <c:v>1150</c:v>
                </c:pt>
                <c:pt idx="10838">
                  <c:v>1340</c:v>
                </c:pt>
                <c:pt idx="10839">
                  <c:v>1850</c:v>
                </c:pt>
                <c:pt idx="10840">
                  <c:v>907</c:v>
                </c:pt>
                <c:pt idx="10841">
                  <c:v>1600</c:v>
                </c:pt>
                <c:pt idx="10842">
                  <c:v>1800</c:v>
                </c:pt>
                <c:pt idx="10843">
                  <c:v>1464</c:v>
                </c:pt>
                <c:pt idx="10844">
                  <c:v>1295</c:v>
                </c:pt>
                <c:pt idx="10845">
                  <c:v>1012</c:v>
                </c:pt>
                <c:pt idx="10846">
                  <c:v>1000</c:v>
                </c:pt>
                <c:pt idx="10847">
                  <c:v>1010</c:v>
                </c:pt>
                <c:pt idx="10848">
                  <c:v>1379</c:v>
                </c:pt>
                <c:pt idx="10849">
                  <c:v>1121</c:v>
                </c:pt>
                <c:pt idx="10850">
                  <c:v>1200</c:v>
                </c:pt>
                <c:pt idx="10851">
                  <c:v>1246</c:v>
                </c:pt>
                <c:pt idx="10852">
                  <c:v>1420</c:v>
                </c:pt>
                <c:pt idx="10853">
                  <c:v>1090</c:v>
                </c:pt>
                <c:pt idx="10854">
                  <c:v>1355</c:v>
                </c:pt>
                <c:pt idx="10855">
                  <c:v>1425</c:v>
                </c:pt>
                <c:pt idx="10856">
                  <c:v>4000</c:v>
                </c:pt>
                <c:pt idx="10857">
                  <c:v>1700</c:v>
                </c:pt>
                <c:pt idx="10858">
                  <c:v>2099</c:v>
                </c:pt>
                <c:pt idx="10859">
                  <c:v>1520</c:v>
                </c:pt>
                <c:pt idx="10860">
                  <c:v>1490</c:v>
                </c:pt>
                <c:pt idx="10861">
                  <c:v>1000</c:v>
                </c:pt>
                <c:pt idx="10862">
                  <c:v>1291</c:v>
                </c:pt>
                <c:pt idx="10863">
                  <c:v>1339</c:v>
                </c:pt>
                <c:pt idx="10864">
                  <c:v>1330</c:v>
                </c:pt>
                <c:pt idx="10865">
                  <c:v>1650</c:v>
                </c:pt>
                <c:pt idx="10866">
                  <c:v>1125</c:v>
                </c:pt>
                <c:pt idx="10867">
                  <c:v>1310</c:v>
                </c:pt>
                <c:pt idx="10868">
                  <c:v>1096</c:v>
                </c:pt>
                <c:pt idx="10869">
                  <c:v>814</c:v>
                </c:pt>
                <c:pt idx="10870">
                  <c:v>1140</c:v>
                </c:pt>
                <c:pt idx="10871">
                  <c:v>1480</c:v>
                </c:pt>
                <c:pt idx="10872">
                  <c:v>1500</c:v>
                </c:pt>
                <c:pt idx="10873">
                  <c:v>1850</c:v>
                </c:pt>
                <c:pt idx="10874">
                  <c:v>745</c:v>
                </c:pt>
                <c:pt idx="10875">
                  <c:v>613</c:v>
                </c:pt>
                <c:pt idx="10876">
                  <c:v>1470</c:v>
                </c:pt>
                <c:pt idx="10877">
                  <c:v>1160</c:v>
                </c:pt>
                <c:pt idx="10878">
                  <c:v>520</c:v>
                </c:pt>
                <c:pt idx="10879">
                  <c:v>1360</c:v>
                </c:pt>
                <c:pt idx="10880">
                  <c:v>1155</c:v>
                </c:pt>
                <c:pt idx="10881">
                  <c:v>520</c:v>
                </c:pt>
                <c:pt idx="10882">
                  <c:v>1615</c:v>
                </c:pt>
                <c:pt idx="10883">
                  <c:v>6000</c:v>
                </c:pt>
                <c:pt idx="10884">
                  <c:v>1140</c:v>
                </c:pt>
                <c:pt idx="10885">
                  <c:v>1508</c:v>
                </c:pt>
                <c:pt idx="10886">
                  <c:v>2395</c:v>
                </c:pt>
                <c:pt idx="10887">
                  <c:v>1590</c:v>
                </c:pt>
                <c:pt idx="10888">
                  <c:v>2215</c:v>
                </c:pt>
                <c:pt idx="10889">
                  <c:v>1667</c:v>
                </c:pt>
                <c:pt idx="10890">
                  <c:v>1530</c:v>
                </c:pt>
                <c:pt idx="10891">
                  <c:v>1730</c:v>
                </c:pt>
                <c:pt idx="10892">
                  <c:v>1048</c:v>
                </c:pt>
                <c:pt idx="10893">
                  <c:v>1225</c:v>
                </c:pt>
                <c:pt idx="10894">
                  <c:v>1200</c:v>
                </c:pt>
                <c:pt idx="10895">
                  <c:v>1175</c:v>
                </c:pt>
                <c:pt idx="10896">
                  <c:v>1651</c:v>
                </c:pt>
                <c:pt idx="10897">
                  <c:v>1500</c:v>
                </c:pt>
                <c:pt idx="10898">
                  <c:v>1783</c:v>
                </c:pt>
                <c:pt idx="10899">
                  <c:v>1015</c:v>
                </c:pt>
                <c:pt idx="10900">
                  <c:v>2758</c:v>
                </c:pt>
                <c:pt idx="10901">
                  <c:v>1132</c:v>
                </c:pt>
                <c:pt idx="10902">
                  <c:v>1200</c:v>
                </c:pt>
                <c:pt idx="10903">
                  <c:v>1490</c:v>
                </c:pt>
                <c:pt idx="10904">
                  <c:v>1917</c:v>
                </c:pt>
                <c:pt idx="10905">
                  <c:v>1703</c:v>
                </c:pt>
                <c:pt idx="10906">
                  <c:v>1211</c:v>
                </c:pt>
                <c:pt idx="10907">
                  <c:v>1310</c:v>
                </c:pt>
                <c:pt idx="10908">
                  <c:v>1146</c:v>
                </c:pt>
                <c:pt idx="10909">
                  <c:v>1041</c:v>
                </c:pt>
                <c:pt idx="10910">
                  <c:v>1453</c:v>
                </c:pt>
                <c:pt idx="10911">
                  <c:v>1477</c:v>
                </c:pt>
                <c:pt idx="10912">
                  <c:v>1420</c:v>
                </c:pt>
                <c:pt idx="10913">
                  <c:v>1380</c:v>
                </c:pt>
                <c:pt idx="10914">
                  <c:v>1095</c:v>
                </c:pt>
                <c:pt idx="10915">
                  <c:v>1258.5</c:v>
                </c:pt>
                <c:pt idx="10916">
                  <c:v>1665</c:v>
                </c:pt>
                <c:pt idx="10917">
                  <c:v>1245</c:v>
                </c:pt>
                <c:pt idx="10918">
                  <c:v>3360</c:v>
                </c:pt>
                <c:pt idx="10919">
                  <c:v>2010</c:v>
                </c:pt>
                <c:pt idx="10920">
                  <c:v>1226</c:v>
                </c:pt>
                <c:pt idx="10921">
                  <c:v>1075</c:v>
                </c:pt>
                <c:pt idx="10922">
                  <c:v>1226</c:v>
                </c:pt>
                <c:pt idx="10923">
                  <c:v>510</c:v>
                </c:pt>
                <c:pt idx="10924">
                  <c:v>1153</c:v>
                </c:pt>
                <c:pt idx="10925">
                  <c:v>1600</c:v>
                </c:pt>
                <c:pt idx="10926">
                  <c:v>1000</c:v>
                </c:pt>
                <c:pt idx="10927">
                  <c:v>1256</c:v>
                </c:pt>
                <c:pt idx="10928">
                  <c:v>1425</c:v>
                </c:pt>
                <c:pt idx="10929">
                  <c:v>1375</c:v>
                </c:pt>
                <c:pt idx="10930">
                  <c:v>1919</c:v>
                </c:pt>
                <c:pt idx="10931">
                  <c:v>2111</c:v>
                </c:pt>
                <c:pt idx="10932">
                  <c:v>970</c:v>
                </c:pt>
                <c:pt idx="10933">
                  <c:v>1353</c:v>
                </c:pt>
                <c:pt idx="10934">
                  <c:v>1405</c:v>
                </c:pt>
                <c:pt idx="10935">
                  <c:v>1285</c:v>
                </c:pt>
                <c:pt idx="10936">
                  <c:v>1050</c:v>
                </c:pt>
                <c:pt idx="10937">
                  <c:v>1349</c:v>
                </c:pt>
                <c:pt idx="10938">
                  <c:v>812</c:v>
                </c:pt>
                <c:pt idx="10939">
                  <c:v>1440</c:v>
                </c:pt>
                <c:pt idx="10940">
                  <c:v>2425</c:v>
                </c:pt>
                <c:pt idx="10941">
                  <c:v>2200</c:v>
                </c:pt>
                <c:pt idx="10942">
                  <c:v>1810</c:v>
                </c:pt>
                <c:pt idx="10943">
                  <c:v>1060</c:v>
                </c:pt>
                <c:pt idx="10944">
                  <c:v>1015</c:v>
                </c:pt>
                <c:pt idx="10945">
                  <c:v>2856</c:v>
                </c:pt>
                <c:pt idx="10946">
                  <c:v>1500</c:v>
                </c:pt>
                <c:pt idx="10947">
                  <c:v>1454</c:v>
                </c:pt>
                <c:pt idx="10948">
                  <c:v>1075</c:v>
                </c:pt>
                <c:pt idx="10949">
                  <c:v>1187</c:v>
                </c:pt>
                <c:pt idx="10950">
                  <c:v>1805</c:v>
                </c:pt>
                <c:pt idx="10951">
                  <c:v>1527</c:v>
                </c:pt>
                <c:pt idx="10952">
                  <c:v>1675</c:v>
                </c:pt>
                <c:pt idx="10953">
                  <c:v>1050</c:v>
                </c:pt>
                <c:pt idx="10954">
                  <c:v>1262</c:v>
                </c:pt>
                <c:pt idx="10955">
                  <c:v>1345</c:v>
                </c:pt>
                <c:pt idx="10956">
                  <c:v>1715</c:v>
                </c:pt>
                <c:pt idx="10957">
                  <c:v>3453</c:v>
                </c:pt>
                <c:pt idx="10958">
                  <c:v>1141</c:v>
                </c:pt>
                <c:pt idx="10959">
                  <c:v>550</c:v>
                </c:pt>
              </c:numCache>
            </c:numRef>
          </c:xVal>
          <c:yVal>
            <c:numRef>
              <c:f>bengaluru_housing_cleaned!$G$2:$G$10962</c:f>
              <c:numCache>
                <c:formatCode>0</c:formatCode>
                <c:ptCount val="10961"/>
                <c:pt idx="0">
                  <c:v>39.07</c:v>
                </c:pt>
                <c:pt idx="1">
                  <c:v>120</c:v>
                </c:pt>
                <c:pt idx="2">
                  <c:v>62</c:v>
                </c:pt>
                <c:pt idx="3">
                  <c:v>95</c:v>
                </c:pt>
                <c:pt idx="4">
                  <c:v>51</c:v>
                </c:pt>
                <c:pt idx="5">
                  <c:v>38</c:v>
                </c:pt>
                <c:pt idx="6">
                  <c:v>204</c:v>
                </c:pt>
                <c:pt idx="7">
                  <c:v>63.25</c:v>
                </c:pt>
                <c:pt idx="8">
                  <c:v>70</c:v>
                </c:pt>
                <c:pt idx="9">
                  <c:v>38</c:v>
                </c:pt>
                <c:pt idx="10">
                  <c:v>40</c:v>
                </c:pt>
                <c:pt idx="11">
                  <c:v>148</c:v>
                </c:pt>
                <c:pt idx="12">
                  <c:v>73.5</c:v>
                </c:pt>
                <c:pt idx="13">
                  <c:v>48</c:v>
                </c:pt>
                <c:pt idx="14">
                  <c:v>60</c:v>
                </c:pt>
                <c:pt idx="15">
                  <c:v>48</c:v>
                </c:pt>
                <c:pt idx="16">
                  <c:v>15</c:v>
                </c:pt>
                <c:pt idx="17">
                  <c:v>122</c:v>
                </c:pt>
                <c:pt idx="18">
                  <c:v>103</c:v>
                </c:pt>
                <c:pt idx="19">
                  <c:v>25.25</c:v>
                </c:pt>
                <c:pt idx="20">
                  <c:v>56</c:v>
                </c:pt>
                <c:pt idx="21">
                  <c:v>23.1</c:v>
                </c:pt>
                <c:pt idx="22">
                  <c:v>81</c:v>
                </c:pt>
                <c:pt idx="23">
                  <c:v>48.77</c:v>
                </c:pt>
                <c:pt idx="24">
                  <c:v>47</c:v>
                </c:pt>
                <c:pt idx="25">
                  <c:v>186</c:v>
                </c:pt>
                <c:pt idx="26">
                  <c:v>35</c:v>
                </c:pt>
                <c:pt idx="27">
                  <c:v>123</c:v>
                </c:pt>
                <c:pt idx="28">
                  <c:v>57.39</c:v>
                </c:pt>
                <c:pt idx="29">
                  <c:v>125</c:v>
                </c:pt>
                <c:pt idx="30">
                  <c:v>36</c:v>
                </c:pt>
                <c:pt idx="31">
                  <c:v>45.5</c:v>
                </c:pt>
                <c:pt idx="32">
                  <c:v>125</c:v>
                </c:pt>
                <c:pt idx="33">
                  <c:v>56.12</c:v>
                </c:pt>
                <c:pt idx="34">
                  <c:v>45</c:v>
                </c:pt>
                <c:pt idx="35">
                  <c:v>81</c:v>
                </c:pt>
                <c:pt idx="36">
                  <c:v>38</c:v>
                </c:pt>
                <c:pt idx="37">
                  <c:v>38</c:v>
                </c:pt>
                <c:pt idx="38">
                  <c:v>48</c:v>
                </c:pt>
                <c:pt idx="39">
                  <c:v>91.79</c:v>
                </c:pt>
                <c:pt idx="40">
                  <c:v>33</c:v>
                </c:pt>
                <c:pt idx="41">
                  <c:v>94.82</c:v>
                </c:pt>
                <c:pt idx="42">
                  <c:v>36</c:v>
                </c:pt>
                <c:pt idx="43">
                  <c:v>50</c:v>
                </c:pt>
                <c:pt idx="44">
                  <c:v>99</c:v>
                </c:pt>
                <c:pt idx="45">
                  <c:v>91</c:v>
                </c:pt>
                <c:pt idx="46">
                  <c:v>75</c:v>
                </c:pt>
                <c:pt idx="47">
                  <c:v>75</c:v>
                </c:pt>
                <c:pt idx="48">
                  <c:v>44</c:v>
                </c:pt>
                <c:pt idx="49">
                  <c:v>192</c:v>
                </c:pt>
                <c:pt idx="50">
                  <c:v>45</c:v>
                </c:pt>
                <c:pt idx="51">
                  <c:v>55</c:v>
                </c:pt>
                <c:pt idx="52">
                  <c:v>44</c:v>
                </c:pt>
                <c:pt idx="53">
                  <c:v>140</c:v>
                </c:pt>
                <c:pt idx="54">
                  <c:v>62</c:v>
                </c:pt>
                <c:pt idx="55">
                  <c:v>43</c:v>
                </c:pt>
                <c:pt idx="56">
                  <c:v>57</c:v>
                </c:pt>
                <c:pt idx="57">
                  <c:v>36.68</c:v>
                </c:pt>
                <c:pt idx="58">
                  <c:v>80.58</c:v>
                </c:pt>
                <c:pt idx="59">
                  <c:v>101</c:v>
                </c:pt>
                <c:pt idx="60">
                  <c:v>70</c:v>
                </c:pt>
                <c:pt idx="61">
                  <c:v>140</c:v>
                </c:pt>
                <c:pt idx="62">
                  <c:v>48.23</c:v>
                </c:pt>
                <c:pt idx="63">
                  <c:v>40</c:v>
                </c:pt>
                <c:pt idx="64">
                  <c:v>205</c:v>
                </c:pt>
                <c:pt idx="65">
                  <c:v>250</c:v>
                </c:pt>
                <c:pt idx="66">
                  <c:v>105</c:v>
                </c:pt>
                <c:pt idx="67">
                  <c:v>224.5</c:v>
                </c:pt>
                <c:pt idx="68">
                  <c:v>78</c:v>
                </c:pt>
                <c:pt idx="69">
                  <c:v>60.8</c:v>
                </c:pt>
                <c:pt idx="70">
                  <c:v>102</c:v>
                </c:pt>
                <c:pt idx="71">
                  <c:v>210</c:v>
                </c:pt>
                <c:pt idx="72">
                  <c:v>88</c:v>
                </c:pt>
                <c:pt idx="73">
                  <c:v>37</c:v>
                </c:pt>
                <c:pt idx="74">
                  <c:v>58.06</c:v>
                </c:pt>
                <c:pt idx="75">
                  <c:v>70</c:v>
                </c:pt>
                <c:pt idx="76">
                  <c:v>28.88</c:v>
                </c:pt>
                <c:pt idx="77">
                  <c:v>70</c:v>
                </c:pt>
                <c:pt idx="78">
                  <c:v>80</c:v>
                </c:pt>
                <c:pt idx="79">
                  <c:v>90</c:v>
                </c:pt>
                <c:pt idx="80">
                  <c:v>245</c:v>
                </c:pt>
                <c:pt idx="81">
                  <c:v>48</c:v>
                </c:pt>
                <c:pt idx="82">
                  <c:v>65</c:v>
                </c:pt>
                <c:pt idx="83">
                  <c:v>90</c:v>
                </c:pt>
                <c:pt idx="84">
                  <c:v>138</c:v>
                </c:pt>
                <c:pt idx="85">
                  <c:v>17</c:v>
                </c:pt>
                <c:pt idx="86">
                  <c:v>150</c:v>
                </c:pt>
                <c:pt idx="87">
                  <c:v>43</c:v>
                </c:pt>
                <c:pt idx="88">
                  <c:v>50</c:v>
                </c:pt>
                <c:pt idx="89">
                  <c:v>49.9</c:v>
                </c:pt>
                <c:pt idx="90">
                  <c:v>98</c:v>
                </c:pt>
                <c:pt idx="91">
                  <c:v>55.68</c:v>
                </c:pt>
                <c:pt idx="92">
                  <c:v>66.78</c:v>
                </c:pt>
                <c:pt idx="93">
                  <c:v>120</c:v>
                </c:pt>
                <c:pt idx="94">
                  <c:v>75</c:v>
                </c:pt>
                <c:pt idx="95">
                  <c:v>51.91</c:v>
                </c:pt>
                <c:pt idx="96">
                  <c:v>45.9</c:v>
                </c:pt>
                <c:pt idx="97">
                  <c:v>140</c:v>
                </c:pt>
                <c:pt idx="98">
                  <c:v>64</c:v>
                </c:pt>
                <c:pt idx="99">
                  <c:v>74.75</c:v>
                </c:pt>
                <c:pt idx="100">
                  <c:v>75</c:v>
                </c:pt>
                <c:pt idx="101">
                  <c:v>120</c:v>
                </c:pt>
                <c:pt idx="102">
                  <c:v>200</c:v>
                </c:pt>
                <c:pt idx="103">
                  <c:v>150</c:v>
                </c:pt>
                <c:pt idx="104">
                  <c:v>68.52</c:v>
                </c:pt>
                <c:pt idx="105">
                  <c:v>34</c:v>
                </c:pt>
                <c:pt idx="106">
                  <c:v>65</c:v>
                </c:pt>
                <c:pt idx="107">
                  <c:v>54</c:v>
                </c:pt>
                <c:pt idx="108">
                  <c:v>78</c:v>
                </c:pt>
                <c:pt idx="109">
                  <c:v>110</c:v>
                </c:pt>
                <c:pt idx="110">
                  <c:v>75</c:v>
                </c:pt>
                <c:pt idx="111">
                  <c:v>16.5</c:v>
                </c:pt>
                <c:pt idx="112">
                  <c:v>83</c:v>
                </c:pt>
                <c:pt idx="113">
                  <c:v>57</c:v>
                </c:pt>
                <c:pt idx="114">
                  <c:v>65</c:v>
                </c:pt>
                <c:pt idx="115">
                  <c:v>54.005000000000003</c:v>
                </c:pt>
                <c:pt idx="116">
                  <c:v>50.4</c:v>
                </c:pt>
                <c:pt idx="117">
                  <c:v>85.05</c:v>
                </c:pt>
                <c:pt idx="118">
                  <c:v>250</c:v>
                </c:pt>
                <c:pt idx="119">
                  <c:v>213</c:v>
                </c:pt>
                <c:pt idx="120">
                  <c:v>105</c:v>
                </c:pt>
                <c:pt idx="121">
                  <c:v>60</c:v>
                </c:pt>
                <c:pt idx="122">
                  <c:v>43.76</c:v>
                </c:pt>
                <c:pt idx="123">
                  <c:v>225</c:v>
                </c:pt>
                <c:pt idx="124">
                  <c:v>110</c:v>
                </c:pt>
                <c:pt idx="125">
                  <c:v>35</c:v>
                </c:pt>
                <c:pt idx="126">
                  <c:v>46.74</c:v>
                </c:pt>
                <c:pt idx="127">
                  <c:v>91.31</c:v>
                </c:pt>
                <c:pt idx="128">
                  <c:v>58</c:v>
                </c:pt>
                <c:pt idx="129">
                  <c:v>44</c:v>
                </c:pt>
                <c:pt idx="130">
                  <c:v>50</c:v>
                </c:pt>
                <c:pt idx="131">
                  <c:v>30.6</c:v>
                </c:pt>
                <c:pt idx="132">
                  <c:v>50</c:v>
                </c:pt>
                <c:pt idx="133">
                  <c:v>135</c:v>
                </c:pt>
                <c:pt idx="134">
                  <c:v>145</c:v>
                </c:pt>
                <c:pt idx="135">
                  <c:v>48</c:v>
                </c:pt>
                <c:pt idx="136">
                  <c:v>32</c:v>
                </c:pt>
                <c:pt idx="137">
                  <c:v>150</c:v>
                </c:pt>
                <c:pt idx="138">
                  <c:v>175</c:v>
                </c:pt>
                <c:pt idx="139">
                  <c:v>43.49</c:v>
                </c:pt>
                <c:pt idx="140">
                  <c:v>75</c:v>
                </c:pt>
                <c:pt idx="141">
                  <c:v>64.5</c:v>
                </c:pt>
                <c:pt idx="142">
                  <c:v>60</c:v>
                </c:pt>
                <c:pt idx="143">
                  <c:v>70</c:v>
                </c:pt>
                <c:pt idx="144">
                  <c:v>11</c:v>
                </c:pt>
                <c:pt idx="145">
                  <c:v>64.5</c:v>
                </c:pt>
                <c:pt idx="146">
                  <c:v>56</c:v>
                </c:pt>
                <c:pt idx="147">
                  <c:v>65</c:v>
                </c:pt>
                <c:pt idx="148">
                  <c:v>100</c:v>
                </c:pt>
                <c:pt idx="149">
                  <c:v>14</c:v>
                </c:pt>
                <c:pt idx="150">
                  <c:v>67</c:v>
                </c:pt>
                <c:pt idx="151">
                  <c:v>36</c:v>
                </c:pt>
                <c:pt idx="152">
                  <c:v>51</c:v>
                </c:pt>
                <c:pt idx="153">
                  <c:v>155</c:v>
                </c:pt>
                <c:pt idx="154">
                  <c:v>145</c:v>
                </c:pt>
                <c:pt idx="155">
                  <c:v>110</c:v>
                </c:pt>
                <c:pt idx="156">
                  <c:v>52</c:v>
                </c:pt>
                <c:pt idx="157">
                  <c:v>55.7</c:v>
                </c:pt>
                <c:pt idx="158">
                  <c:v>46</c:v>
                </c:pt>
                <c:pt idx="159">
                  <c:v>56.8</c:v>
                </c:pt>
                <c:pt idx="160">
                  <c:v>52</c:v>
                </c:pt>
                <c:pt idx="161">
                  <c:v>110</c:v>
                </c:pt>
                <c:pt idx="162">
                  <c:v>80</c:v>
                </c:pt>
                <c:pt idx="163">
                  <c:v>60</c:v>
                </c:pt>
                <c:pt idx="164">
                  <c:v>98</c:v>
                </c:pt>
                <c:pt idx="165">
                  <c:v>58</c:v>
                </c:pt>
                <c:pt idx="166">
                  <c:v>115</c:v>
                </c:pt>
                <c:pt idx="167">
                  <c:v>56</c:v>
                </c:pt>
                <c:pt idx="168">
                  <c:v>48</c:v>
                </c:pt>
                <c:pt idx="169">
                  <c:v>82</c:v>
                </c:pt>
                <c:pt idx="170">
                  <c:v>70</c:v>
                </c:pt>
                <c:pt idx="171">
                  <c:v>47.6</c:v>
                </c:pt>
                <c:pt idx="172">
                  <c:v>53</c:v>
                </c:pt>
                <c:pt idx="173">
                  <c:v>54</c:v>
                </c:pt>
                <c:pt idx="174">
                  <c:v>48.7</c:v>
                </c:pt>
                <c:pt idx="175">
                  <c:v>88</c:v>
                </c:pt>
                <c:pt idx="176">
                  <c:v>87</c:v>
                </c:pt>
                <c:pt idx="177">
                  <c:v>43.5</c:v>
                </c:pt>
                <c:pt idx="178">
                  <c:v>65</c:v>
                </c:pt>
                <c:pt idx="179">
                  <c:v>89</c:v>
                </c:pt>
                <c:pt idx="180">
                  <c:v>78.290000000000006</c:v>
                </c:pt>
                <c:pt idx="181">
                  <c:v>100</c:v>
                </c:pt>
                <c:pt idx="182">
                  <c:v>65</c:v>
                </c:pt>
                <c:pt idx="183">
                  <c:v>141</c:v>
                </c:pt>
                <c:pt idx="184">
                  <c:v>27</c:v>
                </c:pt>
                <c:pt idx="185">
                  <c:v>78</c:v>
                </c:pt>
                <c:pt idx="186">
                  <c:v>98.29</c:v>
                </c:pt>
                <c:pt idx="187">
                  <c:v>125</c:v>
                </c:pt>
                <c:pt idx="188">
                  <c:v>90</c:v>
                </c:pt>
                <c:pt idx="189">
                  <c:v>75.5</c:v>
                </c:pt>
                <c:pt idx="190">
                  <c:v>44.28</c:v>
                </c:pt>
                <c:pt idx="191">
                  <c:v>74.819999999999993</c:v>
                </c:pt>
                <c:pt idx="192">
                  <c:v>72</c:v>
                </c:pt>
                <c:pt idx="193">
                  <c:v>115</c:v>
                </c:pt>
                <c:pt idx="194">
                  <c:v>119</c:v>
                </c:pt>
                <c:pt idx="195">
                  <c:v>22.14</c:v>
                </c:pt>
                <c:pt idx="196">
                  <c:v>56.4</c:v>
                </c:pt>
                <c:pt idx="197">
                  <c:v>60</c:v>
                </c:pt>
                <c:pt idx="198">
                  <c:v>55</c:v>
                </c:pt>
                <c:pt idx="199">
                  <c:v>42</c:v>
                </c:pt>
                <c:pt idx="200">
                  <c:v>110</c:v>
                </c:pt>
                <c:pt idx="201">
                  <c:v>65</c:v>
                </c:pt>
                <c:pt idx="202">
                  <c:v>39</c:v>
                </c:pt>
                <c:pt idx="203">
                  <c:v>129</c:v>
                </c:pt>
                <c:pt idx="204">
                  <c:v>150</c:v>
                </c:pt>
                <c:pt idx="205">
                  <c:v>60</c:v>
                </c:pt>
                <c:pt idx="206">
                  <c:v>16.45</c:v>
                </c:pt>
                <c:pt idx="207">
                  <c:v>180</c:v>
                </c:pt>
                <c:pt idx="208">
                  <c:v>16.45</c:v>
                </c:pt>
                <c:pt idx="209">
                  <c:v>84</c:v>
                </c:pt>
                <c:pt idx="210">
                  <c:v>72.5</c:v>
                </c:pt>
                <c:pt idx="211">
                  <c:v>90</c:v>
                </c:pt>
                <c:pt idx="212">
                  <c:v>40</c:v>
                </c:pt>
                <c:pt idx="213">
                  <c:v>70</c:v>
                </c:pt>
                <c:pt idx="214">
                  <c:v>185</c:v>
                </c:pt>
                <c:pt idx="215">
                  <c:v>20</c:v>
                </c:pt>
                <c:pt idx="216">
                  <c:v>55</c:v>
                </c:pt>
                <c:pt idx="217">
                  <c:v>93</c:v>
                </c:pt>
                <c:pt idx="218">
                  <c:v>22.5</c:v>
                </c:pt>
                <c:pt idx="219">
                  <c:v>69</c:v>
                </c:pt>
                <c:pt idx="220">
                  <c:v>95</c:v>
                </c:pt>
                <c:pt idx="221">
                  <c:v>36</c:v>
                </c:pt>
                <c:pt idx="222">
                  <c:v>63</c:v>
                </c:pt>
                <c:pt idx="223">
                  <c:v>300</c:v>
                </c:pt>
                <c:pt idx="224">
                  <c:v>75.5</c:v>
                </c:pt>
                <c:pt idx="225">
                  <c:v>43.9</c:v>
                </c:pt>
                <c:pt idx="226">
                  <c:v>59.9</c:v>
                </c:pt>
                <c:pt idx="227">
                  <c:v>49.2</c:v>
                </c:pt>
                <c:pt idx="228">
                  <c:v>52.8</c:v>
                </c:pt>
                <c:pt idx="229">
                  <c:v>46</c:v>
                </c:pt>
                <c:pt idx="230">
                  <c:v>61.58</c:v>
                </c:pt>
                <c:pt idx="231">
                  <c:v>26</c:v>
                </c:pt>
                <c:pt idx="232">
                  <c:v>120</c:v>
                </c:pt>
                <c:pt idx="233">
                  <c:v>32</c:v>
                </c:pt>
                <c:pt idx="234">
                  <c:v>131</c:v>
                </c:pt>
                <c:pt idx="235">
                  <c:v>45</c:v>
                </c:pt>
                <c:pt idx="236">
                  <c:v>73.95</c:v>
                </c:pt>
                <c:pt idx="237">
                  <c:v>132</c:v>
                </c:pt>
                <c:pt idx="238">
                  <c:v>80.900000000000006</c:v>
                </c:pt>
                <c:pt idx="239">
                  <c:v>91.45</c:v>
                </c:pt>
                <c:pt idx="240">
                  <c:v>55</c:v>
                </c:pt>
                <c:pt idx="241">
                  <c:v>34.5</c:v>
                </c:pt>
                <c:pt idx="242">
                  <c:v>100</c:v>
                </c:pt>
                <c:pt idx="243">
                  <c:v>78.8</c:v>
                </c:pt>
                <c:pt idx="244">
                  <c:v>46</c:v>
                </c:pt>
                <c:pt idx="245">
                  <c:v>94</c:v>
                </c:pt>
                <c:pt idx="246">
                  <c:v>40</c:v>
                </c:pt>
                <c:pt idx="247">
                  <c:v>56</c:v>
                </c:pt>
                <c:pt idx="248">
                  <c:v>50</c:v>
                </c:pt>
                <c:pt idx="249">
                  <c:v>25.88</c:v>
                </c:pt>
                <c:pt idx="250">
                  <c:v>51.25</c:v>
                </c:pt>
                <c:pt idx="251">
                  <c:v>44</c:v>
                </c:pt>
                <c:pt idx="252">
                  <c:v>45</c:v>
                </c:pt>
                <c:pt idx="253">
                  <c:v>98.2</c:v>
                </c:pt>
                <c:pt idx="254">
                  <c:v>50</c:v>
                </c:pt>
                <c:pt idx="255">
                  <c:v>75</c:v>
                </c:pt>
                <c:pt idx="256">
                  <c:v>98</c:v>
                </c:pt>
                <c:pt idx="257">
                  <c:v>47</c:v>
                </c:pt>
                <c:pt idx="258">
                  <c:v>120</c:v>
                </c:pt>
                <c:pt idx="259">
                  <c:v>104</c:v>
                </c:pt>
                <c:pt idx="260">
                  <c:v>29.5</c:v>
                </c:pt>
                <c:pt idx="261">
                  <c:v>70</c:v>
                </c:pt>
                <c:pt idx="262">
                  <c:v>100</c:v>
                </c:pt>
                <c:pt idx="263">
                  <c:v>105</c:v>
                </c:pt>
                <c:pt idx="264">
                  <c:v>45</c:v>
                </c:pt>
                <c:pt idx="265">
                  <c:v>26</c:v>
                </c:pt>
                <c:pt idx="266">
                  <c:v>95</c:v>
                </c:pt>
                <c:pt idx="267">
                  <c:v>65</c:v>
                </c:pt>
                <c:pt idx="268">
                  <c:v>150</c:v>
                </c:pt>
                <c:pt idx="269">
                  <c:v>100</c:v>
                </c:pt>
                <c:pt idx="270">
                  <c:v>115</c:v>
                </c:pt>
                <c:pt idx="271">
                  <c:v>55.55</c:v>
                </c:pt>
                <c:pt idx="272">
                  <c:v>67</c:v>
                </c:pt>
                <c:pt idx="273">
                  <c:v>46.5</c:v>
                </c:pt>
                <c:pt idx="274">
                  <c:v>27</c:v>
                </c:pt>
                <c:pt idx="275">
                  <c:v>75</c:v>
                </c:pt>
                <c:pt idx="276">
                  <c:v>52</c:v>
                </c:pt>
                <c:pt idx="277">
                  <c:v>51</c:v>
                </c:pt>
                <c:pt idx="278">
                  <c:v>83.09</c:v>
                </c:pt>
                <c:pt idx="279">
                  <c:v>65</c:v>
                </c:pt>
                <c:pt idx="280">
                  <c:v>56</c:v>
                </c:pt>
                <c:pt idx="281">
                  <c:v>55</c:v>
                </c:pt>
                <c:pt idx="282">
                  <c:v>52</c:v>
                </c:pt>
                <c:pt idx="283">
                  <c:v>55</c:v>
                </c:pt>
                <c:pt idx="284">
                  <c:v>95</c:v>
                </c:pt>
                <c:pt idx="285">
                  <c:v>67</c:v>
                </c:pt>
                <c:pt idx="286">
                  <c:v>198</c:v>
                </c:pt>
                <c:pt idx="287">
                  <c:v>74</c:v>
                </c:pt>
                <c:pt idx="288">
                  <c:v>215</c:v>
                </c:pt>
                <c:pt idx="289">
                  <c:v>58</c:v>
                </c:pt>
                <c:pt idx="290">
                  <c:v>45</c:v>
                </c:pt>
                <c:pt idx="291">
                  <c:v>230</c:v>
                </c:pt>
                <c:pt idx="292">
                  <c:v>64</c:v>
                </c:pt>
                <c:pt idx="293">
                  <c:v>79</c:v>
                </c:pt>
                <c:pt idx="294">
                  <c:v>48</c:v>
                </c:pt>
                <c:pt idx="295">
                  <c:v>40</c:v>
                </c:pt>
                <c:pt idx="296">
                  <c:v>76</c:v>
                </c:pt>
                <c:pt idx="297">
                  <c:v>150</c:v>
                </c:pt>
                <c:pt idx="298">
                  <c:v>21.53</c:v>
                </c:pt>
                <c:pt idx="299">
                  <c:v>65</c:v>
                </c:pt>
                <c:pt idx="300">
                  <c:v>140</c:v>
                </c:pt>
                <c:pt idx="301">
                  <c:v>49.36</c:v>
                </c:pt>
                <c:pt idx="302">
                  <c:v>150</c:v>
                </c:pt>
                <c:pt idx="303">
                  <c:v>43.25</c:v>
                </c:pt>
                <c:pt idx="304">
                  <c:v>77</c:v>
                </c:pt>
                <c:pt idx="305">
                  <c:v>75</c:v>
                </c:pt>
                <c:pt idx="306">
                  <c:v>57</c:v>
                </c:pt>
                <c:pt idx="307">
                  <c:v>28.35</c:v>
                </c:pt>
                <c:pt idx="308">
                  <c:v>125</c:v>
                </c:pt>
                <c:pt idx="309">
                  <c:v>50</c:v>
                </c:pt>
                <c:pt idx="310">
                  <c:v>335</c:v>
                </c:pt>
                <c:pt idx="311">
                  <c:v>50</c:v>
                </c:pt>
                <c:pt idx="312">
                  <c:v>89.04</c:v>
                </c:pt>
                <c:pt idx="313">
                  <c:v>90</c:v>
                </c:pt>
                <c:pt idx="314">
                  <c:v>18.5</c:v>
                </c:pt>
                <c:pt idx="315">
                  <c:v>52</c:v>
                </c:pt>
                <c:pt idx="316">
                  <c:v>11.66</c:v>
                </c:pt>
                <c:pt idx="317">
                  <c:v>66</c:v>
                </c:pt>
                <c:pt idx="318">
                  <c:v>60</c:v>
                </c:pt>
                <c:pt idx="319">
                  <c:v>39</c:v>
                </c:pt>
                <c:pt idx="320">
                  <c:v>60</c:v>
                </c:pt>
                <c:pt idx="321">
                  <c:v>212</c:v>
                </c:pt>
                <c:pt idx="322">
                  <c:v>55</c:v>
                </c:pt>
                <c:pt idx="323">
                  <c:v>65</c:v>
                </c:pt>
                <c:pt idx="324">
                  <c:v>46.8</c:v>
                </c:pt>
                <c:pt idx="325">
                  <c:v>108</c:v>
                </c:pt>
                <c:pt idx="326">
                  <c:v>110</c:v>
                </c:pt>
                <c:pt idx="327">
                  <c:v>29.9</c:v>
                </c:pt>
                <c:pt idx="328">
                  <c:v>95</c:v>
                </c:pt>
                <c:pt idx="329">
                  <c:v>77</c:v>
                </c:pt>
                <c:pt idx="330">
                  <c:v>115</c:v>
                </c:pt>
                <c:pt idx="331">
                  <c:v>90</c:v>
                </c:pt>
                <c:pt idx="332">
                  <c:v>36</c:v>
                </c:pt>
                <c:pt idx="333">
                  <c:v>44</c:v>
                </c:pt>
                <c:pt idx="334">
                  <c:v>25</c:v>
                </c:pt>
                <c:pt idx="335">
                  <c:v>40</c:v>
                </c:pt>
                <c:pt idx="336">
                  <c:v>79</c:v>
                </c:pt>
                <c:pt idx="337">
                  <c:v>134</c:v>
                </c:pt>
                <c:pt idx="338">
                  <c:v>121</c:v>
                </c:pt>
                <c:pt idx="339">
                  <c:v>94</c:v>
                </c:pt>
                <c:pt idx="340">
                  <c:v>45.79</c:v>
                </c:pt>
                <c:pt idx="341">
                  <c:v>33</c:v>
                </c:pt>
                <c:pt idx="342">
                  <c:v>108</c:v>
                </c:pt>
                <c:pt idx="343">
                  <c:v>53</c:v>
                </c:pt>
                <c:pt idx="344">
                  <c:v>58</c:v>
                </c:pt>
                <c:pt idx="345">
                  <c:v>32</c:v>
                </c:pt>
                <c:pt idx="346">
                  <c:v>55</c:v>
                </c:pt>
                <c:pt idx="347">
                  <c:v>120</c:v>
                </c:pt>
                <c:pt idx="348">
                  <c:v>45</c:v>
                </c:pt>
                <c:pt idx="349">
                  <c:v>161</c:v>
                </c:pt>
                <c:pt idx="350">
                  <c:v>230</c:v>
                </c:pt>
                <c:pt idx="351">
                  <c:v>65</c:v>
                </c:pt>
                <c:pt idx="352">
                  <c:v>82</c:v>
                </c:pt>
                <c:pt idx="353">
                  <c:v>125</c:v>
                </c:pt>
                <c:pt idx="354">
                  <c:v>38</c:v>
                </c:pt>
                <c:pt idx="355">
                  <c:v>38</c:v>
                </c:pt>
                <c:pt idx="356">
                  <c:v>64.5</c:v>
                </c:pt>
                <c:pt idx="357">
                  <c:v>88</c:v>
                </c:pt>
                <c:pt idx="358">
                  <c:v>62</c:v>
                </c:pt>
                <c:pt idx="359">
                  <c:v>55</c:v>
                </c:pt>
                <c:pt idx="360">
                  <c:v>31.48</c:v>
                </c:pt>
                <c:pt idx="361">
                  <c:v>60</c:v>
                </c:pt>
                <c:pt idx="362">
                  <c:v>103</c:v>
                </c:pt>
                <c:pt idx="363">
                  <c:v>26.5</c:v>
                </c:pt>
                <c:pt idx="364">
                  <c:v>75</c:v>
                </c:pt>
                <c:pt idx="365">
                  <c:v>67</c:v>
                </c:pt>
                <c:pt idx="366">
                  <c:v>85</c:v>
                </c:pt>
                <c:pt idx="367">
                  <c:v>79</c:v>
                </c:pt>
                <c:pt idx="368">
                  <c:v>55</c:v>
                </c:pt>
                <c:pt idx="369">
                  <c:v>55</c:v>
                </c:pt>
                <c:pt idx="370">
                  <c:v>140</c:v>
                </c:pt>
                <c:pt idx="371">
                  <c:v>69</c:v>
                </c:pt>
                <c:pt idx="372">
                  <c:v>69</c:v>
                </c:pt>
                <c:pt idx="373">
                  <c:v>47.12</c:v>
                </c:pt>
                <c:pt idx="374">
                  <c:v>48.1</c:v>
                </c:pt>
                <c:pt idx="375">
                  <c:v>55</c:v>
                </c:pt>
                <c:pt idx="376">
                  <c:v>68.290000000000006</c:v>
                </c:pt>
                <c:pt idx="377">
                  <c:v>40</c:v>
                </c:pt>
                <c:pt idx="378">
                  <c:v>76</c:v>
                </c:pt>
                <c:pt idx="379">
                  <c:v>95</c:v>
                </c:pt>
                <c:pt idx="380">
                  <c:v>57</c:v>
                </c:pt>
                <c:pt idx="381">
                  <c:v>100</c:v>
                </c:pt>
                <c:pt idx="382">
                  <c:v>71</c:v>
                </c:pt>
                <c:pt idx="383">
                  <c:v>95</c:v>
                </c:pt>
                <c:pt idx="384">
                  <c:v>34.65</c:v>
                </c:pt>
                <c:pt idx="385">
                  <c:v>135</c:v>
                </c:pt>
                <c:pt idx="386">
                  <c:v>78</c:v>
                </c:pt>
                <c:pt idx="387">
                  <c:v>55.47</c:v>
                </c:pt>
                <c:pt idx="388">
                  <c:v>74.03</c:v>
                </c:pt>
                <c:pt idx="389">
                  <c:v>55</c:v>
                </c:pt>
                <c:pt idx="390">
                  <c:v>325</c:v>
                </c:pt>
                <c:pt idx="391">
                  <c:v>30.35</c:v>
                </c:pt>
                <c:pt idx="392">
                  <c:v>98</c:v>
                </c:pt>
                <c:pt idx="393">
                  <c:v>46.96</c:v>
                </c:pt>
                <c:pt idx="394">
                  <c:v>360</c:v>
                </c:pt>
                <c:pt idx="395">
                  <c:v>120</c:v>
                </c:pt>
                <c:pt idx="396">
                  <c:v>35.229999999999997</c:v>
                </c:pt>
                <c:pt idx="397">
                  <c:v>30</c:v>
                </c:pt>
                <c:pt idx="398">
                  <c:v>63</c:v>
                </c:pt>
                <c:pt idx="399">
                  <c:v>50</c:v>
                </c:pt>
                <c:pt idx="400">
                  <c:v>130</c:v>
                </c:pt>
                <c:pt idx="401">
                  <c:v>110</c:v>
                </c:pt>
                <c:pt idx="402">
                  <c:v>54</c:v>
                </c:pt>
                <c:pt idx="403">
                  <c:v>95</c:v>
                </c:pt>
                <c:pt idx="404">
                  <c:v>40</c:v>
                </c:pt>
                <c:pt idx="405">
                  <c:v>42.16</c:v>
                </c:pt>
                <c:pt idx="406">
                  <c:v>98</c:v>
                </c:pt>
                <c:pt idx="407">
                  <c:v>62</c:v>
                </c:pt>
                <c:pt idx="408">
                  <c:v>74</c:v>
                </c:pt>
                <c:pt idx="409">
                  <c:v>50.17</c:v>
                </c:pt>
                <c:pt idx="410">
                  <c:v>56</c:v>
                </c:pt>
                <c:pt idx="411">
                  <c:v>99</c:v>
                </c:pt>
                <c:pt idx="412">
                  <c:v>49</c:v>
                </c:pt>
                <c:pt idx="413">
                  <c:v>60</c:v>
                </c:pt>
                <c:pt idx="414">
                  <c:v>120</c:v>
                </c:pt>
                <c:pt idx="415">
                  <c:v>94.42</c:v>
                </c:pt>
                <c:pt idx="416">
                  <c:v>52.5</c:v>
                </c:pt>
                <c:pt idx="417">
                  <c:v>63</c:v>
                </c:pt>
                <c:pt idx="418">
                  <c:v>53</c:v>
                </c:pt>
                <c:pt idx="419">
                  <c:v>45</c:v>
                </c:pt>
                <c:pt idx="420">
                  <c:v>32</c:v>
                </c:pt>
                <c:pt idx="421">
                  <c:v>36</c:v>
                </c:pt>
                <c:pt idx="422">
                  <c:v>48.5</c:v>
                </c:pt>
                <c:pt idx="423">
                  <c:v>45</c:v>
                </c:pt>
                <c:pt idx="424">
                  <c:v>95</c:v>
                </c:pt>
                <c:pt idx="425">
                  <c:v>58</c:v>
                </c:pt>
                <c:pt idx="426">
                  <c:v>68.75</c:v>
                </c:pt>
                <c:pt idx="427">
                  <c:v>26</c:v>
                </c:pt>
                <c:pt idx="428">
                  <c:v>38</c:v>
                </c:pt>
                <c:pt idx="429">
                  <c:v>40</c:v>
                </c:pt>
                <c:pt idx="430">
                  <c:v>35</c:v>
                </c:pt>
                <c:pt idx="431">
                  <c:v>45</c:v>
                </c:pt>
                <c:pt idx="432">
                  <c:v>70</c:v>
                </c:pt>
                <c:pt idx="433">
                  <c:v>41</c:v>
                </c:pt>
                <c:pt idx="434">
                  <c:v>67</c:v>
                </c:pt>
                <c:pt idx="435">
                  <c:v>80</c:v>
                </c:pt>
                <c:pt idx="436">
                  <c:v>154</c:v>
                </c:pt>
                <c:pt idx="437">
                  <c:v>65</c:v>
                </c:pt>
                <c:pt idx="438">
                  <c:v>275</c:v>
                </c:pt>
                <c:pt idx="439">
                  <c:v>48</c:v>
                </c:pt>
                <c:pt idx="440">
                  <c:v>115</c:v>
                </c:pt>
                <c:pt idx="441">
                  <c:v>110</c:v>
                </c:pt>
                <c:pt idx="442">
                  <c:v>125</c:v>
                </c:pt>
                <c:pt idx="443">
                  <c:v>70</c:v>
                </c:pt>
                <c:pt idx="444">
                  <c:v>42.74</c:v>
                </c:pt>
                <c:pt idx="445">
                  <c:v>25</c:v>
                </c:pt>
                <c:pt idx="446">
                  <c:v>120</c:v>
                </c:pt>
                <c:pt idx="447">
                  <c:v>160</c:v>
                </c:pt>
                <c:pt idx="448">
                  <c:v>47</c:v>
                </c:pt>
                <c:pt idx="449">
                  <c:v>45.5</c:v>
                </c:pt>
                <c:pt idx="450">
                  <c:v>45</c:v>
                </c:pt>
                <c:pt idx="451">
                  <c:v>66</c:v>
                </c:pt>
                <c:pt idx="452">
                  <c:v>245</c:v>
                </c:pt>
                <c:pt idx="453">
                  <c:v>48.48</c:v>
                </c:pt>
                <c:pt idx="454">
                  <c:v>68</c:v>
                </c:pt>
                <c:pt idx="455">
                  <c:v>49</c:v>
                </c:pt>
                <c:pt idx="456">
                  <c:v>210</c:v>
                </c:pt>
                <c:pt idx="457">
                  <c:v>39.729999999999997</c:v>
                </c:pt>
                <c:pt idx="458">
                  <c:v>101</c:v>
                </c:pt>
                <c:pt idx="459">
                  <c:v>90</c:v>
                </c:pt>
                <c:pt idx="460">
                  <c:v>99</c:v>
                </c:pt>
                <c:pt idx="461">
                  <c:v>61.95</c:v>
                </c:pt>
                <c:pt idx="462">
                  <c:v>63</c:v>
                </c:pt>
                <c:pt idx="463">
                  <c:v>140</c:v>
                </c:pt>
                <c:pt idx="464">
                  <c:v>50</c:v>
                </c:pt>
                <c:pt idx="465">
                  <c:v>63.77</c:v>
                </c:pt>
                <c:pt idx="466">
                  <c:v>53.67</c:v>
                </c:pt>
                <c:pt idx="467">
                  <c:v>54</c:v>
                </c:pt>
                <c:pt idx="468">
                  <c:v>42</c:v>
                </c:pt>
                <c:pt idx="469">
                  <c:v>40</c:v>
                </c:pt>
                <c:pt idx="470">
                  <c:v>27.25</c:v>
                </c:pt>
                <c:pt idx="471">
                  <c:v>25</c:v>
                </c:pt>
                <c:pt idx="472">
                  <c:v>175</c:v>
                </c:pt>
                <c:pt idx="473">
                  <c:v>80</c:v>
                </c:pt>
                <c:pt idx="474">
                  <c:v>33.32</c:v>
                </c:pt>
                <c:pt idx="475">
                  <c:v>50</c:v>
                </c:pt>
                <c:pt idx="476">
                  <c:v>160</c:v>
                </c:pt>
                <c:pt idx="477">
                  <c:v>28.15</c:v>
                </c:pt>
                <c:pt idx="478">
                  <c:v>84</c:v>
                </c:pt>
                <c:pt idx="479">
                  <c:v>100</c:v>
                </c:pt>
                <c:pt idx="480">
                  <c:v>55</c:v>
                </c:pt>
                <c:pt idx="481">
                  <c:v>125</c:v>
                </c:pt>
                <c:pt idx="482">
                  <c:v>69.3</c:v>
                </c:pt>
                <c:pt idx="483">
                  <c:v>225</c:v>
                </c:pt>
                <c:pt idx="484">
                  <c:v>120</c:v>
                </c:pt>
                <c:pt idx="485">
                  <c:v>58.7</c:v>
                </c:pt>
                <c:pt idx="486">
                  <c:v>80</c:v>
                </c:pt>
                <c:pt idx="487">
                  <c:v>65</c:v>
                </c:pt>
                <c:pt idx="488">
                  <c:v>73</c:v>
                </c:pt>
                <c:pt idx="489">
                  <c:v>45</c:v>
                </c:pt>
                <c:pt idx="490">
                  <c:v>36</c:v>
                </c:pt>
                <c:pt idx="491">
                  <c:v>46</c:v>
                </c:pt>
                <c:pt idx="492">
                  <c:v>48.95</c:v>
                </c:pt>
                <c:pt idx="493">
                  <c:v>40</c:v>
                </c:pt>
                <c:pt idx="494">
                  <c:v>102</c:v>
                </c:pt>
                <c:pt idx="495">
                  <c:v>42</c:v>
                </c:pt>
                <c:pt idx="496">
                  <c:v>38</c:v>
                </c:pt>
                <c:pt idx="497">
                  <c:v>75</c:v>
                </c:pt>
                <c:pt idx="498">
                  <c:v>150</c:v>
                </c:pt>
                <c:pt idx="499">
                  <c:v>115</c:v>
                </c:pt>
                <c:pt idx="500">
                  <c:v>18.5</c:v>
                </c:pt>
                <c:pt idx="501">
                  <c:v>98</c:v>
                </c:pt>
                <c:pt idx="502">
                  <c:v>65</c:v>
                </c:pt>
                <c:pt idx="503">
                  <c:v>45</c:v>
                </c:pt>
                <c:pt idx="504">
                  <c:v>85</c:v>
                </c:pt>
                <c:pt idx="505">
                  <c:v>44.71</c:v>
                </c:pt>
                <c:pt idx="506">
                  <c:v>85</c:v>
                </c:pt>
                <c:pt idx="507">
                  <c:v>60</c:v>
                </c:pt>
                <c:pt idx="508">
                  <c:v>70</c:v>
                </c:pt>
                <c:pt idx="509">
                  <c:v>140</c:v>
                </c:pt>
                <c:pt idx="510">
                  <c:v>25</c:v>
                </c:pt>
                <c:pt idx="511">
                  <c:v>49.07</c:v>
                </c:pt>
                <c:pt idx="512">
                  <c:v>37</c:v>
                </c:pt>
                <c:pt idx="513">
                  <c:v>260</c:v>
                </c:pt>
                <c:pt idx="514">
                  <c:v>55</c:v>
                </c:pt>
                <c:pt idx="515">
                  <c:v>45.8</c:v>
                </c:pt>
                <c:pt idx="516">
                  <c:v>40</c:v>
                </c:pt>
                <c:pt idx="517">
                  <c:v>42</c:v>
                </c:pt>
                <c:pt idx="518">
                  <c:v>70</c:v>
                </c:pt>
                <c:pt idx="519">
                  <c:v>100</c:v>
                </c:pt>
                <c:pt idx="520">
                  <c:v>134</c:v>
                </c:pt>
                <c:pt idx="521">
                  <c:v>95</c:v>
                </c:pt>
                <c:pt idx="522">
                  <c:v>95</c:v>
                </c:pt>
                <c:pt idx="523">
                  <c:v>36</c:v>
                </c:pt>
                <c:pt idx="524">
                  <c:v>95</c:v>
                </c:pt>
                <c:pt idx="525">
                  <c:v>100</c:v>
                </c:pt>
                <c:pt idx="526">
                  <c:v>60</c:v>
                </c:pt>
                <c:pt idx="527">
                  <c:v>49</c:v>
                </c:pt>
                <c:pt idx="528">
                  <c:v>85</c:v>
                </c:pt>
                <c:pt idx="529">
                  <c:v>70</c:v>
                </c:pt>
                <c:pt idx="530">
                  <c:v>56</c:v>
                </c:pt>
                <c:pt idx="531">
                  <c:v>160</c:v>
                </c:pt>
                <c:pt idx="532">
                  <c:v>50</c:v>
                </c:pt>
                <c:pt idx="533">
                  <c:v>25</c:v>
                </c:pt>
                <c:pt idx="534">
                  <c:v>29</c:v>
                </c:pt>
                <c:pt idx="535">
                  <c:v>86</c:v>
                </c:pt>
                <c:pt idx="536">
                  <c:v>65</c:v>
                </c:pt>
                <c:pt idx="537">
                  <c:v>160</c:v>
                </c:pt>
                <c:pt idx="538">
                  <c:v>48</c:v>
                </c:pt>
                <c:pt idx="539">
                  <c:v>52.8</c:v>
                </c:pt>
                <c:pt idx="540">
                  <c:v>40</c:v>
                </c:pt>
                <c:pt idx="541">
                  <c:v>80</c:v>
                </c:pt>
                <c:pt idx="542">
                  <c:v>47</c:v>
                </c:pt>
                <c:pt idx="543">
                  <c:v>62</c:v>
                </c:pt>
                <c:pt idx="544">
                  <c:v>52.2</c:v>
                </c:pt>
                <c:pt idx="545">
                  <c:v>60</c:v>
                </c:pt>
                <c:pt idx="546">
                  <c:v>150</c:v>
                </c:pt>
                <c:pt idx="547">
                  <c:v>35.229999999999997</c:v>
                </c:pt>
                <c:pt idx="548">
                  <c:v>58</c:v>
                </c:pt>
                <c:pt idx="549">
                  <c:v>58</c:v>
                </c:pt>
                <c:pt idx="550">
                  <c:v>46</c:v>
                </c:pt>
                <c:pt idx="551">
                  <c:v>260</c:v>
                </c:pt>
                <c:pt idx="552">
                  <c:v>66</c:v>
                </c:pt>
                <c:pt idx="553">
                  <c:v>45</c:v>
                </c:pt>
                <c:pt idx="554">
                  <c:v>67.39</c:v>
                </c:pt>
                <c:pt idx="555">
                  <c:v>78</c:v>
                </c:pt>
                <c:pt idx="556">
                  <c:v>48.13</c:v>
                </c:pt>
                <c:pt idx="557">
                  <c:v>45.98</c:v>
                </c:pt>
                <c:pt idx="558">
                  <c:v>200</c:v>
                </c:pt>
                <c:pt idx="559">
                  <c:v>45</c:v>
                </c:pt>
                <c:pt idx="560">
                  <c:v>130</c:v>
                </c:pt>
                <c:pt idx="561">
                  <c:v>38.549999999999997</c:v>
                </c:pt>
                <c:pt idx="562">
                  <c:v>108</c:v>
                </c:pt>
                <c:pt idx="563">
                  <c:v>70</c:v>
                </c:pt>
                <c:pt idx="564">
                  <c:v>77</c:v>
                </c:pt>
                <c:pt idx="565">
                  <c:v>78.34</c:v>
                </c:pt>
                <c:pt idx="566">
                  <c:v>115</c:v>
                </c:pt>
                <c:pt idx="567">
                  <c:v>50</c:v>
                </c:pt>
                <c:pt idx="568">
                  <c:v>120</c:v>
                </c:pt>
                <c:pt idx="569">
                  <c:v>57</c:v>
                </c:pt>
                <c:pt idx="570">
                  <c:v>49.85</c:v>
                </c:pt>
                <c:pt idx="571">
                  <c:v>165</c:v>
                </c:pt>
                <c:pt idx="572">
                  <c:v>40</c:v>
                </c:pt>
                <c:pt idx="573">
                  <c:v>56</c:v>
                </c:pt>
                <c:pt idx="574">
                  <c:v>109</c:v>
                </c:pt>
                <c:pt idx="575">
                  <c:v>83.3</c:v>
                </c:pt>
                <c:pt idx="576">
                  <c:v>111</c:v>
                </c:pt>
                <c:pt idx="577">
                  <c:v>58</c:v>
                </c:pt>
                <c:pt idx="578">
                  <c:v>61.75</c:v>
                </c:pt>
                <c:pt idx="579">
                  <c:v>55</c:v>
                </c:pt>
                <c:pt idx="580">
                  <c:v>120</c:v>
                </c:pt>
                <c:pt idx="581">
                  <c:v>60</c:v>
                </c:pt>
                <c:pt idx="582">
                  <c:v>120</c:v>
                </c:pt>
                <c:pt idx="583">
                  <c:v>43.48</c:v>
                </c:pt>
                <c:pt idx="584">
                  <c:v>139</c:v>
                </c:pt>
                <c:pt idx="585">
                  <c:v>40.39</c:v>
                </c:pt>
                <c:pt idx="586">
                  <c:v>87</c:v>
                </c:pt>
                <c:pt idx="587">
                  <c:v>32.49</c:v>
                </c:pt>
                <c:pt idx="588">
                  <c:v>44</c:v>
                </c:pt>
                <c:pt idx="589">
                  <c:v>76</c:v>
                </c:pt>
                <c:pt idx="590">
                  <c:v>98.5</c:v>
                </c:pt>
                <c:pt idx="591">
                  <c:v>28.34</c:v>
                </c:pt>
                <c:pt idx="592">
                  <c:v>159</c:v>
                </c:pt>
                <c:pt idx="593">
                  <c:v>25.53</c:v>
                </c:pt>
                <c:pt idx="594">
                  <c:v>24.5</c:v>
                </c:pt>
                <c:pt idx="595">
                  <c:v>45</c:v>
                </c:pt>
                <c:pt idx="596">
                  <c:v>82</c:v>
                </c:pt>
                <c:pt idx="597">
                  <c:v>32</c:v>
                </c:pt>
                <c:pt idx="598">
                  <c:v>160</c:v>
                </c:pt>
                <c:pt idx="599">
                  <c:v>54</c:v>
                </c:pt>
                <c:pt idx="600">
                  <c:v>91</c:v>
                </c:pt>
                <c:pt idx="601">
                  <c:v>62</c:v>
                </c:pt>
                <c:pt idx="602">
                  <c:v>82</c:v>
                </c:pt>
                <c:pt idx="603">
                  <c:v>40.61</c:v>
                </c:pt>
                <c:pt idx="604">
                  <c:v>71</c:v>
                </c:pt>
                <c:pt idx="605">
                  <c:v>90</c:v>
                </c:pt>
                <c:pt idx="606">
                  <c:v>100</c:v>
                </c:pt>
                <c:pt idx="607">
                  <c:v>42</c:v>
                </c:pt>
                <c:pt idx="608">
                  <c:v>57</c:v>
                </c:pt>
                <c:pt idx="609">
                  <c:v>57</c:v>
                </c:pt>
                <c:pt idx="610">
                  <c:v>85</c:v>
                </c:pt>
                <c:pt idx="611">
                  <c:v>125</c:v>
                </c:pt>
                <c:pt idx="612">
                  <c:v>48</c:v>
                </c:pt>
                <c:pt idx="613">
                  <c:v>53</c:v>
                </c:pt>
                <c:pt idx="614">
                  <c:v>62.5</c:v>
                </c:pt>
                <c:pt idx="615">
                  <c:v>118</c:v>
                </c:pt>
                <c:pt idx="616">
                  <c:v>52</c:v>
                </c:pt>
                <c:pt idx="617">
                  <c:v>47</c:v>
                </c:pt>
                <c:pt idx="618">
                  <c:v>52.04</c:v>
                </c:pt>
                <c:pt idx="619">
                  <c:v>37.64</c:v>
                </c:pt>
                <c:pt idx="620">
                  <c:v>66</c:v>
                </c:pt>
                <c:pt idx="621">
                  <c:v>162</c:v>
                </c:pt>
                <c:pt idx="622">
                  <c:v>35</c:v>
                </c:pt>
                <c:pt idx="623">
                  <c:v>20.03</c:v>
                </c:pt>
                <c:pt idx="624">
                  <c:v>59.95</c:v>
                </c:pt>
                <c:pt idx="625">
                  <c:v>22</c:v>
                </c:pt>
                <c:pt idx="626">
                  <c:v>48</c:v>
                </c:pt>
                <c:pt idx="627">
                  <c:v>52</c:v>
                </c:pt>
                <c:pt idx="628">
                  <c:v>60</c:v>
                </c:pt>
                <c:pt idx="629">
                  <c:v>140</c:v>
                </c:pt>
                <c:pt idx="630">
                  <c:v>126</c:v>
                </c:pt>
                <c:pt idx="631">
                  <c:v>97</c:v>
                </c:pt>
                <c:pt idx="632">
                  <c:v>77</c:v>
                </c:pt>
                <c:pt idx="633">
                  <c:v>98.88</c:v>
                </c:pt>
                <c:pt idx="634">
                  <c:v>43.51</c:v>
                </c:pt>
                <c:pt idx="635">
                  <c:v>85</c:v>
                </c:pt>
                <c:pt idx="636">
                  <c:v>53.5</c:v>
                </c:pt>
                <c:pt idx="637">
                  <c:v>36</c:v>
                </c:pt>
                <c:pt idx="638">
                  <c:v>155</c:v>
                </c:pt>
                <c:pt idx="639">
                  <c:v>39</c:v>
                </c:pt>
                <c:pt idx="640">
                  <c:v>45</c:v>
                </c:pt>
                <c:pt idx="641">
                  <c:v>55</c:v>
                </c:pt>
                <c:pt idx="642">
                  <c:v>36.85</c:v>
                </c:pt>
                <c:pt idx="643">
                  <c:v>55</c:v>
                </c:pt>
                <c:pt idx="644">
                  <c:v>110</c:v>
                </c:pt>
                <c:pt idx="645">
                  <c:v>57.99</c:v>
                </c:pt>
                <c:pt idx="646">
                  <c:v>130</c:v>
                </c:pt>
                <c:pt idx="647">
                  <c:v>67</c:v>
                </c:pt>
                <c:pt idx="648">
                  <c:v>30</c:v>
                </c:pt>
                <c:pt idx="649">
                  <c:v>59.935000000000002</c:v>
                </c:pt>
                <c:pt idx="650">
                  <c:v>89.61</c:v>
                </c:pt>
                <c:pt idx="651">
                  <c:v>58</c:v>
                </c:pt>
                <c:pt idx="652">
                  <c:v>60</c:v>
                </c:pt>
                <c:pt idx="653">
                  <c:v>150</c:v>
                </c:pt>
                <c:pt idx="654">
                  <c:v>203</c:v>
                </c:pt>
                <c:pt idx="655">
                  <c:v>150</c:v>
                </c:pt>
                <c:pt idx="656">
                  <c:v>33</c:v>
                </c:pt>
                <c:pt idx="657">
                  <c:v>41</c:v>
                </c:pt>
                <c:pt idx="658">
                  <c:v>28</c:v>
                </c:pt>
                <c:pt idx="659">
                  <c:v>75</c:v>
                </c:pt>
                <c:pt idx="660">
                  <c:v>82.5</c:v>
                </c:pt>
                <c:pt idx="661">
                  <c:v>65</c:v>
                </c:pt>
                <c:pt idx="662">
                  <c:v>152</c:v>
                </c:pt>
                <c:pt idx="663">
                  <c:v>90</c:v>
                </c:pt>
                <c:pt idx="664">
                  <c:v>59.13</c:v>
                </c:pt>
                <c:pt idx="665">
                  <c:v>66.02</c:v>
                </c:pt>
                <c:pt idx="666">
                  <c:v>83</c:v>
                </c:pt>
                <c:pt idx="667">
                  <c:v>52</c:v>
                </c:pt>
                <c:pt idx="668">
                  <c:v>77</c:v>
                </c:pt>
                <c:pt idx="669">
                  <c:v>63</c:v>
                </c:pt>
                <c:pt idx="670">
                  <c:v>41</c:v>
                </c:pt>
                <c:pt idx="671">
                  <c:v>42.6</c:v>
                </c:pt>
                <c:pt idx="672">
                  <c:v>112</c:v>
                </c:pt>
                <c:pt idx="673">
                  <c:v>59.76</c:v>
                </c:pt>
                <c:pt idx="674">
                  <c:v>61</c:v>
                </c:pt>
                <c:pt idx="675">
                  <c:v>46</c:v>
                </c:pt>
                <c:pt idx="676">
                  <c:v>40</c:v>
                </c:pt>
                <c:pt idx="677">
                  <c:v>75</c:v>
                </c:pt>
                <c:pt idx="678">
                  <c:v>62</c:v>
                </c:pt>
                <c:pt idx="679">
                  <c:v>135</c:v>
                </c:pt>
                <c:pt idx="680">
                  <c:v>99</c:v>
                </c:pt>
                <c:pt idx="681">
                  <c:v>111</c:v>
                </c:pt>
                <c:pt idx="682">
                  <c:v>67.3</c:v>
                </c:pt>
                <c:pt idx="683">
                  <c:v>42.79</c:v>
                </c:pt>
                <c:pt idx="684">
                  <c:v>84</c:v>
                </c:pt>
                <c:pt idx="685">
                  <c:v>27.68</c:v>
                </c:pt>
                <c:pt idx="686">
                  <c:v>33</c:v>
                </c:pt>
                <c:pt idx="687">
                  <c:v>98</c:v>
                </c:pt>
                <c:pt idx="688">
                  <c:v>83.3</c:v>
                </c:pt>
                <c:pt idx="689">
                  <c:v>195</c:v>
                </c:pt>
                <c:pt idx="690">
                  <c:v>38.130000000000003</c:v>
                </c:pt>
                <c:pt idx="691">
                  <c:v>84.83</c:v>
                </c:pt>
                <c:pt idx="692">
                  <c:v>34.9</c:v>
                </c:pt>
                <c:pt idx="693">
                  <c:v>50.49</c:v>
                </c:pt>
                <c:pt idx="694">
                  <c:v>130</c:v>
                </c:pt>
                <c:pt idx="695">
                  <c:v>90</c:v>
                </c:pt>
                <c:pt idx="696">
                  <c:v>95</c:v>
                </c:pt>
                <c:pt idx="697">
                  <c:v>75</c:v>
                </c:pt>
                <c:pt idx="698">
                  <c:v>30</c:v>
                </c:pt>
                <c:pt idx="699">
                  <c:v>83</c:v>
                </c:pt>
                <c:pt idx="700">
                  <c:v>39</c:v>
                </c:pt>
                <c:pt idx="701">
                  <c:v>100</c:v>
                </c:pt>
                <c:pt idx="702">
                  <c:v>40</c:v>
                </c:pt>
                <c:pt idx="703">
                  <c:v>45</c:v>
                </c:pt>
                <c:pt idx="704">
                  <c:v>68.75</c:v>
                </c:pt>
                <c:pt idx="705">
                  <c:v>57</c:v>
                </c:pt>
                <c:pt idx="706">
                  <c:v>75</c:v>
                </c:pt>
                <c:pt idx="707">
                  <c:v>55</c:v>
                </c:pt>
                <c:pt idx="708">
                  <c:v>39.520000000000003</c:v>
                </c:pt>
                <c:pt idx="709">
                  <c:v>58</c:v>
                </c:pt>
                <c:pt idx="710">
                  <c:v>95</c:v>
                </c:pt>
                <c:pt idx="711">
                  <c:v>113</c:v>
                </c:pt>
                <c:pt idx="712">
                  <c:v>36</c:v>
                </c:pt>
                <c:pt idx="713">
                  <c:v>43.5</c:v>
                </c:pt>
                <c:pt idx="714">
                  <c:v>58.935000000000002</c:v>
                </c:pt>
                <c:pt idx="715">
                  <c:v>86.58</c:v>
                </c:pt>
                <c:pt idx="716">
                  <c:v>94</c:v>
                </c:pt>
                <c:pt idx="717">
                  <c:v>70</c:v>
                </c:pt>
                <c:pt idx="718">
                  <c:v>184</c:v>
                </c:pt>
                <c:pt idx="719">
                  <c:v>82</c:v>
                </c:pt>
                <c:pt idx="720">
                  <c:v>92</c:v>
                </c:pt>
                <c:pt idx="721">
                  <c:v>27.24</c:v>
                </c:pt>
                <c:pt idx="722">
                  <c:v>51.47</c:v>
                </c:pt>
                <c:pt idx="723">
                  <c:v>52</c:v>
                </c:pt>
                <c:pt idx="724">
                  <c:v>41</c:v>
                </c:pt>
                <c:pt idx="725">
                  <c:v>41.1</c:v>
                </c:pt>
                <c:pt idx="726">
                  <c:v>57</c:v>
                </c:pt>
                <c:pt idx="727">
                  <c:v>46.55</c:v>
                </c:pt>
                <c:pt idx="728">
                  <c:v>73.3</c:v>
                </c:pt>
                <c:pt idx="729">
                  <c:v>67</c:v>
                </c:pt>
                <c:pt idx="730">
                  <c:v>65</c:v>
                </c:pt>
                <c:pt idx="731">
                  <c:v>49.39</c:v>
                </c:pt>
                <c:pt idx="732">
                  <c:v>50</c:v>
                </c:pt>
                <c:pt idx="733">
                  <c:v>85</c:v>
                </c:pt>
                <c:pt idx="734">
                  <c:v>142</c:v>
                </c:pt>
                <c:pt idx="735">
                  <c:v>95</c:v>
                </c:pt>
                <c:pt idx="736">
                  <c:v>71</c:v>
                </c:pt>
                <c:pt idx="737">
                  <c:v>60</c:v>
                </c:pt>
                <c:pt idx="738">
                  <c:v>40</c:v>
                </c:pt>
                <c:pt idx="739">
                  <c:v>95</c:v>
                </c:pt>
                <c:pt idx="740">
                  <c:v>40</c:v>
                </c:pt>
                <c:pt idx="741">
                  <c:v>58</c:v>
                </c:pt>
                <c:pt idx="742">
                  <c:v>95</c:v>
                </c:pt>
                <c:pt idx="743">
                  <c:v>115</c:v>
                </c:pt>
                <c:pt idx="744">
                  <c:v>15.135</c:v>
                </c:pt>
                <c:pt idx="745">
                  <c:v>25.88</c:v>
                </c:pt>
                <c:pt idx="746">
                  <c:v>240</c:v>
                </c:pt>
                <c:pt idx="747">
                  <c:v>66</c:v>
                </c:pt>
                <c:pt idx="748">
                  <c:v>28</c:v>
                </c:pt>
                <c:pt idx="749">
                  <c:v>66</c:v>
                </c:pt>
                <c:pt idx="750">
                  <c:v>37</c:v>
                </c:pt>
                <c:pt idx="751">
                  <c:v>69</c:v>
                </c:pt>
                <c:pt idx="752">
                  <c:v>51.91</c:v>
                </c:pt>
                <c:pt idx="753">
                  <c:v>42.79</c:v>
                </c:pt>
                <c:pt idx="754">
                  <c:v>80</c:v>
                </c:pt>
                <c:pt idx="755">
                  <c:v>130</c:v>
                </c:pt>
                <c:pt idx="756">
                  <c:v>55.78</c:v>
                </c:pt>
                <c:pt idx="757">
                  <c:v>125</c:v>
                </c:pt>
                <c:pt idx="758">
                  <c:v>65</c:v>
                </c:pt>
                <c:pt idx="759">
                  <c:v>120</c:v>
                </c:pt>
                <c:pt idx="760">
                  <c:v>26</c:v>
                </c:pt>
                <c:pt idx="761">
                  <c:v>17</c:v>
                </c:pt>
                <c:pt idx="762">
                  <c:v>140</c:v>
                </c:pt>
                <c:pt idx="763">
                  <c:v>69</c:v>
                </c:pt>
                <c:pt idx="764">
                  <c:v>125</c:v>
                </c:pt>
                <c:pt idx="765">
                  <c:v>52</c:v>
                </c:pt>
                <c:pt idx="766">
                  <c:v>52</c:v>
                </c:pt>
                <c:pt idx="767">
                  <c:v>110</c:v>
                </c:pt>
                <c:pt idx="768">
                  <c:v>53</c:v>
                </c:pt>
                <c:pt idx="769">
                  <c:v>45</c:v>
                </c:pt>
                <c:pt idx="770">
                  <c:v>107</c:v>
                </c:pt>
                <c:pt idx="771">
                  <c:v>57.5</c:v>
                </c:pt>
                <c:pt idx="772">
                  <c:v>33.03</c:v>
                </c:pt>
                <c:pt idx="773">
                  <c:v>54</c:v>
                </c:pt>
                <c:pt idx="774">
                  <c:v>80</c:v>
                </c:pt>
                <c:pt idx="775">
                  <c:v>55</c:v>
                </c:pt>
                <c:pt idx="776">
                  <c:v>43.414999999999999</c:v>
                </c:pt>
                <c:pt idx="777">
                  <c:v>423</c:v>
                </c:pt>
                <c:pt idx="778">
                  <c:v>58</c:v>
                </c:pt>
                <c:pt idx="779">
                  <c:v>98.89</c:v>
                </c:pt>
                <c:pt idx="780">
                  <c:v>49.86</c:v>
                </c:pt>
                <c:pt idx="781">
                  <c:v>130</c:v>
                </c:pt>
                <c:pt idx="782">
                  <c:v>39.729999999999997</c:v>
                </c:pt>
                <c:pt idx="783">
                  <c:v>150</c:v>
                </c:pt>
                <c:pt idx="784">
                  <c:v>247</c:v>
                </c:pt>
                <c:pt idx="785">
                  <c:v>250</c:v>
                </c:pt>
                <c:pt idx="786">
                  <c:v>187</c:v>
                </c:pt>
                <c:pt idx="787">
                  <c:v>90</c:v>
                </c:pt>
                <c:pt idx="788">
                  <c:v>11</c:v>
                </c:pt>
                <c:pt idx="789">
                  <c:v>82</c:v>
                </c:pt>
                <c:pt idx="790">
                  <c:v>87</c:v>
                </c:pt>
                <c:pt idx="791">
                  <c:v>45.9</c:v>
                </c:pt>
                <c:pt idx="792">
                  <c:v>79.5</c:v>
                </c:pt>
                <c:pt idx="793">
                  <c:v>240</c:v>
                </c:pt>
                <c:pt idx="794">
                  <c:v>64.44</c:v>
                </c:pt>
                <c:pt idx="795">
                  <c:v>95</c:v>
                </c:pt>
                <c:pt idx="796">
                  <c:v>95</c:v>
                </c:pt>
                <c:pt idx="797">
                  <c:v>270</c:v>
                </c:pt>
                <c:pt idx="798">
                  <c:v>50</c:v>
                </c:pt>
                <c:pt idx="799">
                  <c:v>80</c:v>
                </c:pt>
                <c:pt idx="800">
                  <c:v>55.79</c:v>
                </c:pt>
                <c:pt idx="801">
                  <c:v>18.41</c:v>
                </c:pt>
                <c:pt idx="802">
                  <c:v>33.28</c:v>
                </c:pt>
                <c:pt idx="803">
                  <c:v>115</c:v>
                </c:pt>
                <c:pt idx="804">
                  <c:v>68</c:v>
                </c:pt>
                <c:pt idx="805">
                  <c:v>35.14</c:v>
                </c:pt>
                <c:pt idx="806">
                  <c:v>42</c:v>
                </c:pt>
                <c:pt idx="807">
                  <c:v>55</c:v>
                </c:pt>
                <c:pt idx="808">
                  <c:v>48.45</c:v>
                </c:pt>
                <c:pt idx="809">
                  <c:v>65.989999999999995</c:v>
                </c:pt>
                <c:pt idx="810">
                  <c:v>20</c:v>
                </c:pt>
                <c:pt idx="811">
                  <c:v>56</c:v>
                </c:pt>
                <c:pt idx="812">
                  <c:v>80</c:v>
                </c:pt>
                <c:pt idx="813">
                  <c:v>50</c:v>
                </c:pt>
                <c:pt idx="814">
                  <c:v>47</c:v>
                </c:pt>
                <c:pt idx="815">
                  <c:v>62</c:v>
                </c:pt>
                <c:pt idx="816">
                  <c:v>42</c:v>
                </c:pt>
                <c:pt idx="817">
                  <c:v>71.55</c:v>
                </c:pt>
                <c:pt idx="818">
                  <c:v>31</c:v>
                </c:pt>
                <c:pt idx="819">
                  <c:v>86.51</c:v>
                </c:pt>
                <c:pt idx="820">
                  <c:v>52.07</c:v>
                </c:pt>
                <c:pt idx="821">
                  <c:v>100</c:v>
                </c:pt>
                <c:pt idx="822">
                  <c:v>49.98</c:v>
                </c:pt>
                <c:pt idx="823">
                  <c:v>56.5</c:v>
                </c:pt>
                <c:pt idx="824">
                  <c:v>75</c:v>
                </c:pt>
                <c:pt idx="825">
                  <c:v>109</c:v>
                </c:pt>
                <c:pt idx="826">
                  <c:v>27</c:v>
                </c:pt>
                <c:pt idx="827">
                  <c:v>55.15</c:v>
                </c:pt>
                <c:pt idx="828">
                  <c:v>17.535</c:v>
                </c:pt>
                <c:pt idx="829">
                  <c:v>125</c:v>
                </c:pt>
                <c:pt idx="830">
                  <c:v>36.85</c:v>
                </c:pt>
                <c:pt idx="831">
                  <c:v>73.5</c:v>
                </c:pt>
                <c:pt idx="832">
                  <c:v>80</c:v>
                </c:pt>
                <c:pt idx="833">
                  <c:v>56.12</c:v>
                </c:pt>
                <c:pt idx="834">
                  <c:v>67</c:v>
                </c:pt>
                <c:pt idx="835">
                  <c:v>145</c:v>
                </c:pt>
                <c:pt idx="836">
                  <c:v>22</c:v>
                </c:pt>
                <c:pt idx="837">
                  <c:v>100</c:v>
                </c:pt>
                <c:pt idx="838">
                  <c:v>93</c:v>
                </c:pt>
                <c:pt idx="839">
                  <c:v>49</c:v>
                </c:pt>
                <c:pt idx="840">
                  <c:v>89.5</c:v>
                </c:pt>
                <c:pt idx="841">
                  <c:v>66</c:v>
                </c:pt>
                <c:pt idx="842">
                  <c:v>40.43</c:v>
                </c:pt>
                <c:pt idx="843">
                  <c:v>67</c:v>
                </c:pt>
                <c:pt idx="844">
                  <c:v>44.5</c:v>
                </c:pt>
                <c:pt idx="845">
                  <c:v>53</c:v>
                </c:pt>
                <c:pt idx="846">
                  <c:v>62.8</c:v>
                </c:pt>
                <c:pt idx="847">
                  <c:v>163</c:v>
                </c:pt>
                <c:pt idx="848">
                  <c:v>53</c:v>
                </c:pt>
                <c:pt idx="849">
                  <c:v>62</c:v>
                </c:pt>
                <c:pt idx="850">
                  <c:v>12</c:v>
                </c:pt>
                <c:pt idx="851">
                  <c:v>60</c:v>
                </c:pt>
                <c:pt idx="852">
                  <c:v>140</c:v>
                </c:pt>
                <c:pt idx="853">
                  <c:v>48.27</c:v>
                </c:pt>
                <c:pt idx="854">
                  <c:v>56</c:v>
                </c:pt>
                <c:pt idx="855">
                  <c:v>95.84</c:v>
                </c:pt>
                <c:pt idx="856">
                  <c:v>80.5</c:v>
                </c:pt>
                <c:pt idx="857">
                  <c:v>74.5</c:v>
                </c:pt>
                <c:pt idx="858">
                  <c:v>55</c:v>
                </c:pt>
                <c:pt idx="859">
                  <c:v>64.5</c:v>
                </c:pt>
                <c:pt idx="860">
                  <c:v>38</c:v>
                </c:pt>
                <c:pt idx="861">
                  <c:v>46</c:v>
                </c:pt>
                <c:pt idx="862">
                  <c:v>43.4</c:v>
                </c:pt>
                <c:pt idx="863">
                  <c:v>130</c:v>
                </c:pt>
                <c:pt idx="864">
                  <c:v>75</c:v>
                </c:pt>
                <c:pt idx="865">
                  <c:v>68.75</c:v>
                </c:pt>
                <c:pt idx="866">
                  <c:v>58</c:v>
                </c:pt>
                <c:pt idx="867">
                  <c:v>50</c:v>
                </c:pt>
                <c:pt idx="868">
                  <c:v>225</c:v>
                </c:pt>
                <c:pt idx="869">
                  <c:v>54.8</c:v>
                </c:pt>
                <c:pt idx="870">
                  <c:v>90</c:v>
                </c:pt>
                <c:pt idx="871">
                  <c:v>125</c:v>
                </c:pt>
                <c:pt idx="872">
                  <c:v>65</c:v>
                </c:pt>
                <c:pt idx="873">
                  <c:v>52</c:v>
                </c:pt>
                <c:pt idx="874">
                  <c:v>72</c:v>
                </c:pt>
                <c:pt idx="875">
                  <c:v>115</c:v>
                </c:pt>
                <c:pt idx="876">
                  <c:v>55.5</c:v>
                </c:pt>
                <c:pt idx="877">
                  <c:v>66</c:v>
                </c:pt>
                <c:pt idx="878">
                  <c:v>46</c:v>
                </c:pt>
                <c:pt idx="879">
                  <c:v>75</c:v>
                </c:pt>
                <c:pt idx="880">
                  <c:v>70</c:v>
                </c:pt>
                <c:pt idx="881">
                  <c:v>40.32</c:v>
                </c:pt>
                <c:pt idx="882">
                  <c:v>50</c:v>
                </c:pt>
                <c:pt idx="883">
                  <c:v>85.1</c:v>
                </c:pt>
                <c:pt idx="884">
                  <c:v>105</c:v>
                </c:pt>
                <c:pt idx="885">
                  <c:v>80</c:v>
                </c:pt>
                <c:pt idx="886">
                  <c:v>55</c:v>
                </c:pt>
                <c:pt idx="887">
                  <c:v>42.9</c:v>
                </c:pt>
                <c:pt idx="888">
                  <c:v>46</c:v>
                </c:pt>
                <c:pt idx="889">
                  <c:v>75</c:v>
                </c:pt>
                <c:pt idx="890">
                  <c:v>39.729999999999997</c:v>
                </c:pt>
                <c:pt idx="891">
                  <c:v>70</c:v>
                </c:pt>
                <c:pt idx="892">
                  <c:v>45.84</c:v>
                </c:pt>
                <c:pt idx="893">
                  <c:v>154</c:v>
                </c:pt>
                <c:pt idx="894">
                  <c:v>64.08</c:v>
                </c:pt>
                <c:pt idx="895">
                  <c:v>74</c:v>
                </c:pt>
                <c:pt idx="896">
                  <c:v>141</c:v>
                </c:pt>
                <c:pt idx="897">
                  <c:v>90</c:v>
                </c:pt>
                <c:pt idx="898">
                  <c:v>54.54</c:v>
                </c:pt>
                <c:pt idx="899">
                  <c:v>65</c:v>
                </c:pt>
                <c:pt idx="900">
                  <c:v>88.64</c:v>
                </c:pt>
                <c:pt idx="901">
                  <c:v>14</c:v>
                </c:pt>
                <c:pt idx="902">
                  <c:v>61.92</c:v>
                </c:pt>
                <c:pt idx="903">
                  <c:v>90</c:v>
                </c:pt>
                <c:pt idx="904">
                  <c:v>35</c:v>
                </c:pt>
                <c:pt idx="905">
                  <c:v>48.33</c:v>
                </c:pt>
                <c:pt idx="906">
                  <c:v>48</c:v>
                </c:pt>
                <c:pt idx="907">
                  <c:v>115</c:v>
                </c:pt>
                <c:pt idx="908">
                  <c:v>85</c:v>
                </c:pt>
                <c:pt idx="909">
                  <c:v>62.55</c:v>
                </c:pt>
                <c:pt idx="910">
                  <c:v>56</c:v>
                </c:pt>
                <c:pt idx="911">
                  <c:v>265</c:v>
                </c:pt>
                <c:pt idx="912">
                  <c:v>125</c:v>
                </c:pt>
                <c:pt idx="913">
                  <c:v>96</c:v>
                </c:pt>
                <c:pt idx="914">
                  <c:v>56.25</c:v>
                </c:pt>
                <c:pt idx="915">
                  <c:v>60</c:v>
                </c:pt>
                <c:pt idx="916">
                  <c:v>95</c:v>
                </c:pt>
                <c:pt idx="917">
                  <c:v>42</c:v>
                </c:pt>
                <c:pt idx="918">
                  <c:v>67.38</c:v>
                </c:pt>
                <c:pt idx="919">
                  <c:v>135</c:v>
                </c:pt>
                <c:pt idx="920">
                  <c:v>29</c:v>
                </c:pt>
                <c:pt idx="921">
                  <c:v>110</c:v>
                </c:pt>
                <c:pt idx="922">
                  <c:v>62</c:v>
                </c:pt>
                <c:pt idx="923">
                  <c:v>69</c:v>
                </c:pt>
                <c:pt idx="924">
                  <c:v>46</c:v>
                </c:pt>
                <c:pt idx="925">
                  <c:v>78</c:v>
                </c:pt>
                <c:pt idx="926">
                  <c:v>44</c:v>
                </c:pt>
                <c:pt idx="927">
                  <c:v>56</c:v>
                </c:pt>
                <c:pt idx="928">
                  <c:v>73</c:v>
                </c:pt>
                <c:pt idx="929">
                  <c:v>86.58</c:v>
                </c:pt>
                <c:pt idx="930">
                  <c:v>56.93</c:v>
                </c:pt>
                <c:pt idx="931">
                  <c:v>102</c:v>
                </c:pt>
                <c:pt idx="932">
                  <c:v>38</c:v>
                </c:pt>
                <c:pt idx="933">
                  <c:v>62</c:v>
                </c:pt>
                <c:pt idx="934">
                  <c:v>150</c:v>
                </c:pt>
                <c:pt idx="935">
                  <c:v>50</c:v>
                </c:pt>
                <c:pt idx="936">
                  <c:v>45</c:v>
                </c:pt>
                <c:pt idx="937">
                  <c:v>105</c:v>
                </c:pt>
                <c:pt idx="938">
                  <c:v>57</c:v>
                </c:pt>
                <c:pt idx="939">
                  <c:v>55</c:v>
                </c:pt>
                <c:pt idx="940">
                  <c:v>75</c:v>
                </c:pt>
                <c:pt idx="941">
                  <c:v>115</c:v>
                </c:pt>
                <c:pt idx="942">
                  <c:v>52.32</c:v>
                </c:pt>
                <c:pt idx="943">
                  <c:v>115</c:v>
                </c:pt>
                <c:pt idx="944">
                  <c:v>75</c:v>
                </c:pt>
                <c:pt idx="945">
                  <c:v>55.11</c:v>
                </c:pt>
                <c:pt idx="946">
                  <c:v>200</c:v>
                </c:pt>
                <c:pt idx="947">
                  <c:v>80</c:v>
                </c:pt>
                <c:pt idx="948">
                  <c:v>70</c:v>
                </c:pt>
                <c:pt idx="949">
                  <c:v>145</c:v>
                </c:pt>
                <c:pt idx="950">
                  <c:v>80</c:v>
                </c:pt>
                <c:pt idx="951">
                  <c:v>64.5</c:v>
                </c:pt>
                <c:pt idx="952">
                  <c:v>75</c:v>
                </c:pt>
                <c:pt idx="953">
                  <c:v>49</c:v>
                </c:pt>
                <c:pt idx="954">
                  <c:v>38</c:v>
                </c:pt>
                <c:pt idx="955">
                  <c:v>50</c:v>
                </c:pt>
                <c:pt idx="956">
                  <c:v>175</c:v>
                </c:pt>
                <c:pt idx="957">
                  <c:v>41</c:v>
                </c:pt>
                <c:pt idx="958">
                  <c:v>75</c:v>
                </c:pt>
                <c:pt idx="959">
                  <c:v>95</c:v>
                </c:pt>
                <c:pt idx="960">
                  <c:v>56</c:v>
                </c:pt>
                <c:pt idx="961">
                  <c:v>120</c:v>
                </c:pt>
                <c:pt idx="962">
                  <c:v>92.5</c:v>
                </c:pt>
                <c:pt idx="963">
                  <c:v>160</c:v>
                </c:pt>
                <c:pt idx="964">
                  <c:v>65.489999999999995</c:v>
                </c:pt>
                <c:pt idx="965">
                  <c:v>45</c:v>
                </c:pt>
                <c:pt idx="966">
                  <c:v>77</c:v>
                </c:pt>
                <c:pt idx="967">
                  <c:v>56</c:v>
                </c:pt>
                <c:pt idx="968">
                  <c:v>75</c:v>
                </c:pt>
                <c:pt idx="969">
                  <c:v>105</c:v>
                </c:pt>
                <c:pt idx="970">
                  <c:v>45</c:v>
                </c:pt>
                <c:pt idx="971">
                  <c:v>38</c:v>
                </c:pt>
                <c:pt idx="972">
                  <c:v>62.5</c:v>
                </c:pt>
                <c:pt idx="973">
                  <c:v>42</c:v>
                </c:pt>
                <c:pt idx="974">
                  <c:v>170</c:v>
                </c:pt>
                <c:pt idx="975">
                  <c:v>65</c:v>
                </c:pt>
                <c:pt idx="976">
                  <c:v>120</c:v>
                </c:pt>
                <c:pt idx="977">
                  <c:v>67</c:v>
                </c:pt>
                <c:pt idx="978">
                  <c:v>110</c:v>
                </c:pt>
                <c:pt idx="979">
                  <c:v>98</c:v>
                </c:pt>
                <c:pt idx="980">
                  <c:v>65.254999999999995</c:v>
                </c:pt>
                <c:pt idx="981">
                  <c:v>45</c:v>
                </c:pt>
                <c:pt idx="982">
                  <c:v>27</c:v>
                </c:pt>
                <c:pt idx="983">
                  <c:v>30.5</c:v>
                </c:pt>
                <c:pt idx="984">
                  <c:v>48</c:v>
                </c:pt>
                <c:pt idx="985">
                  <c:v>46.5</c:v>
                </c:pt>
                <c:pt idx="986">
                  <c:v>46.48</c:v>
                </c:pt>
                <c:pt idx="987">
                  <c:v>300</c:v>
                </c:pt>
                <c:pt idx="988">
                  <c:v>36.435000000000002</c:v>
                </c:pt>
                <c:pt idx="989">
                  <c:v>74</c:v>
                </c:pt>
                <c:pt idx="990">
                  <c:v>35</c:v>
                </c:pt>
                <c:pt idx="991">
                  <c:v>42</c:v>
                </c:pt>
                <c:pt idx="992">
                  <c:v>62</c:v>
                </c:pt>
                <c:pt idx="993">
                  <c:v>40</c:v>
                </c:pt>
                <c:pt idx="994">
                  <c:v>75</c:v>
                </c:pt>
                <c:pt idx="995">
                  <c:v>43</c:v>
                </c:pt>
                <c:pt idx="996">
                  <c:v>105</c:v>
                </c:pt>
                <c:pt idx="997">
                  <c:v>65</c:v>
                </c:pt>
                <c:pt idx="998">
                  <c:v>97.42</c:v>
                </c:pt>
                <c:pt idx="999">
                  <c:v>45</c:v>
                </c:pt>
                <c:pt idx="1000">
                  <c:v>79</c:v>
                </c:pt>
                <c:pt idx="1001">
                  <c:v>77.680000000000007</c:v>
                </c:pt>
                <c:pt idx="1002">
                  <c:v>220</c:v>
                </c:pt>
                <c:pt idx="1003">
                  <c:v>46.17</c:v>
                </c:pt>
                <c:pt idx="1004">
                  <c:v>51.63</c:v>
                </c:pt>
                <c:pt idx="1005">
                  <c:v>85</c:v>
                </c:pt>
                <c:pt idx="1006">
                  <c:v>100</c:v>
                </c:pt>
                <c:pt idx="1007">
                  <c:v>120</c:v>
                </c:pt>
                <c:pt idx="1008">
                  <c:v>60.47</c:v>
                </c:pt>
                <c:pt idx="1009">
                  <c:v>53.76</c:v>
                </c:pt>
                <c:pt idx="1010">
                  <c:v>55</c:v>
                </c:pt>
                <c:pt idx="1011">
                  <c:v>145</c:v>
                </c:pt>
                <c:pt idx="1012">
                  <c:v>90</c:v>
                </c:pt>
                <c:pt idx="1013">
                  <c:v>51.99</c:v>
                </c:pt>
                <c:pt idx="1014">
                  <c:v>94.79</c:v>
                </c:pt>
                <c:pt idx="1015">
                  <c:v>97.38</c:v>
                </c:pt>
                <c:pt idx="1016">
                  <c:v>60</c:v>
                </c:pt>
                <c:pt idx="1017">
                  <c:v>65</c:v>
                </c:pt>
                <c:pt idx="1018">
                  <c:v>78</c:v>
                </c:pt>
                <c:pt idx="1019">
                  <c:v>210</c:v>
                </c:pt>
                <c:pt idx="1020">
                  <c:v>120</c:v>
                </c:pt>
                <c:pt idx="1021">
                  <c:v>63</c:v>
                </c:pt>
                <c:pt idx="1022">
                  <c:v>48.7</c:v>
                </c:pt>
                <c:pt idx="1023">
                  <c:v>39</c:v>
                </c:pt>
                <c:pt idx="1024">
                  <c:v>85</c:v>
                </c:pt>
                <c:pt idx="1025">
                  <c:v>40</c:v>
                </c:pt>
                <c:pt idx="1026">
                  <c:v>130</c:v>
                </c:pt>
                <c:pt idx="1027">
                  <c:v>68.400000000000006</c:v>
                </c:pt>
                <c:pt idx="1028">
                  <c:v>52.5</c:v>
                </c:pt>
                <c:pt idx="1029">
                  <c:v>20</c:v>
                </c:pt>
                <c:pt idx="1030">
                  <c:v>15</c:v>
                </c:pt>
                <c:pt idx="1031">
                  <c:v>42</c:v>
                </c:pt>
                <c:pt idx="1032">
                  <c:v>66.680000000000007</c:v>
                </c:pt>
                <c:pt idx="1033">
                  <c:v>16</c:v>
                </c:pt>
                <c:pt idx="1034">
                  <c:v>62.28</c:v>
                </c:pt>
                <c:pt idx="1035">
                  <c:v>85</c:v>
                </c:pt>
                <c:pt idx="1036">
                  <c:v>49</c:v>
                </c:pt>
                <c:pt idx="1037">
                  <c:v>75</c:v>
                </c:pt>
                <c:pt idx="1038">
                  <c:v>100</c:v>
                </c:pt>
                <c:pt idx="1039">
                  <c:v>70.25</c:v>
                </c:pt>
                <c:pt idx="1040">
                  <c:v>50</c:v>
                </c:pt>
                <c:pt idx="1041">
                  <c:v>60</c:v>
                </c:pt>
                <c:pt idx="1042">
                  <c:v>78</c:v>
                </c:pt>
                <c:pt idx="1043">
                  <c:v>75</c:v>
                </c:pt>
                <c:pt idx="1044">
                  <c:v>68</c:v>
                </c:pt>
                <c:pt idx="1045">
                  <c:v>78</c:v>
                </c:pt>
                <c:pt idx="1046">
                  <c:v>25</c:v>
                </c:pt>
                <c:pt idx="1047">
                  <c:v>146</c:v>
                </c:pt>
                <c:pt idx="1048">
                  <c:v>250</c:v>
                </c:pt>
                <c:pt idx="1049">
                  <c:v>160</c:v>
                </c:pt>
                <c:pt idx="1050">
                  <c:v>45</c:v>
                </c:pt>
                <c:pt idx="1051">
                  <c:v>80</c:v>
                </c:pt>
                <c:pt idx="1052">
                  <c:v>115</c:v>
                </c:pt>
                <c:pt idx="1053">
                  <c:v>248</c:v>
                </c:pt>
                <c:pt idx="1054">
                  <c:v>100</c:v>
                </c:pt>
                <c:pt idx="1055">
                  <c:v>155</c:v>
                </c:pt>
                <c:pt idx="1056">
                  <c:v>120</c:v>
                </c:pt>
                <c:pt idx="1057">
                  <c:v>55</c:v>
                </c:pt>
                <c:pt idx="1058">
                  <c:v>67.98</c:v>
                </c:pt>
                <c:pt idx="1059">
                  <c:v>59</c:v>
                </c:pt>
                <c:pt idx="1060">
                  <c:v>65</c:v>
                </c:pt>
                <c:pt idx="1061">
                  <c:v>52</c:v>
                </c:pt>
                <c:pt idx="1062">
                  <c:v>35</c:v>
                </c:pt>
                <c:pt idx="1063">
                  <c:v>55</c:v>
                </c:pt>
                <c:pt idx="1064">
                  <c:v>62</c:v>
                </c:pt>
                <c:pt idx="1065">
                  <c:v>56</c:v>
                </c:pt>
                <c:pt idx="1066">
                  <c:v>41</c:v>
                </c:pt>
                <c:pt idx="1067">
                  <c:v>67</c:v>
                </c:pt>
                <c:pt idx="1068">
                  <c:v>88.5</c:v>
                </c:pt>
                <c:pt idx="1069">
                  <c:v>57</c:v>
                </c:pt>
                <c:pt idx="1070">
                  <c:v>65</c:v>
                </c:pt>
                <c:pt idx="1071">
                  <c:v>39</c:v>
                </c:pt>
                <c:pt idx="1072">
                  <c:v>60.81</c:v>
                </c:pt>
                <c:pt idx="1073">
                  <c:v>85</c:v>
                </c:pt>
                <c:pt idx="1074">
                  <c:v>220</c:v>
                </c:pt>
                <c:pt idx="1075">
                  <c:v>78</c:v>
                </c:pt>
                <c:pt idx="1076">
                  <c:v>53</c:v>
                </c:pt>
                <c:pt idx="1077">
                  <c:v>47</c:v>
                </c:pt>
                <c:pt idx="1078">
                  <c:v>105</c:v>
                </c:pt>
                <c:pt idx="1079">
                  <c:v>38.340000000000003</c:v>
                </c:pt>
                <c:pt idx="1080">
                  <c:v>81.99</c:v>
                </c:pt>
                <c:pt idx="1081">
                  <c:v>86</c:v>
                </c:pt>
                <c:pt idx="1082">
                  <c:v>58.5</c:v>
                </c:pt>
                <c:pt idx="1083">
                  <c:v>80</c:v>
                </c:pt>
                <c:pt idx="1084">
                  <c:v>50.75</c:v>
                </c:pt>
                <c:pt idx="1085">
                  <c:v>100</c:v>
                </c:pt>
                <c:pt idx="1086">
                  <c:v>48</c:v>
                </c:pt>
                <c:pt idx="1087">
                  <c:v>251</c:v>
                </c:pt>
                <c:pt idx="1088">
                  <c:v>63.59</c:v>
                </c:pt>
                <c:pt idx="1089">
                  <c:v>55</c:v>
                </c:pt>
                <c:pt idx="1090">
                  <c:v>59</c:v>
                </c:pt>
                <c:pt idx="1091">
                  <c:v>78</c:v>
                </c:pt>
                <c:pt idx="1092">
                  <c:v>45</c:v>
                </c:pt>
                <c:pt idx="1093">
                  <c:v>47</c:v>
                </c:pt>
                <c:pt idx="1094">
                  <c:v>89.55</c:v>
                </c:pt>
                <c:pt idx="1095">
                  <c:v>88</c:v>
                </c:pt>
                <c:pt idx="1096">
                  <c:v>75</c:v>
                </c:pt>
                <c:pt idx="1097">
                  <c:v>64</c:v>
                </c:pt>
                <c:pt idx="1098">
                  <c:v>16</c:v>
                </c:pt>
                <c:pt idx="1099">
                  <c:v>72</c:v>
                </c:pt>
                <c:pt idx="1100">
                  <c:v>53.4</c:v>
                </c:pt>
                <c:pt idx="1101">
                  <c:v>45</c:v>
                </c:pt>
                <c:pt idx="1102">
                  <c:v>44</c:v>
                </c:pt>
                <c:pt idx="1103">
                  <c:v>83.87</c:v>
                </c:pt>
                <c:pt idx="1104">
                  <c:v>51.46</c:v>
                </c:pt>
                <c:pt idx="1105">
                  <c:v>43.85</c:v>
                </c:pt>
                <c:pt idx="1106">
                  <c:v>56.1</c:v>
                </c:pt>
                <c:pt idx="1107">
                  <c:v>85</c:v>
                </c:pt>
                <c:pt idx="1108">
                  <c:v>120</c:v>
                </c:pt>
                <c:pt idx="1109">
                  <c:v>40</c:v>
                </c:pt>
                <c:pt idx="1110">
                  <c:v>90</c:v>
                </c:pt>
                <c:pt idx="1111">
                  <c:v>43</c:v>
                </c:pt>
                <c:pt idx="1112">
                  <c:v>38.65</c:v>
                </c:pt>
                <c:pt idx="1113">
                  <c:v>74.400000000000006</c:v>
                </c:pt>
                <c:pt idx="1114">
                  <c:v>69</c:v>
                </c:pt>
                <c:pt idx="1115">
                  <c:v>65</c:v>
                </c:pt>
                <c:pt idx="1116">
                  <c:v>130</c:v>
                </c:pt>
                <c:pt idx="1117">
                  <c:v>75</c:v>
                </c:pt>
                <c:pt idx="1118">
                  <c:v>85</c:v>
                </c:pt>
                <c:pt idx="1119">
                  <c:v>67</c:v>
                </c:pt>
                <c:pt idx="1120">
                  <c:v>63</c:v>
                </c:pt>
                <c:pt idx="1121">
                  <c:v>49</c:v>
                </c:pt>
                <c:pt idx="1122">
                  <c:v>88</c:v>
                </c:pt>
                <c:pt idx="1123">
                  <c:v>69</c:v>
                </c:pt>
                <c:pt idx="1124">
                  <c:v>45</c:v>
                </c:pt>
                <c:pt idx="1125">
                  <c:v>86.06</c:v>
                </c:pt>
                <c:pt idx="1126">
                  <c:v>149</c:v>
                </c:pt>
                <c:pt idx="1127">
                  <c:v>96</c:v>
                </c:pt>
                <c:pt idx="1128">
                  <c:v>127</c:v>
                </c:pt>
                <c:pt idx="1129">
                  <c:v>125</c:v>
                </c:pt>
                <c:pt idx="1130">
                  <c:v>71</c:v>
                </c:pt>
                <c:pt idx="1131">
                  <c:v>32.369999999999997</c:v>
                </c:pt>
                <c:pt idx="1132">
                  <c:v>36</c:v>
                </c:pt>
                <c:pt idx="1133">
                  <c:v>299</c:v>
                </c:pt>
                <c:pt idx="1134">
                  <c:v>51.5</c:v>
                </c:pt>
                <c:pt idx="1135">
                  <c:v>80</c:v>
                </c:pt>
                <c:pt idx="1136">
                  <c:v>65</c:v>
                </c:pt>
                <c:pt idx="1137">
                  <c:v>78</c:v>
                </c:pt>
                <c:pt idx="1138">
                  <c:v>98.32</c:v>
                </c:pt>
                <c:pt idx="1139">
                  <c:v>54</c:v>
                </c:pt>
                <c:pt idx="1140">
                  <c:v>116</c:v>
                </c:pt>
                <c:pt idx="1141">
                  <c:v>32.72</c:v>
                </c:pt>
                <c:pt idx="1142">
                  <c:v>25.25</c:v>
                </c:pt>
                <c:pt idx="1143">
                  <c:v>47</c:v>
                </c:pt>
                <c:pt idx="1144">
                  <c:v>50</c:v>
                </c:pt>
                <c:pt idx="1145">
                  <c:v>33</c:v>
                </c:pt>
                <c:pt idx="1146">
                  <c:v>50.75</c:v>
                </c:pt>
                <c:pt idx="1147">
                  <c:v>45</c:v>
                </c:pt>
                <c:pt idx="1148">
                  <c:v>135</c:v>
                </c:pt>
                <c:pt idx="1149">
                  <c:v>40</c:v>
                </c:pt>
                <c:pt idx="1150">
                  <c:v>155</c:v>
                </c:pt>
                <c:pt idx="1151">
                  <c:v>95.1</c:v>
                </c:pt>
                <c:pt idx="1152">
                  <c:v>93</c:v>
                </c:pt>
                <c:pt idx="1153">
                  <c:v>56</c:v>
                </c:pt>
                <c:pt idx="1154">
                  <c:v>72.2</c:v>
                </c:pt>
                <c:pt idx="1155">
                  <c:v>70</c:v>
                </c:pt>
                <c:pt idx="1156">
                  <c:v>65</c:v>
                </c:pt>
                <c:pt idx="1157">
                  <c:v>18.5</c:v>
                </c:pt>
                <c:pt idx="1158">
                  <c:v>187</c:v>
                </c:pt>
                <c:pt idx="1159">
                  <c:v>55</c:v>
                </c:pt>
                <c:pt idx="1160">
                  <c:v>74</c:v>
                </c:pt>
                <c:pt idx="1161">
                  <c:v>40</c:v>
                </c:pt>
                <c:pt idx="1162">
                  <c:v>158</c:v>
                </c:pt>
                <c:pt idx="1163">
                  <c:v>110</c:v>
                </c:pt>
                <c:pt idx="1164">
                  <c:v>35</c:v>
                </c:pt>
                <c:pt idx="1165">
                  <c:v>52</c:v>
                </c:pt>
                <c:pt idx="1166">
                  <c:v>44</c:v>
                </c:pt>
                <c:pt idx="1167">
                  <c:v>42.1</c:v>
                </c:pt>
                <c:pt idx="1168">
                  <c:v>25</c:v>
                </c:pt>
                <c:pt idx="1169">
                  <c:v>84</c:v>
                </c:pt>
                <c:pt idx="1170">
                  <c:v>39.549999999999997</c:v>
                </c:pt>
                <c:pt idx="1171">
                  <c:v>65</c:v>
                </c:pt>
                <c:pt idx="1172">
                  <c:v>100</c:v>
                </c:pt>
                <c:pt idx="1173">
                  <c:v>64</c:v>
                </c:pt>
                <c:pt idx="1174">
                  <c:v>76</c:v>
                </c:pt>
                <c:pt idx="1175">
                  <c:v>37.49</c:v>
                </c:pt>
                <c:pt idx="1176">
                  <c:v>140</c:v>
                </c:pt>
                <c:pt idx="1177">
                  <c:v>69</c:v>
                </c:pt>
                <c:pt idx="1178">
                  <c:v>50</c:v>
                </c:pt>
                <c:pt idx="1179">
                  <c:v>46</c:v>
                </c:pt>
                <c:pt idx="1180">
                  <c:v>58.4</c:v>
                </c:pt>
                <c:pt idx="1181">
                  <c:v>65</c:v>
                </c:pt>
                <c:pt idx="1182">
                  <c:v>41.39</c:v>
                </c:pt>
                <c:pt idx="1183">
                  <c:v>100</c:v>
                </c:pt>
                <c:pt idx="1184">
                  <c:v>52.48</c:v>
                </c:pt>
                <c:pt idx="1185">
                  <c:v>66</c:v>
                </c:pt>
                <c:pt idx="1186">
                  <c:v>62</c:v>
                </c:pt>
                <c:pt idx="1187">
                  <c:v>51</c:v>
                </c:pt>
                <c:pt idx="1188">
                  <c:v>75</c:v>
                </c:pt>
                <c:pt idx="1189">
                  <c:v>95</c:v>
                </c:pt>
                <c:pt idx="1190">
                  <c:v>22</c:v>
                </c:pt>
                <c:pt idx="1191">
                  <c:v>47.65</c:v>
                </c:pt>
                <c:pt idx="1192">
                  <c:v>150</c:v>
                </c:pt>
                <c:pt idx="1193">
                  <c:v>71</c:v>
                </c:pt>
                <c:pt idx="1194">
                  <c:v>135</c:v>
                </c:pt>
                <c:pt idx="1195">
                  <c:v>58.99</c:v>
                </c:pt>
                <c:pt idx="1196">
                  <c:v>65</c:v>
                </c:pt>
                <c:pt idx="1197">
                  <c:v>16.5</c:v>
                </c:pt>
                <c:pt idx="1198">
                  <c:v>95</c:v>
                </c:pt>
                <c:pt idx="1199">
                  <c:v>68</c:v>
                </c:pt>
                <c:pt idx="1200">
                  <c:v>28</c:v>
                </c:pt>
                <c:pt idx="1201">
                  <c:v>45</c:v>
                </c:pt>
                <c:pt idx="1202">
                  <c:v>46</c:v>
                </c:pt>
                <c:pt idx="1203">
                  <c:v>62.7</c:v>
                </c:pt>
                <c:pt idx="1204">
                  <c:v>46</c:v>
                </c:pt>
                <c:pt idx="1205">
                  <c:v>45</c:v>
                </c:pt>
                <c:pt idx="1206">
                  <c:v>80</c:v>
                </c:pt>
                <c:pt idx="1207">
                  <c:v>90</c:v>
                </c:pt>
                <c:pt idx="1208">
                  <c:v>135</c:v>
                </c:pt>
                <c:pt idx="1209">
                  <c:v>127</c:v>
                </c:pt>
                <c:pt idx="1210">
                  <c:v>46</c:v>
                </c:pt>
                <c:pt idx="1211">
                  <c:v>98</c:v>
                </c:pt>
                <c:pt idx="1212">
                  <c:v>38</c:v>
                </c:pt>
                <c:pt idx="1213">
                  <c:v>32</c:v>
                </c:pt>
                <c:pt idx="1214">
                  <c:v>57.39</c:v>
                </c:pt>
                <c:pt idx="1215">
                  <c:v>65</c:v>
                </c:pt>
                <c:pt idx="1216">
                  <c:v>45</c:v>
                </c:pt>
                <c:pt idx="1217">
                  <c:v>55</c:v>
                </c:pt>
                <c:pt idx="1218">
                  <c:v>52.48</c:v>
                </c:pt>
                <c:pt idx="1219">
                  <c:v>60</c:v>
                </c:pt>
                <c:pt idx="1220">
                  <c:v>66.39</c:v>
                </c:pt>
                <c:pt idx="1221">
                  <c:v>65</c:v>
                </c:pt>
                <c:pt idx="1222">
                  <c:v>43.2</c:v>
                </c:pt>
                <c:pt idx="1223">
                  <c:v>80</c:v>
                </c:pt>
                <c:pt idx="1224">
                  <c:v>200</c:v>
                </c:pt>
                <c:pt idx="1225">
                  <c:v>85</c:v>
                </c:pt>
                <c:pt idx="1226">
                  <c:v>124</c:v>
                </c:pt>
                <c:pt idx="1227">
                  <c:v>75</c:v>
                </c:pt>
                <c:pt idx="1228">
                  <c:v>29</c:v>
                </c:pt>
                <c:pt idx="1229">
                  <c:v>78</c:v>
                </c:pt>
                <c:pt idx="1230">
                  <c:v>44.08</c:v>
                </c:pt>
                <c:pt idx="1231">
                  <c:v>127</c:v>
                </c:pt>
                <c:pt idx="1232">
                  <c:v>65.650000000000006</c:v>
                </c:pt>
                <c:pt idx="1233">
                  <c:v>70</c:v>
                </c:pt>
                <c:pt idx="1234">
                  <c:v>85</c:v>
                </c:pt>
                <c:pt idx="1235">
                  <c:v>10</c:v>
                </c:pt>
                <c:pt idx="1236">
                  <c:v>166</c:v>
                </c:pt>
                <c:pt idx="1237">
                  <c:v>53.5</c:v>
                </c:pt>
                <c:pt idx="1238">
                  <c:v>40</c:v>
                </c:pt>
                <c:pt idx="1239">
                  <c:v>68</c:v>
                </c:pt>
                <c:pt idx="1240">
                  <c:v>61</c:v>
                </c:pt>
                <c:pt idx="1241">
                  <c:v>56</c:v>
                </c:pt>
                <c:pt idx="1242">
                  <c:v>234</c:v>
                </c:pt>
                <c:pt idx="1243">
                  <c:v>55</c:v>
                </c:pt>
                <c:pt idx="1244">
                  <c:v>35</c:v>
                </c:pt>
                <c:pt idx="1245">
                  <c:v>27</c:v>
                </c:pt>
                <c:pt idx="1246">
                  <c:v>42.72</c:v>
                </c:pt>
                <c:pt idx="1247">
                  <c:v>45</c:v>
                </c:pt>
                <c:pt idx="1248">
                  <c:v>39.5</c:v>
                </c:pt>
                <c:pt idx="1249">
                  <c:v>42</c:v>
                </c:pt>
                <c:pt idx="1250">
                  <c:v>44</c:v>
                </c:pt>
                <c:pt idx="1251">
                  <c:v>100</c:v>
                </c:pt>
                <c:pt idx="1252">
                  <c:v>24</c:v>
                </c:pt>
                <c:pt idx="1253">
                  <c:v>63</c:v>
                </c:pt>
                <c:pt idx="1254">
                  <c:v>125</c:v>
                </c:pt>
                <c:pt idx="1255">
                  <c:v>32.64</c:v>
                </c:pt>
                <c:pt idx="1256">
                  <c:v>92</c:v>
                </c:pt>
                <c:pt idx="1257">
                  <c:v>110</c:v>
                </c:pt>
                <c:pt idx="1258">
                  <c:v>105</c:v>
                </c:pt>
                <c:pt idx="1259">
                  <c:v>69.09</c:v>
                </c:pt>
                <c:pt idx="1260">
                  <c:v>75</c:v>
                </c:pt>
                <c:pt idx="1261">
                  <c:v>50</c:v>
                </c:pt>
                <c:pt idx="1262">
                  <c:v>66</c:v>
                </c:pt>
                <c:pt idx="1263">
                  <c:v>48.48</c:v>
                </c:pt>
                <c:pt idx="1264">
                  <c:v>115</c:v>
                </c:pt>
                <c:pt idx="1265">
                  <c:v>48</c:v>
                </c:pt>
                <c:pt idx="1266">
                  <c:v>122</c:v>
                </c:pt>
                <c:pt idx="1267">
                  <c:v>31.5</c:v>
                </c:pt>
                <c:pt idx="1268">
                  <c:v>70</c:v>
                </c:pt>
                <c:pt idx="1269">
                  <c:v>14</c:v>
                </c:pt>
                <c:pt idx="1270">
                  <c:v>50</c:v>
                </c:pt>
                <c:pt idx="1271">
                  <c:v>95.05</c:v>
                </c:pt>
                <c:pt idx="1272">
                  <c:v>39</c:v>
                </c:pt>
                <c:pt idx="1273">
                  <c:v>40</c:v>
                </c:pt>
                <c:pt idx="1274">
                  <c:v>46.86</c:v>
                </c:pt>
                <c:pt idx="1275">
                  <c:v>72</c:v>
                </c:pt>
                <c:pt idx="1276">
                  <c:v>111</c:v>
                </c:pt>
                <c:pt idx="1277">
                  <c:v>125</c:v>
                </c:pt>
                <c:pt idx="1278">
                  <c:v>39</c:v>
                </c:pt>
                <c:pt idx="1279">
                  <c:v>66</c:v>
                </c:pt>
                <c:pt idx="1280">
                  <c:v>27</c:v>
                </c:pt>
                <c:pt idx="1281">
                  <c:v>60</c:v>
                </c:pt>
                <c:pt idx="1282">
                  <c:v>75</c:v>
                </c:pt>
                <c:pt idx="1283">
                  <c:v>63.53</c:v>
                </c:pt>
                <c:pt idx="1284">
                  <c:v>42</c:v>
                </c:pt>
                <c:pt idx="1285">
                  <c:v>112</c:v>
                </c:pt>
                <c:pt idx="1286">
                  <c:v>49</c:v>
                </c:pt>
                <c:pt idx="1287">
                  <c:v>42</c:v>
                </c:pt>
                <c:pt idx="1288">
                  <c:v>66.5</c:v>
                </c:pt>
                <c:pt idx="1289">
                  <c:v>57.6</c:v>
                </c:pt>
                <c:pt idx="1290">
                  <c:v>72</c:v>
                </c:pt>
                <c:pt idx="1291">
                  <c:v>92.15</c:v>
                </c:pt>
                <c:pt idx="1292">
                  <c:v>200</c:v>
                </c:pt>
                <c:pt idx="1293">
                  <c:v>105</c:v>
                </c:pt>
                <c:pt idx="1294">
                  <c:v>198</c:v>
                </c:pt>
                <c:pt idx="1295">
                  <c:v>86.98</c:v>
                </c:pt>
                <c:pt idx="1296">
                  <c:v>73</c:v>
                </c:pt>
                <c:pt idx="1297">
                  <c:v>71</c:v>
                </c:pt>
                <c:pt idx="1298">
                  <c:v>103</c:v>
                </c:pt>
                <c:pt idx="1299">
                  <c:v>17.835000000000001</c:v>
                </c:pt>
                <c:pt idx="1300">
                  <c:v>100</c:v>
                </c:pt>
                <c:pt idx="1301">
                  <c:v>72</c:v>
                </c:pt>
                <c:pt idx="1302">
                  <c:v>41.39</c:v>
                </c:pt>
                <c:pt idx="1303">
                  <c:v>40.39</c:v>
                </c:pt>
                <c:pt idx="1304">
                  <c:v>42</c:v>
                </c:pt>
                <c:pt idx="1305">
                  <c:v>95</c:v>
                </c:pt>
                <c:pt idx="1306">
                  <c:v>50</c:v>
                </c:pt>
                <c:pt idx="1307">
                  <c:v>58</c:v>
                </c:pt>
                <c:pt idx="1308">
                  <c:v>73</c:v>
                </c:pt>
                <c:pt idx="1309">
                  <c:v>140</c:v>
                </c:pt>
                <c:pt idx="1310">
                  <c:v>38.24</c:v>
                </c:pt>
                <c:pt idx="1311">
                  <c:v>33.6</c:v>
                </c:pt>
                <c:pt idx="1312">
                  <c:v>90</c:v>
                </c:pt>
                <c:pt idx="1313">
                  <c:v>60</c:v>
                </c:pt>
                <c:pt idx="1314">
                  <c:v>32.69</c:v>
                </c:pt>
                <c:pt idx="1315">
                  <c:v>46.55</c:v>
                </c:pt>
                <c:pt idx="1316">
                  <c:v>80.63</c:v>
                </c:pt>
                <c:pt idx="1317">
                  <c:v>48</c:v>
                </c:pt>
                <c:pt idx="1318">
                  <c:v>75</c:v>
                </c:pt>
                <c:pt idx="1319">
                  <c:v>80.27</c:v>
                </c:pt>
                <c:pt idx="1320">
                  <c:v>47</c:v>
                </c:pt>
                <c:pt idx="1321">
                  <c:v>46</c:v>
                </c:pt>
                <c:pt idx="1322">
                  <c:v>50</c:v>
                </c:pt>
                <c:pt idx="1323">
                  <c:v>46</c:v>
                </c:pt>
                <c:pt idx="1324">
                  <c:v>100</c:v>
                </c:pt>
                <c:pt idx="1325">
                  <c:v>110</c:v>
                </c:pt>
                <c:pt idx="1326">
                  <c:v>120</c:v>
                </c:pt>
                <c:pt idx="1327">
                  <c:v>72</c:v>
                </c:pt>
                <c:pt idx="1328">
                  <c:v>33</c:v>
                </c:pt>
                <c:pt idx="1329">
                  <c:v>120</c:v>
                </c:pt>
                <c:pt idx="1330">
                  <c:v>68</c:v>
                </c:pt>
                <c:pt idx="1331">
                  <c:v>75.77</c:v>
                </c:pt>
                <c:pt idx="1332">
                  <c:v>55</c:v>
                </c:pt>
                <c:pt idx="1333">
                  <c:v>54</c:v>
                </c:pt>
                <c:pt idx="1334">
                  <c:v>42.33</c:v>
                </c:pt>
                <c:pt idx="1335">
                  <c:v>61.3</c:v>
                </c:pt>
                <c:pt idx="1336">
                  <c:v>189</c:v>
                </c:pt>
                <c:pt idx="1337">
                  <c:v>62</c:v>
                </c:pt>
                <c:pt idx="1338">
                  <c:v>40</c:v>
                </c:pt>
                <c:pt idx="1339">
                  <c:v>110</c:v>
                </c:pt>
                <c:pt idx="1340">
                  <c:v>200</c:v>
                </c:pt>
                <c:pt idx="1341">
                  <c:v>56</c:v>
                </c:pt>
                <c:pt idx="1342">
                  <c:v>215</c:v>
                </c:pt>
                <c:pt idx="1343">
                  <c:v>130</c:v>
                </c:pt>
                <c:pt idx="1344">
                  <c:v>37.5</c:v>
                </c:pt>
                <c:pt idx="1345">
                  <c:v>250</c:v>
                </c:pt>
                <c:pt idx="1346">
                  <c:v>125</c:v>
                </c:pt>
                <c:pt idx="1347">
                  <c:v>31.89</c:v>
                </c:pt>
                <c:pt idx="1348">
                  <c:v>80</c:v>
                </c:pt>
                <c:pt idx="1349">
                  <c:v>39.5</c:v>
                </c:pt>
                <c:pt idx="1350">
                  <c:v>19.5</c:v>
                </c:pt>
                <c:pt idx="1351">
                  <c:v>68</c:v>
                </c:pt>
                <c:pt idx="1352">
                  <c:v>40</c:v>
                </c:pt>
                <c:pt idx="1353">
                  <c:v>48</c:v>
                </c:pt>
                <c:pt idx="1354">
                  <c:v>92</c:v>
                </c:pt>
                <c:pt idx="1355">
                  <c:v>37.1</c:v>
                </c:pt>
                <c:pt idx="1356">
                  <c:v>60</c:v>
                </c:pt>
                <c:pt idx="1357">
                  <c:v>80</c:v>
                </c:pt>
                <c:pt idx="1358">
                  <c:v>75</c:v>
                </c:pt>
                <c:pt idx="1359">
                  <c:v>92</c:v>
                </c:pt>
                <c:pt idx="1360">
                  <c:v>66</c:v>
                </c:pt>
                <c:pt idx="1361">
                  <c:v>53</c:v>
                </c:pt>
                <c:pt idx="1362">
                  <c:v>58</c:v>
                </c:pt>
                <c:pt idx="1363">
                  <c:v>160</c:v>
                </c:pt>
                <c:pt idx="1364">
                  <c:v>89</c:v>
                </c:pt>
                <c:pt idx="1365">
                  <c:v>30</c:v>
                </c:pt>
                <c:pt idx="1366">
                  <c:v>52</c:v>
                </c:pt>
                <c:pt idx="1367">
                  <c:v>78.5</c:v>
                </c:pt>
                <c:pt idx="1368">
                  <c:v>52</c:v>
                </c:pt>
                <c:pt idx="1369">
                  <c:v>125</c:v>
                </c:pt>
                <c:pt idx="1370">
                  <c:v>42</c:v>
                </c:pt>
                <c:pt idx="1371">
                  <c:v>34</c:v>
                </c:pt>
                <c:pt idx="1372">
                  <c:v>50</c:v>
                </c:pt>
                <c:pt idx="1373">
                  <c:v>72</c:v>
                </c:pt>
                <c:pt idx="1374">
                  <c:v>68</c:v>
                </c:pt>
                <c:pt idx="1375">
                  <c:v>59</c:v>
                </c:pt>
                <c:pt idx="1376">
                  <c:v>62</c:v>
                </c:pt>
                <c:pt idx="1377">
                  <c:v>70</c:v>
                </c:pt>
                <c:pt idx="1378">
                  <c:v>51</c:v>
                </c:pt>
                <c:pt idx="1379">
                  <c:v>120</c:v>
                </c:pt>
                <c:pt idx="1380">
                  <c:v>17</c:v>
                </c:pt>
                <c:pt idx="1381">
                  <c:v>43.2</c:v>
                </c:pt>
                <c:pt idx="1382">
                  <c:v>155</c:v>
                </c:pt>
                <c:pt idx="1383">
                  <c:v>65</c:v>
                </c:pt>
                <c:pt idx="1384">
                  <c:v>33</c:v>
                </c:pt>
                <c:pt idx="1385">
                  <c:v>50</c:v>
                </c:pt>
                <c:pt idx="1386">
                  <c:v>75</c:v>
                </c:pt>
                <c:pt idx="1387">
                  <c:v>93.93</c:v>
                </c:pt>
                <c:pt idx="1388">
                  <c:v>53.8</c:v>
                </c:pt>
                <c:pt idx="1389">
                  <c:v>85</c:v>
                </c:pt>
                <c:pt idx="1390">
                  <c:v>160</c:v>
                </c:pt>
                <c:pt idx="1391">
                  <c:v>162</c:v>
                </c:pt>
                <c:pt idx="1392">
                  <c:v>58</c:v>
                </c:pt>
                <c:pt idx="1393">
                  <c:v>74.39</c:v>
                </c:pt>
                <c:pt idx="1394">
                  <c:v>162</c:v>
                </c:pt>
                <c:pt idx="1395">
                  <c:v>82</c:v>
                </c:pt>
                <c:pt idx="1396">
                  <c:v>28.88</c:v>
                </c:pt>
                <c:pt idx="1397">
                  <c:v>24.55</c:v>
                </c:pt>
                <c:pt idx="1398">
                  <c:v>89</c:v>
                </c:pt>
                <c:pt idx="1399">
                  <c:v>38.4</c:v>
                </c:pt>
                <c:pt idx="1400">
                  <c:v>55</c:v>
                </c:pt>
                <c:pt idx="1401">
                  <c:v>45</c:v>
                </c:pt>
                <c:pt idx="1402">
                  <c:v>75</c:v>
                </c:pt>
                <c:pt idx="1403">
                  <c:v>44.5</c:v>
                </c:pt>
                <c:pt idx="1404">
                  <c:v>54.65</c:v>
                </c:pt>
                <c:pt idx="1405">
                  <c:v>89</c:v>
                </c:pt>
                <c:pt idx="1406">
                  <c:v>214</c:v>
                </c:pt>
                <c:pt idx="1407">
                  <c:v>88</c:v>
                </c:pt>
                <c:pt idx="1408">
                  <c:v>56.17</c:v>
                </c:pt>
                <c:pt idx="1409">
                  <c:v>90</c:v>
                </c:pt>
                <c:pt idx="1410">
                  <c:v>210</c:v>
                </c:pt>
                <c:pt idx="1411">
                  <c:v>57</c:v>
                </c:pt>
                <c:pt idx="1412">
                  <c:v>48</c:v>
                </c:pt>
                <c:pt idx="1413">
                  <c:v>28.585000000000001</c:v>
                </c:pt>
                <c:pt idx="1414">
                  <c:v>46</c:v>
                </c:pt>
                <c:pt idx="1415">
                  <c:v>54</c:v>
                </c:pt>
                <c:pt idx="1416">
                  <c:v>100</c:v>
                </c:pt>
                <c:pt idx="1417">
                  <c:v>176</c:v>
                </c:pt>
                <c:pt idx="1418">
                  <c:v>42</c:v>
                </c:pt>
                <c:pt idx="1419">
                  <c:v>125</c:v>
                </c:pt>
                <c:pt idx="1420">
                  <c:v>67</c:v>
                </c:pt>
                <c:pt idx="1421">
                  <c:v>31.48</c:v>
                </c:pt>
                <c:pt idx="1422">
                  <c:v>30</c:v>
                </c:pt>
                <c:pt idx="1423">
                  <c:v>60</c:v>
                </c:pt>
                <c:pt idx="1424">
                  <c:v>85</c:v>
                </c:pt>
                <c:pt idx="1425">
                  <c:v>53</c:v>
                </c:pt>
                <c:pt idx="1426">
                  <c:v>125</c:v>
                </c:pt>
                <c:pt idx="1427">
                  <c:v>120</c:v>
                </c:pt>
                <c:pt idx="1428">
                  <c:v>68.48</c:v>
                </c:pt>
                <c:pt idx="1429">
                  <c:v>86</c:v>
                </c:pt>
                <c:pt idx="1430">
                  <c:v>86</c:v>
                </c:pt>
                <c:pt idx="1431">
                  <c:v>25.4</c:v>
                </c:pt>
                <c:pt idx="1432">
                  <c:v>70</c:v>
                </c:pt>
                <c:pt idx="1433">
                  <c:v>75</c:v>
                </c:pt>
                <c:pt idx="1434">
                  <c:v>84</c:v>
                </c:pt>
                <c:pt idx="1435">
                  <c:v>62</c:v>
                </c:pt>
                <c:pt idx="1436">
                  <c:v>120</c:v>
                </c:pt>
                <c:pt idx="1437">
                  <c:v>50</c:v>
                </c:pt>
                <c:pt idx="1438">
                  <c:v>38.130000000000003</c:v>
                </c:pt>
                <c:pt idx="1439">
                  <c:v>230</c:v>
                </c:pt>
                <c:pt idx="1440">
                  <c:v>160</c:v>
                </c:pt>
                <c:pt idx="1441">
                  <c:v>50</c:v>
                </c:pt>
                <c:pt idx="1442">
                  <c:v>30</c:v>
                </c:pt>
                <c:pt idx="1443">
                  <c:v>37</c:v>
                </c:pt>
                <c:pt idx="1444">
                  <c:v>39</c:v>
                </c:pt>
                <c:pt idx="1445">
                  <c:v>48.145000000000003</c:v>
                </c:pt>
                <c:pt idx="1446">
                  <c:v>88</c:v>
                </c:pt>
                <c:pt idx="1447">
                  <c:v>85</c:v>
                </c:pt>
                <c:pt idx="1448">
                  <c:v>35</c:v>
                </c:pt>
                <c:pt idx="1449">
                  <c:v>57</c:v>
                </c:pt>
                <c:pt idx="1450">
                  <c:v>132</c:v>
                </c:pt>
                <c:pt idx="1451">
                  <c:v>16.5</c:v>
                </c:pt>
                <c:pt idx="1452">
                  <c:v>142</c:v>
                </c:pt>
                <c:pt idx="1453">
                  <c:v>44</c:v>
                </c:pt>
                <c:pt idx="1454">
                  <c:v>93.36</c:v>
                </c:pt>
                <c:pt idx="1455">
                  <c:v>42.47</c:v>
                </c:pt>
                <c:pt idx="1456">
                  <c:v>45</c:v>
                </c:pt>
                <c:pt idx="1457">
                  <c:v>72</c:v>
                </c:pt>
                <c:pt idx="1458">
                  <c:v>68.5</c:v>
                </c:pt>
                <c:pt idx="1459">
                  <c:v>39</c:v>
                </c:pt>
                <c:pt idx="1460">
                  <c:v>162</c:v>
                </c:pt>
                <c:pt idx="1461">
                  <c:v>45.47</c:v>
                </c:pt>
                <c:pt idx="1462">
                  <c:v>40</c:v>
                </c:pt>
                <c:pt idx="1463">
                  <c:v>62</c:v>
                </c:pt>
                <c:pt idx="1464">
                  <c:v>150</c:v>
                </c:pt>
                <c:pt idx="1465">
                  <c:v>42.6</c:v>
                </c:pt>
                <c:pt idx="1466">
                  <c:v>180</c:v>
                </c:pt>
                <c:pt idx="1467">
                  <c:v>98.86</c:v>
                </c:pt>
                <c:pt idx="1468">
                  <c:v>72</c:v>
                </c:pt>
                <c:pt idx="1469">
                  <c:v>100</c:v>
                </c:pt>
                <c:pt idx="1470">
                  <c:v>75</c:v>
                </c:pt>
                <c:pt idx="1471">
                  <c:v>74.16</c:v>
                </c:pt>
                <c:pt idx="1472">
                  <c:v>95</c:v>
                </c:pt>
                <c:pt idx="1473">
                  <c:v>50</c:v>
                </c:pt>
                <c:pt idx="1474">
                  <c:v>56</c:v>
                </c:pt>
                <c:pt idx="1475">
                  <c:v>55</c:v>
                </c:pt>
                <c:pt idx="1476">
                  <c:v>204</c:v>
                </c:pt>
                <c:pt idx="1477">
                  <c:v>40</c:v>
                </c:pt>
                <c:pt idx="1478">
                  <c:v>136</c:v>
                </c:pt>
                <c:pt idx="1479">
                  <c:v>207</c:v>
                </c:pt>
                <c:pt idx="1480">
                  <c:v>85</c:v>
                </c:pt>
                <c:pt idx="1481">
                  <c:v>95</c:v>
                </c:pt>
                <c:pt idx="1482">
                  <c:v>27</c:v>
                </c:pt>
                <c:pt idx="1483">
                  <c:v>47</c:v>
                </c:pt>
                <c:pt idx="1484">
                  <c:v>83.73</c:v>
                </c:pt>
                <c:pt idx="1485">
                  <c:v>127</c:v>
                </c:pt>
                <c:pt idx="1486">
                  <c:v>91.86</c:v>
                </c:pt>
                <c:pt idx="1487">
                  <c:v>53</c:v>
                </c:pt>
                <c:pt idx="1488">
                  <c:v>55</c:v>
                </c:pt>
                <c:pt idx="1489">
                  <c:v>65</c:v>
                </c:pt>
                <c:pt idx="1490">
                  <c:v>55</c:v>
                </c:pt>
                <c:pt idx="1491">
                  <c:v>39.700000000000003</c:v>
                </c:pt>
                <c:pt idx="1492">
                  <c:v>35.229999999999997</c:v>
                </c:pt>
                <c:pt idx="1493">
                  <c:v>75</c:v>
                </c:pt>
                <c:pt idx="1494">
                  <c:v>240</c:v>
                </c:pt>
                <c:pt idx="1495">
                  <c:v>72</c:v>
                </c:pt>
                <c:pt idx="1496">
                  <c:v>108</c:v>
                </c:pt>
                <c:pt idx="1497">
                  <c:v>26</c:v>
                </c:pt>
                <c:pt idx="1498">
                  <c:v>57</c:v>
                </c:pt>
                <c:pt idx="1499">
                  <c:v>55</c:v>
                </c:pt>
                <c:pt idx="1500">
                  <c:v>57</c:v>
                </c:pt>
                <c:pt idx="1501">
                  <c:v>80</c:v>
                </c:pt>
                <c:pt idx="1502">
                  <c:v>44</c:v>
                </c:pt>
                <c:pt idx="1503">
                  <c:v>81.94</c:v>
                </c:pt>
                <c:pt idx="1504">
                  <c:v>58</c:v>
                </c:pt>
                <c:pt idx="1505">
                  <c:v>39</c:v>
                </c:pt>
                <c:pt idx="1506">
                  <c:v>70</c:v>
                </c:pt>
                <c:pt idx="1507">
                  <c:v>120</c:v>
                </c:pt>
                <c:pt idx="1508">
                  <c:v>55</c:v>
                </c:pt>
                <c:pt idx="1509">
                  <c:v>172</c:v>
                </c:pt>
                <c:pt idx="1510">
                  <c:v>75</c:v>
                </c:pt>
                <c:pt idx="1511">
                  <c:v>64.5</c:v>
                </c:pt>
                <c:pt idx="1512">
                  <c:v>110</c:v>
                </c:pt>
                <c:pt idx="1513">
                  <c:v>65</c:v>
                </c:pt>
                <c:pt idx="1514">
                  <c:v>40</c:v>
                </c:pt>
                <c:pt idx="1515">
                  <c:v>110</c:v>
                </c:pt>
                <c:pt idx="1516">
                  <c:v>160</c:v>
                </c:pt>
                <c:pt idx="1517">
                  <c:v>86</c:v>
                </c:pt>
                <c:pt idx="1518">
                  <c:v>39.979999999999997</c:v>
                </c:pt>
                <c:pt idx="1519">
                  <c:v>41.73</c:v>
                </c:pt>
                <c:pt idx="1520">
                  <c:v>38</c:v>
                </c:pt>
                <c:pt idx="1521">
                  <c:v>46</c:v>
                </c:pt>
                <c:pt idx="1522">
                  <c:v>60.87</c:v>
                </c:pt>
                <c:pt idx="1523">
                  <c:v>50</c:v>
                </c:pt>
                <c:pt idx="1524">
                  <c:v>125</c:v>
                </c:pt>
                <c:pt idx="1525">
                  <c:v>191</c:v>
                </c:pt>
                <c:pt idx="1526">
                  <c:v>58</c:v>
                </c:pt>
                <c:pt idx="1527">
                  <c:v>170</c:v>
                </c:pt>
                <c:pt idx="1528">
                  <c:v>65.5</c:v>
                </c:pt>
                <c:pt idx="1529">
                  <c:v>135</c:v>
                </c:pt>
                <c:pt idx="1530">
                  <c:v>115</c:v>
                </c:pt>
                <c:pt idx="1531">
                  <c:v>92</c:v>
                </c:pt>
                <c:pt idx="1532">
                  <c:v>198</c:v>
                </c:pt>
                <c:pt idx="1533">
                  <c:v>94.55</c:v>
                </c:pt>
                <c:pt idx="1534">
                  <c:v>87</c:v>
                </c:pt>
                <c:pt idx="1535">
                  <c:v>50</c:v>
                </c:pt>
                <c:pt idx="1536">
                  <c:v>47.39</c:v>
                </c:pt>
                <c:pt idx="1537">
                  <c:v>71.5</c:v>
                </c:pt>
                <c:pt idx="1538">
                  <c:v>120</c:v>
                </c:pt>
                <c:pt idx="1539">
                  <c:v>65</c:v>
                </c:pt>
                <c:pt idx="1540">
                  <c:v>55</c:v>
                </c:pt>
                <c:pt idx="1541">
                  <c:v>50</c:v>
                </c:pt>
                <c:pt idx="1542">
                  <c:v>58</c:v>
                </c:pt>
                <c:pt idx="1543">
                  <c:v>55</c:v>
                </c:pt>
                <c:pt idx="1544">
                  <c:v>119</c:v>
                </c:pt>
                <c:pt idx="1545">
                  <c:v>95.45</c:v>
                </c:pt>
                <c:pt idx="1546">
                  <c:v>130</c:v>
                </c:pt>
                <c:pt idx="1547">
                  <c:v>50.66</c:v>
                </c:pt>
                <c:pt idx="1548">
                  <c:v>65</c:v>
                </c:pt>
                <c:pt idx="1549">
                  <c:v>48</c:v>
                </c:pt>
                <c:pt idx="1550">
                  <c:v>28</c:v>
                </c:pt>
                <c:pt idx="1551">
                  <c:v>58</c:v>
                </c:pt>
                <c:pt idx="1552">
                  <c:v>50</c:v>
                </c:pt>
                <c:pt idx="1553">
                  <c:v>80</c:v>
                </c:pt>
                <c:pt idx="1554">
                  <c:v>40</c:v>
                </c:pt>
                <c:pt idx="1555">
                  <c:v>100</c:v>
                </c:pt>
                <c:pt idx="1556">
                  <c:v>75</c:v>
                </c:pt>
                <c:pt idx="1557">
                  <c:v>110</c:v>
                </c:pt>
                <c:pt idx="1558">
                  <c:v>95</c:v>
                </c:pt>
                <c:pt idx="1559">
                  <c:v>55</c:v>
                </c:pt>
                <c:pt idx="1560">
                  <c:v>145</c:v>
                </c:pt>
                <c:pt idx="1561">
                  <c:v>65.5</c:v>
                </c:pt>
                <c:pt idx="1562">
                  <c:v>450</c:v>
                </c:pt>
                <c:pt idx="1563">
                  <c:v>250</c:v>
                </c:pt>
                <c:pt idx="1564">
                  <c:v>74.5</c:v>
                </c:pt>
                <c:pt idx="1565">
                  <c:v>135</c:v>
                </c:pt>
                <c:pt idx="1566">
                  <c:v>75</c:v>
                </c:pt>
                <c:pt idx="1567">
                  <c:v>110</c:v>
                </c:pt>
                <c:pt idx="1568">
                  <c:v>73</c:v>
                </c:pt>
                <c:pt idx="1569">
                  <c:v>199</c:v>
                </c:pt>
                <c:pt idx="1570">
                  <c:v>76</c:v>
                </c:pt>
                <c:pt idx="1571">
                  <c:v>58.99</c:v>
                </c:pt>
                <c:pt idx="1572">
                  <c:v>185</c:v>
                </c:pt>
                <c:pt idx="1573">
                  <c:v>25</c:v>
                </c:pt>
                <c:pt idx="1574">
                  <c:v>31</c:v>
                </c:pt>
                <c:pt idx="1575">
                  <c:v>106</c:v>
                </c:pt>
                <c:pt idx="1576">
                  <c:v>45</c:v>
                </c:pt>
                <c:pt idx="1577">
                  <c:v>37</c:v>
                </c:pt>
                <c:pt idx="1578">
                  <c:v>77</c:v>
                </c:pt>
                <c:pt idx="1579">
                  <c:v>39.71</c:v>
                </c:pt>
                <c:pt idx="1580">
                  <c:v>52</c:v>
                </c:pt>
                <c:pt idx="1581">
                  <c:v>85</c:v>
                </c:pt>
                <c:pt idx="1582">
                  <c:v>125</c:v>
                </c:pt>
                <c:pt idx="1583">
                  <c:v>67</c:v>
                </c:pt>
                <c:pt idx="1584">
                  <c:v>90</c:v>
                </c:pt>
                <c:pt idx="1585">
                  <c:v>32.5</c:v>
                </c:pt>
                <c:pt idx="1586">
                  <c:v>55</c:v>
                </c:pt>
                <c:pt idx="1587">
                  <c:v>44</c:v>
                </c:pt>
                <c:pt idx="1588">
                  <c:v>98</c:v>
                </c:pt>
                <c:pt idx="1589">
                  <c:v>64</c:v>
                </c:pt>
                <c:pt idx="1590">
                  <c:v>42</c:v>
                </c:pt>
                <c:pt idx="1591">
                  <c:v>42</c:v>
                </c:pt>
                <c:pt idx="1592">
                  <c:v>53.55</c:v>
                </c:pt>
                <c:pt idx="1593">
                  <c:v>54.39</c:v>
                </c:pt>
                <c:pt idx="1594">
                  <c:v>63</c:v>
                </c:pt>
                <c:pt idx="1595">
                  <c:v>56.87</c:v>
                </c:pt>
                <c:pt idx="1596">
                  <c:v>46</c:v>
                </c:pt>
                <c:pt idx="1597">
                  <c:v>41</c:v>
                </c:pt>
                <c:pt idx="1598">
                  <c:v>101</c:v>
                </c:pt>
                <c:pt idx="1599">
                  <c:v>45</c:v>
                </c:pt>
                <c:pt idx="1600">
                  <c:v>83</c:v>
                </c:pt>
                <c:pt idx="1601">
                  <c:v>55</c:v>
                </c:pt>
                <c:pt idx="1602">
                  <c:v>215</c:v>
                </c:pt>
                <c:pt idx="1603">
                  <c:v>140</c:v>
                </c:pt>
                <c:pt idx="1604">
                  <c:v>106</c:v>
                </c:pt>
                <c:pt idx="1605">
                  <c:v>75</c:v>
                </c:pt>
                <c:pt idx="1606">
                  <c:v>70</c:v>
                </c:pt>
                <c:pt idx="1607">
                  <c:v>131</c:v>
                </c:pt>
                <c:pt idx="1608">
                  <c:v>40.049999999999997</c:v>
                </c:pt>
                <c:pt idx="1609">
                  <c:v>58</c:v>
                </c:pt>
                <c:pt idx="1610">
                  <c:v>120</c:v>
                </c:pt>
                <c:pt idx="1611">
                  <c:v>60</c:v>
                </c:pt>
                <c:pt idx="1612">
                  <c:v>26</c:v>
                </c:pt>
                <c:pt idx="1613">
                  <c:v>42</c:v>
                </c:pt>
                <c:pt idx="1614">
                  <c:v>45.12</c:v>
                </c:pt>
                <c:pt idx="1615">
                  <c:v>207</c:v>
                </c:pt>
                <c:pt idx="1616">
                  <c:v>90</c:v>
                </c:pt>
                <c:pt idx="1617">
                  <c:v>110</c:v>
                </c:pt>
                <c:pt idx="1618">
                  <c:v>28</c:v>
                </c:pt>
                <c:pt idx="1619">
                  <c:v>110</c:v>
                </c:pt>
                <c:pt idx="1620">
                  <c:v>88</c:v>
                </c:pt>
                <c:pt idx="1621">
                  <c:v>36</c:v>
                </c:pt>
                <c:pt idx="1622">
                  <c:v>38</c:v>
                </c:pt>
                <c:pt idx="1623">
                  <c:v>67</c:v>
                </c:pt>
                <c:pt idx="1624">
                  <c:v>46.38</c:v>
                </c:pt>
                <c:pt idx="1625">
                  <c:v>45</c:v>
                </c:pt>
                <c:pt idx="1626">
                  <c:v>104</c:v>
                </c:pt>
                <c:pt idx="1627">
                  <c:v>53.33</c:v>
                </c:pt>
                <c:pt idx="1628">
                  <c:v>42.83</c:v>
                </c:pt>
                <c:pt idx="1629">
                  <c:v>118</c:v>
                </c:pt>
                <c:pt idx="1630">
                  <c:v>70</c:v>
                </c:pt>
                <c:pt idx="1631">
                  <c:v>60</c:v>
                </c:pt>
                <c:pt idx="1632">
                  <c:v>45.95</c:v>
                </c:pt>
                <c:pt idx="1633">
                  <c:v>42</c:v>
                </c:pt>
                <c:pt idx="1634">
                  <c:v>50</c:v>
                </c:pt>
                <c:pt idx="1635">
                  <c:v>50</c:v>
                </c:pt>
                <c:pt idx="1636">
                  <c:v>107</c:v>
                </c:pt>
                <c:pt idx="1637">
                  <c:v>62.5</c:v>
                </c:pt>
                <c:pt idx="1638">
                  <c:v>50</c:v>
                </c:pt>
                <c:pt idx="1639">
                  <c:v>126</c:v>
                </c:pt>
                <c:pt idx="1640">
                  <c:v>90.2</c:v>
                </c:pt>
                <c:pt idx="1641">
                  <c:v>57</c:v>
                </c:pt>
                <c:pt idx="1642">
                  <c:v>56</c:v>
                </c:pt>
                <c:pt idx="1643">
                  <c:v>52</c:v>
                </c:pt>
                <c:pt idx="1644">
                  <c:v>95</c:v>
                </c:pt>
                <c:pt idx="1645">
                  <c:v>54.21</c:v>
                </c:pt>
                <c:pt idx="1646">
                  <c:v>120</c:v>
                </c:pt>
                <c:pt idx="1647">
                  <c:v>75</c:v>
                </c:pt>
                <c:pt idx="1648">
                  <c:v>80</c:v>
                </c:pt>
                <c:pt idx="1649">
                  <c:v>29.99</c:v>
                </c:pt>
                <c:pt idx="1650">
                  <c:v>110</c:v>
                </c:pt>
                <c:pt idx="1651">
                  <c:v>37</c:v>
                </c:pt>
                <c:pt idx="1652">
                  <c:v>93</c:v>
                </c:pt>
                <c:pt idx="1653">
                  <c:v>115</c:v>
                </c:pt>
                <c:pt idx="1654">
                  <c:v>130</c:v>
                </c:pt>
                <c:pt idx="1655">
                  <c:v>37.93</c:v>
                </c:pt>
                <c:pt idx="1656">
                  <c:v>139</c:v>
                </c:pt>
                <c:pt idx="1657">
                  <c:v>80</c:v>
                </c:pt>
                <c:pt idx="1658">
                  <c:v>82</c:v>
                </c:pt>
                <c:pt idx="1659">
                  <c:v>40.43</c:v>
                </c:pt>
                <c:pt idx="1660">
                  <c:v>43.75</c:v>
                </c:pt>
                <c:pt idx="1661">
                  <c:v>65</c:v>
                </c:pt>
                <c:pt idx="1662">
                  <c:v>33</c:v>
                </c:pt>
                <c:pt idx="1663">
                  <c:v>18</c:v>
                </c:pt>
                <c:pt idx="1664">
                  <c:v>110</c:v>
                </c:pt>
                <c:pt idx="1665">
                  <c:v>97</c:v>
                </c:pt>
                <c:pt idx="1666">
                  <c:v>109</c:v>
                </c:pt>
                <c:pt idx="1667">
                  <c:v>14</c:v>
                </c:pt>
                <c:pt idx="1668">
                  <c:v>20</c:v>
                </c:pt>
                <c:pt idx="1669">
                  <c:v>38.5</c:v>
                </c:pt>
                <c:pt idx="1670">
                  <c:v>145</c:v>
                </c:pt>
                <c:pt idx="1671">
                  <c:v>50</c:v>
                </c:pt>
                <c:pt idx="1672">
                  <c:v>30</c:v>
                </c:pt>
                <c:pt idx="1673">
                  <c:v>94.99</c:v>
                </c:pt>
                <c:pt idx="1674">
                  <c:v>55</c:v>
                </c:pt>
                <c:pt idx="1675">
                  <c:v>105</c:v>
                </c:pt>
                <c:pt idx="1676">
                  <c:v>88</c:v>
                </c:pt>
                <c:pt idx="1677">
                  <c:v>135</c:v>
                </c:pt>
                <c:pt idx="1678">
                  <c:v>70</c:v>
                </c:pt>
                <c:pt idx="1679">
                  <c:v>40</c:v>
                </c:pt>
                <c:pt idx="1680">
                  <c:v>59</c:v>
                </c:pt>
                <c:pt idx="1681">
                  <c:v>54</c:v>
                </c:pt>
                <c:pt idx="1682">
                  <c:v>70</c:v>
                </c:pt>
                <c:pt idx="1683">
                  <c:v>154</c:v>
                </c:pt>
                <c:pt idx="1684">
                  <c:v>98</c:v>
                </c:pt>
                <c:pt idx="1685">
                  <c:v>40</c:v>
                </c:pt>
                <c:pt idx="1686">
                  <c:v>36.85</c:v>
                </c:pt>
                <c:pt idx="1687">
                  <c:v>32</c:v>
                </c:pt>
                <c:pt idx="1688">
                  <c:v>125</c:v>
                </c:pt>
                <c:pt idx="1689">
                  <c:v>235</c:v>
                </c:pt>
                <c:pt idx="1690">
                  <c:v>62</c:v>
                </c:pt>
                <c:pt idx="1691">
                  <c:v>120</c:v>
                </c:pt>
                <c:pt idx="1692">
                  <c:v>89</c:v>
                </c:pt>
                <c:pt idx="1693">
                  <c:v>62</c:v>
                </c:pt>
                <c:pt idx="1694">
                  <c:v>47</c:v>
                </c:pt>
                <c:pt idx="1695">
                  <c:v>25</c:v>
                </c:pt>
                <c:pt idx="1696">
                  <c:v>86.28</c:v>
                </c:pt>
                <c:pt idx="1697">
                  <c:v>85</c:v>
                </c:pt>
                <c:pt idx="1698">
                  <c:v>15</c:v>
                </c:pt>
                <c:pt idx="1699">
                  <c:v>26</c:v>
                </c:pt>
                <c:pt idx="1700">
                  <c:v>55</c:v>
                </c:pt>
                <c:pt idx="1701">
                  <c:v>120</c:v>
                </c:pt>
                <c:pt idx="1702">
                  <c:v>65</c:v>
                </c:pt>
                <c:pt idx="1703">
                  <c:v>51.6</c:v>
                </c:pt>
                <c:pt idx="1704">
                  <c:v>57</c:v>
                </c:pt>
                <c:pt idx="1705">
                  <c:v>101</c:v>
                </c:pt>
                <c:pt idx="1706">
                  <c:v>58</c:v>
                </c:pt>
                <c:pt idx="1707">
                  <c:v>29.6</c:v>
                </c:pt>
                <c:pt idx="1708">
                  <c:v>43</c:v>
                </c:pt>
                <c:pt idx="1709">
                  <c:v>56.41</c:v>
                </c:pt>
                <c:pt idx="1710">
                  <c:v>85</c:v>
                </c:pt>
                <c:pt idx="1711">
                  <c:v>51</c:v>
                </c:pt>
                <c:pt idx="1712">
                  <c:v>75</c:v>
                </c:pt>
                <c:pt idx="1713">
                  <c:v>110</c:v>
                </c:pt>
                <c:pt idx="1714">
                  <c:v>60</c:v>
                </c:pt>
                <c:pt idx="1715">
                  <c:v>160</c:v>
                </c:pt>
                <c:pt idx="1716">
                  <c:v>50</c:v>
                </c:pt>
                <c:pt idx="1717">
                  <c:v>65</c:v>
                </c:pt>
                <c:pt idx="1718">
                  <c:v>40.25</c:v>
                </c:pt>
                <c:pt idx="1719">
                  <c:v>53.35</c:v>
                </c:pt>
                <c:pt idx="1720">
                  <c:v>100</c:v>
                </c:pt>
                <c:pt idx="1721">
                  <c:v>99</c:v>
                </c:pt>
                <c:pt idx="1722">
                  <c:v>90</c:v>
                </c:pt>
                <c:pt idx="1723">
                  <c:v>68</c:v>
                </c:pt>
                <c:pt idx="1724">
                  <c:v>120</c:v>
                </c:pt>
                <c:pt idx="1725">
                  <c:v>105</c:v>
                </c:pt>
                <c:pt idx="1726">
                  <c:v>58.82</c:v>
                </c:pt>
                <c:pt idx="1727">
                  <c:v>55</c:v>
                </c:pt>
                <c:pt idx="1728">
                  <c:v>68</c:v>
                </c:pt>
                <c:pt idx="1729">
                  <c:v>80</c:v>
                </c:pt>
                <c:pt idx="1730">
                  <c:v>56</c:v>
                </c:pt>
                <c:pt idx="1731">
                  <c:v>62</c:v>
                </c:pt>
                <c:pt idx="1732">
                  <c:v>65</c:v>
                </c:pt>
                <c:pt idx="1733">
                  <c:v>67</c:v>
                </c:pt>
                <c:pt idx="1734">
                  <c:v>41</c:v>
                </c:pt>
                <c:pt idx="1735">
                  <c:v>105</c:v>
                </c:pt>
                <c:pt idx="1736">
                  <c:v>155</c:v>
                </c:pt>
                <c:pt idx="1737">
                  <c:v>50.79</c:v>
                </c:pt>
                <c:pt idx="1738">
                  <c:v>52</c:v>
                </c:pt>
                <c:pt idx="1739">
                  <c:v>95.814999999999998</c:v>
                </c:pt>
                <c:pt idx="1740">
                  <c:v>89</c:v>
                </c:pt>
                <c:pt idx="1741">
                  <c:v>55</c:v>
                </c:pt>
                <c:pt idx="1742">
                  <c:v>90</c:v>
                </c:pt>
                <c:pt idx="1743">
                  <c:v>60</c:v>
                </c:pt>
                <c:pt idx="1744">
                  <c:v>180</c:v>
                </c:pt>
                <c:pt idx="1745">
                  <c:v>55.15</c:v>
                </c:pt>
                <c:pt idx="1746">
                  <c:v>40.6</c:v>
                </c:pt>
                <c:pt idx="1747">
                  <c:v>37</c:v>
                </c:pt>
                <c:pt idx="1748">
                  <c:v>73</c:v>
                </c:pt>
                <c:pt idx="1749">
                  <c:v>60</c:v>
                </c:pt>
                <c:pt idx="1750">
                  <c:v>152</c:v>
                </c:pt>
                <c:pt idx="1751">
                  <c:v>66</c:v>
                </c:pt>
                <c:pt idx="1752">
                  <c:v>60</c:v>
                </c:pt>
                <c:pt idx="1753">
                  <c:v>167</c:v>
                </c:pt>
                <c:pt idx="1754">
                  <c:v>38.119999999999997</c:v>
                </c:pt>
                <c:pt idx="1755">
                  <c:v>47</c:v>
                </c:pt>
                <c:pt idx="1756">
                  <c:v>56</c:v>
                </c:pt>
                <c:pt idx="1757">
                  <c:v>50</c:v>
                </c:pt>
                <c:pt idx="1758">
                  <c:v>47.88</c:v>
                </c:pt>
                <c:pt idx="1759">
                  <c:v>185</c:v>
                </c:pt>
                <c:pt idx="1760">
                  <c:v>100</c:v>
                </c:pt>
                <c:pt idx="1761">
                  <c:v>132</c:v>
                </c:pt>
                <c:pt idx="1762">
                  <c:v>145</c:v>
                </c:pt>
                <c:pt idx="1763">
                  <c:v>55</c:v>
                </c:pt>
                <c:pt idx="1764">
                  <c:v>59.01</c:v>
                </c:pt>
                <c:pt idx="1765">
                  <c:v>80</c:v>
                </c:pt>
                <c:pt idx="1766">
                  <c:v>110</c:v>
                </c:pt>
                <c:pt idx="1767">
                  <c:v>115</c:v>
                </c:pt>
                <c:pt idx="1768">
                  <c:v>58</c:v>
                </c:pt>
                <c:pt idx="1769">
                  <c:v>40</c:v>
                </c:pt>
                <c:pt idx="1770">
                  <c:v>66.650000000000006</c:v>
                </c:pt>
                <c:pt idx="1771">
                  <c:v>27</c:v>
                </c:pt>
                <c:pt idx="1772">
                  <c:v>58</c:v>
                </c:pt>
                <c:pt idx="1773">
                  <c:v>36.29</c:v>
                </c:pt>
                <c:pt idx="1774">
                  <c:v>37.799999999999997</c:v>
                </c:pt>
                <c:pt idx="1775">
                  <c:v>97.52</c:v>
                </c:pt>
                <c:pt idx="1776">
                  <c:v>43</c:v>
                </c:pt>
                <c:pt idx="1777">
                  <c:v>139</c:v>
                </c:pt>
                <c:pt idx="1778">
                  <c:v>115</c:v>
                </c:pt>
                <c:pt idx="1779">
                  <c:v>150</c:v>
                </c:pt>
                <c:pt idx="1780">
                  <c:v>66</c:v>
                </c:pt>
                <c:pt idx="1781">
                  <c:v>87.5</c:v>
                </c:pt>
                <c:pt idx="1782">
                  <c:v>125</c:v>
                </c:pt>
                <c:pt idx="1783">
                  <c:v>85</c:v>
                </c:pt>
                <c:pt idx="1784">
                  <c:v>268</c:v>
                </c:pt>
                <c:pt idx="1785">
                  <c:v>90</c:v>
                </c:pt>
                <c:pt idx="1786">
                  <c:v>45</c:v>
                </c:pt>
                <c:pt idx="1787">
                  <c:v>52</c:v>
                </c:pt>
                <c:pt idx="1788">
                  <c:v>52</c:v>
                </c:pt>
                <c:pt idx="1789">
                  <c:v>38</c:v>
                </c:pt>
                <c:pt idx="1790">
                  <c:v>31.83</c:v>
                </c:pt>
                <c:pt idx="1791">
                  <c:v>110</c:v>
                </c:pt>
                <c:pt idx="1792">
                  <c:v>48.06</c:v>
                </c:pt>
                <c:pt idx="1793">
                  <c:v>46.8</c:v>
                </c:pt>
                <c:pt idx="1794">
                  <c:v>25</c:v>
                </c:pt>
                <c:pt idx="1795">
                  <c:v>115</c:v>
                </c:pt>
                <c:pt idx="1796">
                  <c:v>50.79</c:v>
                </c:pt>
                <c:pt idx="1797">
                  <c:v>51</c:v>
                </c:pt>
                <c:pt idx="1798">
                  <c:v>85</c:v>
                </c:pt>
                <c:pt idx="1799">
                  <c:v>95</c:v>
                </c:pt>
                <c:pt idx="1800">
                  <c:v>40.840000000000003</c:v>
                </c:pt>
                <c:pt idx="1801">
                  <c:v>45</c:v>
                </c:pt>
                <c:pt idx="1802">
                  <c:v>40</c:v>
                </c:pt>
                <c:pt idx="1803">
                  <c:v>60.33</c:v>
                </c:pt>
                <c:pt idx="1804">
                  <c:v>39.5</c:v>
                </c:pt>
                <c:pt idx="1805">
                  <c:v>84</c:v>
                </c:pt>
                <c:pt idx="1806">
                  <c:v>49.5</c:v>
                </c:pt>
                <c:pt idx="1807">
                  <c:v>61.2</c:v>
                </c:pt>
                <c:pt idx="1808">
                  <c:v>90.5</c:v>
                </c:pt>
                <c:pt idx="1809">
                  <c:v>43</c:v>
                </c:pt>
                <c:pt idx="1810">
                  <c:v>25</c:v>
                </c:pt>
                <c:pt idx="1811">
                  <c:v>130</c:v>
                </c:pt>
                <c:pt idx="1812">
                  <c:v>58.56</c:v>
                </c:pt>
                <c:pt idx="1813">
                  <c:v>90</c:v>
                </c:pt>
                <c:pt idx="1814">
                  <c:v>65</c:v>
                </c:pt>
                <c:pt idx="1815">
                  <c:v>53</c:v>
                </c:pt>
                <c:pt idx="1816">
                  <c:v>38.67</c:v>
                </c:pt>
                <c:pt idx="1817">
                  <c:v>68</c:v>
                </c:pt>
                <c:pt idx="1818">
                  <c:v>200</c:v>
                </c:pt>
                <c:pt idx="1819">
                  <c:v>29.9</c:v>
                </c:pt>
                <c:pt idx="1820">
                  <c:v>68</c:v>
                </c:pt>
                <c:pt idx="1821">
                  <c:v>230</c:v>
                </c:pt>
                <c:pt idx="1822">
                  <c:v>103</c:v>
                </c:pt>
                <c:pt idx="1823">
                  <c:v>100</c:v>
                </c:pt>
                <c:pt idx="1824">
                  <c:v>110</c:v>
                </c:pt>
                <c:pt idx="1825">
                  <c:v>63</c:v>
                </c:pt>
                <c:pt idx="1826">
                  <c:v>42</c:v>
                </c:pt>
                <c:pt idx="1827">
                  <c:v>58</c:v>
                </c:pt>
                <c:pt idx="1828">
                  <c:v>75</c:v>
                </c:pt>
                <c:pt idx="1829">
                  <c:v>73</c:v>
                </c:pt>
                <c:pt idx="1830">
                  <c:v>88</c:v>
                </c:pt>
                <c:pt idx="1831">
                  <c:v>47</c:v>
                </c:pt>
                <c:pt idx="1832">
                  <c:v>65</c:v>
                </c:pt>
                <c:pt idx="1833">
                  <c:v>48</c:v>
                </c:pt>
                <c:pt idx="1834">
                  <c:v>127</c:v>
                </c:pt>
                <c:pt idx="1835">
                  <c:v>123</c:v>
                </c:pt>
                <c:pt idx="1836">
                  <c:v>53</c:v>
                </c:pt>
                <c:pt idx="1837">
                  <c:v>42.99</c:v>
                </c:pt>
                <c:pt idx="1838">
                  <c:v>143</c:v>
                </c:pt>
                <c:pt idx="1839">
                  <c:v>46</c:v>
                </c:pt>
                <c:pt idx="1840">
                  <c:v>110</c:v>
                </c:pt>
                <c:pt idx="1841">
                  <c:v>50.6</c:v>
                </c:pt>
                <c:pt idx="1842">
                  <c:v>65</c:v>
                </c:pt>
                <c:pt idx="1843">
                  <c:v>76</c:v>
                </c:pt>
                <c:pt idx="1844">
                  <c:v>110</c:v>
                </c:pt>
                <c:pt idx="1845">
                  <c:v>42</c:v>
                </c:pt>
                <c:pt idx="1846">
                  <c:v>168</c:v>
                </c:pt>
                <c:pt idx="1847">
                  <c:v>84</c:v>
                </c:pt>
                <c:pt idx="1848">
                  <c:v>34.5</c:v>
                </c:pt>
                <c:pt idx="1849">
                  <c:v>75</c:v>
                </c:pt>
                <c:pt idx="1850">
                  <c:v>55.5</c:v>
                </c:pt>
                <c:pt idx="1851">
                  <c:v>55.5</c:v>
                </c:pt>
                <c:pt idx="1852">
                  <c:v>43</c:v>
                </c:pt>
                <c:pt idx="1853">
                  <c:v>47.405000000000001</c:v>
                </c:pt>
                <c:pt idx="1854">
                  <c:v>34</c:v>
                </c:pt>
                <c:pt idx="1855">
                  <c:v>49.27</c:v>
                </c:pt>
                <c:pt idx="1856">
                  <c:v>43</c:v>
                </c:pt>
                <c:pt idx="1857">
                  <c:v>66.5</c:v>
                </c:pt>
                <c:pt idx="1858">
                  <c:v>75</c:v>
                </c:pt>
                <c:pt idx="1859">
                  <c:v>86</c:v>
                </c:pt>
                <c:pt idx="1860">
                  <c:v>24</c:v>
                </c:pt>
                <c:pt idx="1861">
                  <c:v>85</c:v>
                </c:pt>
                <c:pt idx="1862">
                  <c:v>89</c:v>
                </c:pt>
                <c:pt idx="1863">
                  <c:v>110</c:v>
                </c:pt>
                <c:pt idx="1864">
                  <c:v>55</c:v>
                </c:pt>
                <c:pt idx="1865">
                  <c:v>80</c:v>
                </c:pt>
                <c:pt idx="1866">
                  <c:v>125</c:v>
                </c:pt>
                <c:pt idx="1867">
                  <c:v>66</c:v>
                </c:pt>
                <c:pt idx="1868">
                  <c:v>50</c:v>
                </c:pt>
                <c:pt idx="1869">
                  <c:v>57.5</c:v>
                </c:pt>
                <c:pt idx="1870">
                  <c:v>30.38</c:v>
                </c:pt>
                <c:pt idx="1871">
                  <c:v>125</c:v>
                </c:pt>
                <c:pt idx="1872">
                  <c:v>58.27</c:v>
                </c:pt>
                <c:pt idx="1873">
                  <c:v>150</c:v>
                </c:pt>
                <c:pt idx="1874">
                  <c:v>49.5</c:v>
                </c:pt>
                <c:pt idx="1875">
                  <c:v>120</c:v>
                </c:pt>
                <c:pt idx="1876">
                  <c:v>45</c:v>
                </c:pt>
                <c:pt idx="1877">
                  <c:v>30</c:v>
                </c:pt>
                <c:pt idx="1878">
                  <c:v>42</c:v>
                </c:pt>
                <c:pt idx="1879">
                  <c:v>110</c:v>
                </c:pt>
                <c:pt idx="1880">
                  <c:v>69.61</c:v>
                </c:pt>
                <c:pt idx="1881">
                  <c:v>169</c:v>
                </c:pt>
                <c:pt idx="1882">
                  <c:v>80</c:v>
                </c:pt>
                <c:pt idx="1883">
                  <c:v>119</c:v>
                </c:pt>
                <c:pt idx="1884">
                  <c:v>100</c:v>
                </c:pt>
                <c:pt idx="1885">
                  <c:v>56</c:v>
                </c:pt>
                <c:pt idx="1886">
                  <c:v>60</c:v>
                </c:pt>
                <c:pt idx="1887">
                  <c:v>44</c:v>
                </c:pt>
                <c:pt idx="1888">
                  <c:v>70</c:v>
                </c:pt>
                <c:pt idx="1889">
                  <c:v>250</c:v>
                </c:pt>
                <c:pt idx="1890">
                  <c:v>110</c:v>
                </c:pt>
                <c:pt idx="1891">
                  <c:v>130</c:v>
                </c:pt>
                <c:pt idx="1892">
                  <c:v>46</c:v>
                </c:pt>
                <c:pt idx="1893">
                  <c:v>60</c:v>
                </c:pt>
                <c:pt idx="1894">
                  <c:v>170</c:v>
                </c:pt>
                <c:pt idx="1895">
                  <c:v>150</c:v>
                </c:pt>
                <c:pt idx="1896">
                  <c:v>37</c:v>
                </c:pt>
                <c:pt idx="1897">
                  <c:v>25</c:v>
                </c:pt>
                <c:pt idx="1898">
                  <c:v>140</c:v>
                </c:pt>
                <c:pt idx="1899">
                  <c:v>34</c:v>
                </c:pt>
                <c:pt idx="1900">
                  <c:v>36.5</c:v>
                </c:pt>
                <c:pt idx="1901">
                  <c:v>90</c:v>
                </c:pt>
                <c:pt idx="1902">
                  <c:v>78</c:v>
                </c:pt>
                <c:pt idx="1903">
                  <c:v>77.650000000000006</c:v>
                </c:pt>
                <c:pt idx="1904">
                  <c:v>65.260000000000005</c:v>
                </c:pt>
                <c:pt idx="1905">
                  <c:v>37.799999999999997</c:v>
                </c:pt>
                <c:pt idx="1906">
                  <c:v>175</c:v>
                </c:pt>
                <c:pt idx="1907">
                  <c:v>85</c:v>
                </c:pt>
                <c:pt idx="1908">
                  <c:v>34</c:v>
                </c:pt>
                <c:pt idx="1909">
                  <c:v>48</c:v>
                </c:pt>
                <c:pt idx="1910">
                  <c:v>40</c:v>
                </c:pt>
                <c:pt idx="1911">
                  <c:v>60</c:v>
                </c:pt>
                <c:pt idx="1912">
                  <c:v>36</c:v>
                </c:pt>
                <c:pt idx="1913">
                  <c:v>84</c:v>
                </c:pt>
                <c:pt idx="1914">
                  <c:v>68</c:v>
                </c:pt>
                <c:pt idx="1915">
                  <c:v>36.43</c:v>
                </c:pt>
                <c:pt idx="1916">
                  <c:v>35.99</c:v>
                </c:pt>
                <c:pt idx="1917">
                  <c:v>60</c:v>
                </c:pt>
                <c:pt idx="1918">
                  <c:v>62</c:v>
                </c:pt>
                <c:pt idx="1919">
                  <c:v>245</c:v>
                </c:pt>
                <c:pt idx="1920">
                  <c:v>85</c:v>
                </c:pt>
                <c:pt idx="1921">
                  <c:v>80</c:v>
                </c:pt>
                <c:pt idx="1922">
                  <c:v>200</c:v>
                </c:pt>
                <c:pt idx="1923">
                  <c:v>14</c:v>
                </c:pt>
                <c:pt idx="1924">
                  <c:v>53.6</c:v>
                </c:pt>
                <c:pt idx="1925">
                  <c:v>49</c:v>
                </c:pt>
                <c:pt idx="1926">
                  <c:v>100</c:v>
                </c:pt>
                <c:pt idx="1927">
                  <c:v>50</c:v>
                </c:pt>
                <c:pt idx="1928">
                  <c:v>64</c:v>
                </c:pt>
                <c:pt idx="1929">
                  <c:v>50</c:v>
                </c:pt>
                <c:pt idx="1930">
                  <c:v>133</c:v>
                </c:pt>
                <c:pt idx="1931">
                  <c:v>168</c:v>
                </c:pt>
                <c:pt idx="1932">
                  <c:v>31.86</c:v>
                </c:pt>
                <c:pt idx="1933">
                  <c:v>83</c:v>
                </c:pt>
                <c:pt idx="1934">
                  <c:v>115</c:v>
                </c:pt>
                <c:pt idx="1935">
                  <c:v>40</c:v>
                </c:pt>
                <c:pt idx="1936">
                  <c:v>85</c:v>
                </c:pt>
                <c:pt idx="1937">
                  <c:v>38</c:v>
                </c:pt>
                <c:pt idx="1938">
                  <c:v>145</c:v>
                </c:pt>
                <c:pt idx="1939">
                  <c:v>75</c:v>
                </c:pt>
                <c:pt idx="1940">
                  <c:v>48</c:v>
                </c:pt>
                <c:pt idx="1941">
                  <c:v>57</c:v>
                </c:pt>
                <c:pt idx="1942">
                  <c:v>150</c:v>
                </c:pt>
                <c:pt idx="1943">
                  <c:v>43</c:v>
                </c:pt>
                <c:pt idx="1944">
                  <c:v>42.81</c:v>
                </c:pt>
                <c:pt idx="1945">
                  <c:v>47.8</c:v>
                </c:pt>
                <c:pt idx="1946">
                  <c:v>52.75</c:v>
                </c:pt>
                <c:pt idx="1947">
                  <c:v>46</c:v>
                </c:pt>
                <c:pt idx="1948">
                  <c:v>80</c:v>
                </c:pt>
                <c:pt idx="1949">
                  <c:v>98.34</c:v>
                </c:pt>
                <c:pt idx="1950">
                  <c:v>38.549999999999997</c:v>
                </c:pt>
                <c:pt idx="1951">
                  <c:v>39</c:v>
                </c:pt>
                <c:pt idx="1952">
                  <c:v>70</c:v>
                </c:pt>
                <c:pt idx="1953">
                  <c:v>120</c:v>
                </c:pt>
                <c:pt idx="1954">
                  <c:v>58.5</c:v>
                </c:pt>
                <c:pt idx="1955">
                  <c:v>27</c:v>
                </c:pt>
                <c:pt idx="1956">
                  <c:v>79.5</c:v>
                </c:pt>
                <c:pt idx="1957">
                  <c:v>135</c:v>
                </c:pt>
                <c:pt idx="1958">
                  <c:v>47.74</c:v>
                </c:pt>
                <c:pt idx="1959">
                  <c:v>56.8</c:v>
                </c:pt>
                <c:pt idx="1960">
                  <c:v>44</c:v>
                </c:pt>
                <c:pt idx="1961">
                  <c:v>98</c:v>
                </c:pt>
                <c:pt idx="1962">
                  <c:v>80</c:v>
                </c:pt>
                <c:pt idx="1963">
                  <c:v>88</c:v>
                </c:pt>
                <c:pt idx="1964">
                  <c:v>100</c:v>
                </c:pt>
                <c:pt idx="1965">
                  <c:v>57</c:v>
                </c:pt>
                <c:pt idx="1966">
                  <c:v>60</c:v>
                </c:pt>
                <c:pt idx="1967">
                  <c:v>62</c:v>
                </c:pt>
                <c:pt idx="1968">
                  <c:v>240</c:v>
                </c:pt>
                <c:pt idx="1969">
                  <c:v>200</c:v>
                </c:pt>
                <c:pt idx="1970">
                  <c:v>150</c:v>
                </c:pt>
                <c:pt idx="1971">
                  <c:v>137</c:v>
                </c:pt>
                <c:pt idx="1972">
                  <c:v>56</c:v>
                </c:pt>
                <c:pt idx="1973">
                  <c:v>79</c:v>
                </c:pt>
                <c:pt idx="1974">
                  <c:v>39</c:v>
                </c:pt>
                <c:pt idx="1975">
                  <c:v>86</c:v>
                </c:pt>
                <c:pt idx="1976">
                  <c:v>31.9</c:v>
                </c:pt>
                <c:pt idx="1977">
                  <c:v>48</c:v>
                </c:pt>
                <c:pt idx="1978">
                  <c:v>55</c:v>
                </c:pt>
                <c:pt idx="1979">
                  <c:v>56</c:v>
                </c:pt>
                <c:pt idx="1980">
                  <c:v>55</c:v>
                </c:pt>
                <c:pt idx="1981">
                  <c:v>145</c:v>
                </c:pt>
                <c:pt idx="1982">
                  <c:v>92</c:v>
                </c:pt>
                <c:pt idx="1983">
                  <c:v>64.23</c:v>
                </c:pt>
                <c:pt idx="1984">
                  <c:v>43.5</c:v>
                </c:pt>
                <c:pt idx="1985">
                  <c:v>65</c:v>
                </c:pt>
                <c:pt idx="1986">
                  <c:v>52</c:v>
                </c:pt>
                <c:pt idx="1987">
                  <c:v>116</c:v>
                </c:pt>
                <c:pt idx="1988">
                  <c:v>46.9</c:v>
                </c:pt>
                <c:pt idx="1989">
                  <c:v>41.9</c:v>
                </c:pt>
                <c:pt idx="1990">
                  <c:v>102</c:v>
                </c:pt>
                <c:pt idx="1991">
                  <c:v>53</c:v>
                </c:pt>
                <c:pt idx="1992">
                  <c:v>36.85</c:v>
                </c:pt>
                <c:pt idx="1993">
                  <c:v>43.55</c:v>
                </c:pt>
                <c:pt idx="1994">
                  <c:v>90</c:v>
                </c:pt>
                <c:pt idx="1995">
                  <c:v>39.35</c:v>
                </c:pt>
                <c:pt idx="1996">
                  <c:v>105</c:v>
                </c:pt>
                <c:pt idx="1997">
                  <c:v>150</c:v>
                </c:pt>
                <c:pt idx="1998">
                  <c:v>65</c:v>
                </c:pt>
                <c:pt idx="1999">
                  <c:v>65</c:v>
                </c:pt>
                <c:pt idx="2000">
                  <c:v>28</c:v>
                </c:pt>
                <c:pt idx="2001">
                  <c:v>51.51</c:v>
                </c:pt>
                <c:pt idx="2002">
                  <c:v>114</c:v>
                </c:pt>
                <c:pt idx="2003">
                  <c:v>64</c:v>
                </c:pt>
                <c:pt idx="2004">
                  <c:v>90</c:v>
                </c:pt>
                <c:pt idx="2005">
                  <c:v>36</c:v>
                </c:pt>
                <c:pt idx="2006">
                  <c:v>45</c:v>
                </c:pt>
                <c:pt idx="2007">
                  <c:v>52</c:v>
                </c:pt>
                <c:pt idx="2008">
                  <c:v>23.45</c:v>
                </c:pt>
                <c:pt idx="2009">
                  <c:v>25</c:v>
                </c:pt>
                <c:pt idx="2010">
                  <c:v>68</c:v>
                </c:pt>
                <c:pt idx="2011">
                  <c:v>145</c:v>
                </c:pt>
                <c:pt idx="2012">
                  <c:v>58.39</c:v>
                </c:pt>
                <c:pt idx="2013">
                  <c:v>44.55</c:v>
                </c:pt>
                <c:pt idx="2014">
                  <c:v>85</c:v>
                </c:pt>
                <c:pt idx="2015">
                  <c:v>210</c:v>
                </c:pt>
                <c:pt idx="2016">
                  <c:v>200</c:v>
                </c:pt>
                <c:pt idx="2017">
                  <c:v>85</c:v>
                </c:pt>
                <c:pt idx="2018">
                  <c:v>134</c:v>
                </c:pt>
                <c:pt idx="2019">
                  <c:v>200</c:v>
                </c:pt>
                <c:pt idx="2020">
                  <c:v>75.84</c:v>
                </c:pt>
                <c:pt idx="2021">
                  <c:v>27</c:v>
                </c:pt>
                <c:pt idx="2022">
                  <c:v>10.25</c:v>
                </c:pt>
                <c:pt idx="2023">
                  <c:v>56.35</c:v>
                </c:pt>
                <c:pt idx="2024">
                  <c:v>240</c:v>
                </c:pt>
                <c:pt idx="2025">
                  <c:v>46.55</c:v>
                </c:pt>
                <c:pt idx="2026">
                  <c:v>57</c:v>
                </c:pt>
                <c:pt idx="2027">
                  <c:v>88</c:v>
                </c:pt>
                <c:pt idx="2028">
                  <c:v>36</c:v>
                </c:pt>
                <c:pt idx="2029">
                  <c:v>79</c:v>
                </c:pt>
                <c:pt idx="2030">
                  <c:v>66</c:v>
                </c:pt>
                <c:pt idx="2031">
                  <c:v>40.590000000000003</c:v>
                </c:pt>
                <c:pt idx="2032">
                  <c:v>70</c:v>
                </c:pt>
                <c:pt idx="2033">
                  <c:v>135</c:v>
                </c:pt>
                <c:pt idx="2034">
                  <c:v>83</c:v>
                </c:pt>
                <c:pt idx="2035">
                  <c:v>102</c:v>
                </c:pt>
                <c:pt idx="2036">
                  <c:v>56.2</c:v>
                </c:pt>
                <c:pt idx="2037">
                  <c:v>55</c:v>
                </c:pt>
                <c:pt idx="2038">
                  <c:v>46.62</c:v>
                </c:pt>
                <c:pt idx="2039">
                  <c:v>110</c:v>
                </c:pt>
                <c:pt idx="2040">
                  <c:v>160</c:v>
                </c:pt>
                <c:pt idx="2041">
                  <c:v>59.5</c:v>
                </c:pt>
                <c:pt idx="2042">
                  <c:v>67</c:v>
                </c:pt>
                <c:pt idx="2043">
                  <c:v>65</c:v>
                </c:pt>
                <c:pt idx="2044">
                  <c:v>29</c:v>
                </c:pt>
                <c:pt idx="2045">
                  <c:v>75.97</c:v>
                </c:pt>
                <c:pt idx="2046">
                  <c:v>45</c:v>
                </c:pt>
                <c:pt idx="2047">
                  <c:v>30</c:v>
                </c:pt>
                <c:pt idx="2048">
                  <c:v>29</c:v>
                </c:pt>
                <c:pt idx="2049">
                  <c:v>35</c:v>
                </c:pt>
                <c:pt idx="2050">
                  <c:v>58</c:v>
                </c:pt>
                <c:pt idx="2051">
                  <c:v>55</c:v>
                </c:pt>
                <c:pt idx="2052">
                  <c:v>83</c:v>
                </c:pt>
                <c:pt idx="2053">
                  <c:v>110</c:v>
                </c:pt>
                <c:pt idx="2054">
                  <c:v>151</c:v>
                </c:pt>
                <c:pt idx="2055">
                  <c:v>49.5</c:v>
                </c:pt>
                <c:pt idx="2056">
                  <c:v>56.85</c:v>
                </c:pt>
                <c:pt idx="2057">
                  <c:v>75</c:v>
                </c:pt>
                <c:pt idx="2058">
                  <c:v>105</c:v>
                </c:pt>
                <c:pt idx="2059">
                  <c:v>68</c:v>
                </c:pt>
                <c:pt idx="2060">
                  <c:v>110</c:v>
                </c:pt>
                <c:pt idx="2061">
                  <c:v>38.65</c:v>
                </c:pt>
                <c:pt idx="2062">
                  <c:v>105</c:v>
                </c:pt>
                <c:pt idx="2063">
                  <c:v>22.89</c:v>
                </c:pt>
                <c:pt idx="2064">
                  <c:v>43</c:v>
                </c:pt>
                <c:pt idx="2065">
                  <c:v>38.119999999999997</c:v>
                </c:pt>
                <c:pt idx="2066">
                  <c:v>48</c:v>
                </c:pt>
                <c:pt idx="2067">
                  <c:v>60</c:v>
                </c:pt>
                <c:pt idx="2068">
                  <c:v>25</c:v>
                </c:pt>
                <c:pt idx="2069">
                  <c:v>72</c:v>
                </c:pt>
                <c:pt idx="2070">
                  <c:v>40.6</c:v>
                </c:pt>
                <c:pt idx="2071">
                  <c:v>91.72</c:v>
                </c:pt>
                <c:pt idx="2072">
                  <c:v>78</c:v>
                </c:pt>
                <c:pt idx="2073">
                  <c:v>230</c:v>
                </c:pt>
                <c:pt idx="2074">
                  <c:v>130</c:v>
                </c:pt>
                <c:pt idx="2075">
                  <c:v>260.5</c:v>
                </c:pt>
                <c:pt idx="2076">
                  <c:v>188</c:v>
                </c:pt>
                <c:pt idx="2077">
                  <c:v>190</c:v>
                </c:pt>
                <c:pt idx="2078">
                  <c:v>42</c:v>
                </c:pt>
                <c:pt idx="2079">
                  <c:v>37.700000000000003</c:v>
                </c:pt>
                <c:pt idx="2080">
                  <c:v>44</c:v>
                </c:pt>
                <c:pt idx="2081">
                  <c:v>70</c:v>
                </c:pt>
                <c:pt idx="2082">
                  <c:v>76.77</c:v>
                </c:pt>
                <c:pt idx="2083">
                  <c:v>45.15</c:v>
                </c:pt>
                <c:pt idx="2084">
                  <c:v>78</c:v>
                </c:pt>
                <c:pt idx="2085">
                  <c:v>58.14</c:v>
                </c:pt>
                <c:pt idx="2086">
                  <c:v>58</c:v>
                </c:pt>
                <c:pt idx="2087">
                  <c:v>112</c:v>
                </c:pt>
                <c:pt idx="2088">
                  <c:v>67.5</c:v>
                </c:pt>
                <c:pt idx="2089">
                  <c:v>38</c:v>
                </c:pt>
                <c:pt idx="2090">
                  <c:v>45</c:v>
                </c:pt>
                <c:pt idx="2091">
                  <c:v>49</c:v>
                </c:pt>
                <c:pt idx="2092">
                  <c:v>125</c:v>
                </c:pt>
                <c:pt idx="2093">
                  <c:v>78</c:v>
                </c:pt>
                <c:pt idx="2094">
                  <c:v>160</c:v>
                </c:pt>
                <c:pt idx="2095">
                  <c:v>83.33</c:v>
                </c:pt>
                <c:pt idx="2096">
                  <c:v>85</c:v>
                </c:pt>
                <c:pt idx="2097">
                  <c:v>65</c:v>
                </c:pt>
                <c:pt idx="2098">
                  <c:v>43.79</c:v>
                </c:pt>
                <c:pt idx="2099">
                  <c:v>190</c:v>
                </c:pt>
                <c:pt idx="2100">
                  <c:v>39</c:v>
                </c:pt>
                <c:pt idx="2101">
                  <c:v>61</c:v>
                </c:pt>
                <c:pt idx="2102">
                  <c:v>75</c:v>
                </c:pt>
                <c:pt idx="2103">
                  <c:v>100</c:v>
                </c:pt>
                <c:pt idx="2104">
                  <c:v>49</c:v>
                </c:pt>
                <c:pt idx="2105">
                  <c:v>48.27</c:v>
                </c:pt>
                <c:pt idx="2106">
                  <c:v>90</c:v>
                </c:pt>
                <c:pt idx="2107">
                  <c:v>165</c:v>
                </c:pt>
                <c:pt idx="2108">
                  <c:v>160</c:v>
                </c:pt>
                <c:pt idx="2109">
                  <c:v>96</c:v>
                </c:pt>
                <c:pt idx="2110">
                  <c:v>72</c:v>
                </c:pt>
                <c:pt idx="2111">
                  <c:v>28</c:v>
                </c:pt>
                <c:pt idx="2112">
                  <c:v>65</c:v>
                </c:pt>
                <c:pt idx="2113">
                  <c:v>77</c:v>
                </c:pt>
                <c:pt idx="2114">
                  <c:v>51</c:v>
                </c:pt>
                <c:pt idx="2115">
                  <c:v>90</c:v>
                </c:pt>
                <c:pt idx="2116">
                  <c:v>73</c:v>
                </c:pt>
                <c:pt idx="2117">
                  <c:v>120</c:v>
                </c:pt>
                <c:pt idx="2118">
                  <c:v>95</c:v>
                </c:pt>
                <c:pt idx="2119">
                  <c:v>92</c:v>
                </c:pt>
                <c:pt idx="2120">
                  <c:v>91.15</c:v>
                </c:pt>
                <c:pt idx="2121">
                  <c:v>43.63</c:v>
                </c:pt>
                <c:pt idx="2122">
                  <c:v>52</c:v>
                </c:pt>
                <c:pt idx="2123">
                  <c:v>67</c:v>
                </c:pt>
                <c:pt idx="2124">
                  <c:v>74.72</c:v>
                </c:pt>
                <c:pt idx="2125">
                  <c:v>103</c:v>
                </c:pt>
                <c:pt idx="2126">
                  <c:v>165</c:v>
                </c:pt>
                <c:pt idx="2127">
                  <c:v>16</c:v>
                </c:pt>
                <c:pt idx="2128">
                  <c:v>48</c:v>
                </c:pt>
                <c:pt idx="2129">
                  <c:v>250</c:v>
                </c:pt>
                <c:pt idx="2130">
                  <c:v>150</c:v>
                </c:pt>
                <c:pt idx="2131">
                  <c:v>68.27</c:v>
                </c:pt>
                <c:pt idx="2132">
                  <c:v>59.27</c:v>
                </c:pt>
                <c:pt idx="2133">
                  <c:v>75</c:v>
                </c:pt>
                <c:pt idx="2134">
                  <c:v>49.5</c:v>
                </c:pt>
                <c:pt idx="2135">
                  <c:v>74</c:v>
                </c:pt>
                <c:pt idx="2136">
                  <c:v>42.5</c:v>
                </c:pt>
                <c:pt idx="2137">
                  <c:v>48</c:v>
                </c:pt>
                <c:pt idx="2138">
                  <c:v>75.97</c:v>
                </c:pt>
                <c:pt idx="2139">
                  <c:v>86.03</c:v>
                </c:pt>
                <c:pt idx="2140">
                  <c:v>43</c:v>
                </c:pt>
                <c:pt idx="2141">
                  <c:v>48.5</c:v>
                </c:pt>
                <c:pt idx="2142">
                  <c:v>145.5</c:v>
                </c:pt>
                <c:pt idx="2143">
                  <c:v>50</c:v>
                </c:pt>
                <c:pt idx="2144">
                  <c:v>61</c:v>
                </c:pt>
                <c:pt idx="2145">
                  <c:v>61</c:v>
                </c:pt>
                <c:pt idx="2146">
                  <c:v>32</c:v>
                </c:pt>
                <c:pt idx="2147">
                  <c:v>44.42</c:v>
                </c:pt>
                <c:pt idx="2148">
                  <c:v>45.35</c:v>
                </c:pt>
                <c:pt idx="2149">
                  <c:v>79</c:v>
                </c:pt>
                <c:pt idx="2150">
                  <c:v>31.5</c:v>
                </c:pt>
                <c:pt idx="2151">
                  <c:v>39.33</c:v>
                </c:pt>
                <c:pt idx="2152">
                  <c:v>30.09</c:v>
                </c:pt>
                <c:pt idx="2153">
                  <c:v>43</c:v>
                </c:pt>
                <c:pt idx="2154">
                  <c:v>73</c:v>
                </c:pt>
                <c:pt idx="2155">
                  <c:v>82</c:v>
                </c:pt>
                <c:pt idx="2156">
                  <c:v>51.63</c:v>
                </c:pt>
                <c:pt idx="2157">
                  <c:v>92</c:v>
                </c:pt>
                <c:pt idx="2158">
                  <c:v>45.19</c:v>
                </c:pt>
                <c:pt idx="2159">
                  <c:v>105</c:v>
                </c:pt>
                <c:pt idx="2160">
                  <c:v>47</c:v>
                </c:pt>
                <c:pt idx="2161">
                  <c:v>33</c:v>
                </c:pt>
                <c:pt idx="2162">
                  <c:v>180</c:v>
                </c:pt>
                <c:pt idx="2163">
                  <c:v>80</c:v>
                </c:pt>
                <c:pt idx="2164">
                  <c:v>89</c:v>
                </c:pt>
                <c:pt idx="2165">
                  <c:v>240</c:v>
                </c:pt>
                <c:pt idx="2166">
                  <c:v>38</c:v>
                </c:pt>
                <c:pt idx="2167">
                  <c:v>146</c:v>
                </c:pt>
                <c:pt idx="2168">
                  <c:v>62</c:v>
                </c:pt>
                <c:pt idx="2169">
                  <c:v>72.5</c:v>
                </c:pt>
                <c:pt idx="2170">
                  <c:v>35</c:v>
                </c:pt>
                <c:pt idx="2171">
                  <c:v>65</c:v>
                </c:pt>
                <c:pt idx="2172">
                  <c:v>52</c:v>
                </c:pt>
                <c:pt idx="2173">
                  <c:v>56</c:v>
                </c:pt>
                <c:pt idx="2174">
                  <c:v>62.78</c:v>
                </c:pt>
                <c:pt idx="2175">
                  <c:v>108</c:v>
                </c:pt>
                <c:pt idx="2176">
                  <c:v>60.91</c:v>
                </c:pt>
                <c:pt idx="2177">
                  <c:v>82</c:v>
                </c:pt>
                <c:pt idx="2178">
                  <c:v>90</c:v>
                </c:pt>
                <c:pt idx="2179">
                  <c:v>230</c:v>
                </c:pt>
                <c:pt idx="2180">
                  <c:v>72</c:v>
                </c:pt>
                <c:pt idx="2181">
                  <c:v>47</c:v>
                </c:pt>
                <c:pt idx="2182">
                  <c:v>42.2</c:v>
                </c:pt>
                <c:pt idx="2183">
                  <c:v>75</c:v>
                </c:pt>
                <c:pt idx="2184">
                  <c:v>125</c:v>
                </c:pt>
                <c:pt idx="2185">
                  <c:v>36.75</c:v>
                </c:pt>
                <c:pt idx="2186">
                  <c:v>55.91</c:v>
                </c:pt>
                <c:pt idx="2187">
                  <c:v>64</c:v>
                </c:pt>
                <c:pt idx="2188">
                  <c:v>58</c:v>
                </c:pt>
                <c:pt idx="2189">
                  <c:v>160</c:v>
                </c:pt>
                <c:pt idx="2190">
                  <c:v>51.26</c:v>
                </c:pt>
                <c:pt idx="2191">
                  <c:v>88</c:v>
                </c:pt>
                <c:pt idx="2192">
                  <c:v>60</c:v>
                </c:pt>
                <c:pt idx="2193">
                  <c:v>75</c:v>
                </c:pt>
                <c:pt idx="2194">
                  <c:v>71.739999999999995</c:v>
                </c:pt>
                <c:pt idx="2195">
                  <c:v>75</c:v>
                </c:pt>
                <c:pt idx="2196">
                  <c:v>101</c:v>
                </c:pt>
                <c:pt idx="2197">
                  <c:v>115</c:v>
                </c:pt>
                <c:pt idx="2198">
                  <c:v>33.450000000000003</c:v>
                </c:pt>
                <c:pt idx="2199">
                  <c:v>68</c:v>
                </c:pt>
                <c:pt idx="2200">
                  <c:v>38.299999999999997</c:v>
                </c:pt>
                <c:pt idx="2201">
                  <c:v>58</c:v>
                </c:pt>
                <c:pt idx="2202">
                  <c:v>22</c:v>
                </c:pt>
                <c:pt idx="2203">
                  <c:v>122</c:v>
                </c:pt>
                <c:pt idx="2204">
                  <c:v>58</c:v>
                </c:pt>
                <c:pt idx="2205">
                  <c:v>52.25</c:v>
                </c:pt>
                <c:pt idx="2206">
                  <c:v>119</c:v>
                </c:pt>
                <c:pt idx="2207">
                  <c:v>88</c:v>
                </c:pt>
                <c:pt idx="2208">
                  <c:v>82</c:v>
                </c:pt>
                <c:pt idx="2209">
                  <c:v>40</c:v>
                </c:pt>
                <c:pt idx="2210">
                  <c:v>49.5</c:v>
                </c:pt>
                <c:pt idx="2211">
                  <c:v>60</c:v>
                </c:pt>
                <c:pt idx="2212">
                  <c:v>50</c:v>
                </c:pt>
                <c:pt idx="2213">
                  <c:v>52</c:v>
                </c:pt>
                <c:pt idx="2214">
                  <c:v>63</c:v>
                </c:pt>
                <c:pt idx="2215">
                  <c:v>110</c:v>
                </c:pt>
                <c:pt idx="2216">
                  <c:v>34.01</c:v>
                </c:pt>
                <c:pt idx="2217">
                  <c:v>100</c:v>
                </c:pt>
                <c:pt idx="2218">
                  <c:v>64</c:v>
                </c:pt>
                <c:pt idx="2219">
                  <c:v>40.5</c:v>
                </c:pt>
                <c:pt idx="2220">
                  <c:v>48</c:v>
                </c:pt>
                <c:pt idx="2221">
                  <c:v>75</c:v>
                </c:pt>
                <c:pt idx="2222">
                  <c:v>72</c:v>
                </c:pt>
                <c:pt idx="2223">
                  <c:v>124</c:v>
                </c:pt>
                <c:pt idx="2224">
                  <c:v>110</c:v>
                </c:pt>
                <c:pt idx="2225">
                  <c:v>139</c:v>
                </c:pt>
                <c:pt idx="2226">
                  <c:v>45</c:v>
                </c:pt>
                <c:pt idx="2227">
                  <c:v>40.44</c:v>
                </c:pt>
                <c:pt idx="2228">
                  <c:v>34.299999999999997</c:v>
                </c:pt>
                <c:pt idx="2229">
                  <c:v>48</c:v>
                </c:pt>
                <c:pt idx="2230">
                  <c:v>95</c:v>
                </c:pt>
                <c:pt idx="2231">
                  <c:v>92</c:v>
                </c:pt>
                <c:pt idx="2232">
                  <c:v>105</c:v>
                </c:pt>
                <c:pt idx="2233">
                  <c:v>65</c:v>
                </c:pt>
                <c:pt idx="2234">
                  <c:v>58.86</c:v>
                </c:pt>
                <c:pt idx="2235">
                  <c:v>46.5</c:v>
                </c:pt>
                <c:pt idx="2236">
                  <c:v>49</c:v>
                </c:pt>
                <c:pt idx="2237">
                  <c:v>42</c:v>
                </c:pt>
                <c:pt idx="2238">
                  <c:v>53.35</c:v>
                </c:pt>
                <c:pt idx="2239">
                  <c:v>55</c:v>
                </c:pt>
                <c:pt idx="2240">
                  <c:v>205</c:v>
                </c:pt>
                <c:pt idx="2241">
                  <c:v>78</c:v>
                </c:pt>
                <c:pt idx="2242">
                  <c:v>67.98</c:v>
                </c:pt>
                <c:pt idx="2243">
                  <c:v>36</c:v>
                </c:pt>
                <c:pt idx="2244">
                  <c:v>71</c:v>
                </c:pt>
                <c:pt idx="2245">
                  <c:v>40.6</c:v>
                </c:pt>
                <c:pt idx="2246">
                  <c:v>77.680000000000007</c:v>
                </c:pt>
                <c:pt idx="2247">
                  <c:v>44.95</c:v>
                </c:pt>
                <c:pt idx="2248">
                  <c:v>21</c:v>
                </c:pt>
                <c:pt idx="2249">
                  <c:v>126</c:v>
                </c:pt>
                <c:pt idx="2250">
                  <c:v>38.450000000000003</c:v>
                </c:pt>
                <c:pt idx="2251">
                  <c:v>157</c:v>
                </c:pt>
                <c:pt idx="2252">
                  <c:v>55</c:v>
                </c:pt>
                <c:pt idx="2253">
                  <c:v>51.87</c:v>
                </c:pt>
                <c:pt idx="2254">
                  <c:v>97</c:v>
                </c:pt>
                <c:pt idx="2255">
                  <c:v>78</c:v>
                </c:pt>
                <c:pt idx="2256">
                  <c:v>93.32</c:v>
                </c:pt>
                <c:pt idx="2257">
                  <c:v>69.314999999999998</c:v>
                </c:pt>
                <c:pt idx="2258">
                  <c:v>65</c:v>
                </c:pt>
                <c:pt idx="2259">
                  <c:v>53.5</c:v>
                </c:pt>
                <c:pt idx="2260">
                  <c:v>93.864999999999995</c:v>
                </c:pt>
                <c:pt idx="2261">
                  <c:v>13.57</c:v>
                </c:pt>
                <c:pt idx="2262">
                  <c:v>120</c:v>
                </c:pt>
                <c:pt idx="2263">
                  <c:v>56</c:v>
                </c:pt>
                <c:pt idx="2264">
                  <c:v>160</c:v>
                </c:pt>
                <c:pt idx="2265">
                  <c:v>55</c:v>
                </c:pt>
                <c:pt idx="2266">
                  <c:v>75</c:v>
                </c:pt>
                <c:pt idx="2267">
                  <c:v>73.31</c:v>
                </c:pt>
                <c:pt idx="2268">
                  <c:v>40.5</c:v>
                </c:pt>
                <c:pt idx="2269">
                  <c:v>69</c:v>
                </c:pt>
                <c:pt idx="2270">
                  <c:v>82</c:v>
                </c:pt>
                <c:pt idx="2271">
                  <c:v>75</c:v>
                </c:pt>
                <c:pt idx="2272">
                  <c:v>52.5</c:v>
                </c:pt>
                <c:pt idx="2273">
                  <c:v>40</c:v>
                </c:pt>
                <c:pt idx="2274">
                  <c:v>67.400000000000006</c:v>
                </c:pt>
                <c:pt idx="2275">
                  <c:v>115</c:v>
                </c:pt>
                <c:pt idx="2276">
                  <c:v>60</c:v>
                </c:pt>
                <c:pt idx="2277">
                  <c:v>65</c:v>
                </c:pt>
                <c:pt idx="2278">
                  <c:v>214</c:v>
                </c:pt>
                <c:pt idx="2279">
                  <c:v>170</c:v>
                </c:pt>
                <c:pt idx="2280">
                  <c:v>37</c:v>
                </c:pt>
                <c:pt idx="2281">
                  <c:v>80</c:v>
                </c:pt>
                <c:pt idx="2282">
                  <c:v>54.59</c:v>
                </c:pt>
                <c:pt idx="2283">
                  <c:v>250</c:v>
                </c:pt>
                <c:pt idx="2284">
                  <c:v>55</c:v>
                </c:pt>
                <c:pt idx="2285">
                  <c:v>40</c:v>
                </c:pt>
                <c:pt idx="2286">
                  <c:v>73.5</c:v>
                </c:pt>
                <c:pt idx="2287">
                  <c:v>80</c:v>
                </c:pt>
                <c:pt idx="2288">
                  <c:v>75</c:v>
                </c:pt>
                <c:pt idx="2289">
                  <c:v>68</c:v>
                </c:pt>
                <c:pt idx="2290">
                  <c:v>45.2</c:v>
                </c:pt>
                <c:pt idx="2291">
                  <c:v>75</c:v>
                </c:pt>
                <c:pt idx="2292">
                  <c:v>80</c:v>
                </c:pt>
                <c:pt idx="2293">
                  <c:v>33</c:v>
                </c:pt>
                <c:pt idx="2294">
                  <c:v>53.67</c:v>
                </c:pt>
                <c:pt idx="2295">
                  <c:v>125</c:v>
                </c:pt>
                <c:pt idx="2296">
                  <c:v>16.45</c:v>
                </c:pt>
                <c:pt idx="2297">
                  <c:v>50.63</c:v>
                </c:pt>
                <c:pt idx="2298">
                  <c:v>35</c:v>
                </c:pt>
                <c:pt idx="2299">
                  <c:v>100</c:v>
                </c:pt>
                <c:pt idx="2300">
                  <c:v>50</c:v>
                </c:pt>
                <c:pt idx="2301">
                  <c:v>115</c:v>
                </c:pt>
                <c:pt idx="2302">
                  <c:v>70</c:v>
                </c:pt>
                <c:pt idx="2303">
                  <c:v>58</c:v>
                </c:pt>
                <c:pt idx="2304">
                  <c:v>120</c:v>
                </c:pt>
                <c:pt idx="2305">
                  <c:v>54</c:v>
                </c:pt>
                <c:pt idx="2306">
                  <c:v>95.84</c:v>
                </c:pt>
                <c:pt idx="2307">
                  <c:v>195</c:v>
                </c:pt>
                <c:pt idx="2308">
                  <c:v>44</c:v>
                </c:pt>
                <c:pt idx="2309">
                  <c:v>42</c:v>
                </c:pt>
                <c:pt idx="2310">
                  <c:v>80</c:v>
                </c:pt>
                <c:pt idx="2311">
                  <c:v>50.3</c:v>
                </c:pt>
                <c:pt idx="2312">
                  <c:v>65</c:v>
                </c:pt>
                <c:pt idx="2313">
                  <c:v>45</c:v>
                </c:pt>
                <c:pt idx="2314">
                  <c:v>53</c:v>
                </c:pt>
                <c:pt idx="2315">
                  <c:v>61</c:v>
                </c:pt>
                <c:pt idx="2316">
                  <c:v>95</c:v>
                </c:pt>
                <c:pt idx="2317">
                  <c:v>80</c:v>
                </c:pt>
                <c:pt idx="2318">
                  <c:v>56</c:v>
                </c:pt>
                <c:pt idx="2319">
                  <c:v>56</c:v>
                </c:pt>
                <c:pt idx="2320">
                  <c:v>28</c:v>
                </c:pt>
                <c:pt idx="2321">
                  <c:v>97</c:v>
                </c:pt>
                <c:pt idx="2322">
                  <c:v>110</c:v>
                </c:pt>
                <c:pt idx="2323">
                  <c:v>96</c:v>
                </c:pt>
                <c:pt idx="2324">
                  <c:v>38.5</c:v>
                </c:pt>
                <c:pt idx="2325">
                  <c:v>53.55</c:v>
                </c:pt>
                <c:pt idx="2326">
                  <c:v>122</c:v>
                </c:pt>
                <c:pt idx="2327">
                  <c:v>18</c:v>
                </c:pt>
                <c:pt idx="2328">
                  <c:v>55</c:v>
                </c:pt>
                <c:pt idx="2329">
                  <c:v>42</c:v>
                </c:pt>
                <c:pt idx="2330">
                  <c:v>103</c:v>
                </c:pt>
                <c:pt idx="2331">
                  <c:v>42</c:v>
                </c:pt>
                <c:pt idx="2332">
                  <c:v>82.5</c:v>
                </c:pt>
                <c:pt idx="2333">
                  <c:v>71</c:v>
                </c:pt>
                <c:pt idx="2334">
                  <c:v>67</c:v>
                </c:pt>
                <c:pt idx="2335">
                  <c:v>50</c:v>
                </c:pt>
                <c:pt idx="2336">
                  <c:v>42.48</c:v>
                </c:pt>
                <c:pt idx="2337">
                  <c:v>115</c:v>
                </c:pt>
                <c:pt idx="2338">
                  <c:v>41</c:v>
                </c:pt>
                <c:pt idx="2339">
                  <c:v>49</c:v>
                </c:pt>
                <c:pt idx="2340">
                  <c:v>123</c:v>
                </c:pt>
                <c:pt idx="2341">
                  <c:v>65.400000000000006</c:v>
                </c:pt>
                <c:pt idx="2342">
                  <c:v>123</c:v>
                </c:pt>
                <c:pt idx="2343">
                  <c:v>97.65</c:v>
                </c:pt>
                <c:pt idx="2344">
                  <c:v>40.42</c:v>
                </c:pt>
                <c:pt idx="2345">
                  <c:v>70</c:v>
                </c:pt>
                <c:pt idx="2346">
                  <c:v>45</c:v>
                </c:pt>
                <c:pt idx="2347">
                  <c:v>42</c:v>
                </c:pt>
                <c:pt idx="2348">
                  <c:v>126</c:v>
                </c:pt>
                <c:pt idx="2349">
                  <c:v>139</c:v>
                </c:pt>
                <c:pt idx="2350">
                  <c:v>200</c:v>
                </c:pt>
                <c:pt idx="2351">
                  <c:v>67</c:v>
                </c:pt>
                <c:pt idx="2352">
                  <c:v>53</c:v>
                </c:pt>
                <c:pt idx="2353">
                  <c:v>55</c:v>
                </c:pt>
                <c:pt idx="2354">
                  <c:v>48</c:v>
                </c:pt>
                <c:pt idx="2355">
                  <c:v>55</c:v>
                </c:pt>
                <c:pt idx="2356">
                  <c:v>46</c:v>
                </c:pt>
                <c:pt idx="2357">
                  <c:v>63.2</c:v>
                </c:pt>
                <c:pt idx="2358">
                  <c:v>70</c:v>
                </c:pt>
                <c:pt idx="2359">
                  <c:v>89</c:v>
                </c:pt>
                <c:pt idx="2360">
                  <c:v>65</c:v>
                </c:pt>
                <c:pt idx="2361">
                  <c:v>34.78</c:v>
                </c:pt>
                <c:pt idx="2362">
                  <c:v>61</c:v>
                </c:pt>
                <c:pt idx="2363">
                  <c:v>59.5</c:v>
                </c:pt>
                <c:pt idx="2364">
                  <c:v>26</c:v>
                </c:pt>
                <c:pt idx="2365">
                  <c:v>80</c:v>
                </c:pt>
                <c:pt idx="2366">
                  <c:v>75.2</c:v>
                </c:pt>
                <c:pt idx="2367">
                  <c:v>128</c:v>
                </c:pt>
                <c:pt idx="2368">
                  <c:v>62</c:v>
                </c:pt>
                <c:pt idx="2369">
                  <c:v>90</c:v>
                </c:pt>
                <c:pt idx="2370">
                  <c:v>310</c:v>
                </c:pt>
                <c:pt idx="2371">
                  <c:v>63</c:v>
                </c:pt>
                <c:pt idx="2372">
                  <c:v>85</c:v>
                </c:pt>
                <c:pt idx="2373">
                  <c:v>17</c:v>
                </c:pt>
                <c:pt idx="2374">
                  <c:v>96</c:v>
                </c:pt>
                <c:pt idx="2375">
                  <c:v>55</c:v>
                </c:pt>
                <c:pt idx="2376">
                  <c:v>66.25</c:v>
                </c:pt>
                <c:pt idx="2377">
                  <c:v>54</c:v>
                </c:pt>
                <c:pt idx="2378">
                  <c:v>105</c:v>
                </c:pt>
                <c:pt idx="2379">
                  <c:v>70</c:v>
                </c:pt>
                <c:pt idx="2380">
                  <c:v>56</c:v>
                </c:pt>
                <c:pt idx="2381">
                  <c:v>26</c:v>
                </c:pt>
                <c:pt idx="2382">
                  <c:v>65</c:v>
                </c:pt>
                <c:pt idx="2383">
                  <c:v>170</c:v>
                </c:pt>
                <c:pt idx="2384">
                  <c:v>35</c:v>
                </c:pt>
                <c:pt idx="2385">
                  <c:v>75</c:v>
                </c:pt>
                <c:pt idx="2386">
                  <c:v>70</c:v>
                </c:pt>
                <c:pt idx="2387">
                  <c:v>39.020000000000003</c:v>
                </c:pt>
                <c:pt idx="2388">
                  <c:v>120</c:v>
                </c:pt>
                <c:pt idx="2389">
                  <c:v>35.770000000000003</c:v>
                </c:pt>
                <c:pt idx="2390">
                  <c:v>75</c:v>
                </c:pt>
                <c:pt idx="2391">
                  <c:v>45</c:v>
                </c:pt>
                <c:pt idx="2392">
                  <c:v>140</c:v>
                </c:pt>
                <c:pt idx="2393">
                  <c:v>42.79</c:v>
                </c:pt>
                <c:pt idx="2394">
                  <c:v>65</c:v>
                </c:pt>
                <c:pt idx="2395">
                  <c:v>25</c:v>
                </c:pt>
                <c:pt idx="2396">
                  <c:v>65</c:v>
                </c:pt>
                <c:pt idx="2397">
                  <c:v>100</c:v>
                </c:pt>
                <c:pt idx="2398">
                  <c:v>110</c:v>
                </c:pt>
                <c:pt idx="2399">
                  <c:v>30</c:v>
                </c:pt>
                <c:pt idx="2400">
                  <c:v>43.72</c:v>
                </c:pt>
                <c:pt idx="2401">
                  <c:v>58.17</c:v>
                </c:pt>
                <c:pt idx="2402">
                  <c:v>69.849999999999994</c:v>
                </c:pt>
                <c:pt idx="2403">
                  <c:v>56</c:v>
                </c:pt>
                <c:pt idx="2404">
                  <c:v>35</c:v>
                </c:pt>
                <c:pt idx="2405">
                  <c:v>53.56</c:v>
                </c:pt>
                <c:pt idx="2406">
                  <c:v>50</c:v>
                </c:pt>
                <c:pt idx="2407">
                  <c:v>88</c:v>
                </c:pt>
                <c:pt idx="2408">
                  <c:v>36</c:v>
                </c:pt>
                <c:pt idx="2409">
                  <c:v>19.899999999999999</c:v>
                </c:pt>
                <c:pt idx="2410">
                  <c:v>115</c:v>
                </c:pt>
                <c:pt idx="2411">
                  <c:v>100</c:v>
                </c:pt>
                <c:pt idx="2412">
                  <c:v>32.54</c:v>
                </c:pt>
                <c:pt idx="2413">
                  <c:v>35</c:v>
                </c:pt>
                <c:pt idx="2414">
                  <c:v>142</c:v>
                </c:pt>
                <c:pt idx="2415">
                  <c:v>58</c:v>
                </c:pt>
                <c:pt idx="2416">
                  <c:v>185</c:v>
                </c:pt>
                <c:pt idx="2417">
                  <c:v>135</c:v>
                </c:pt>
                <c:pt idx="2418">
                  <c:v>90</c:v>
                </c:pt>
                <c:pt idx="2419">
                  <c:v>121</c:v>
                </c:pt>
                <c:pt idx="2420">
                  <c:v>210</c:v>
                </c:pt>
                <c:pt idx="2421">
                  <c:v>40</c:v>
                </c:pt>
                <c:pt idx="2422">
                  <c:v>58.68</c:v>
                </c:pt>
                <c:pt idx="2423">
                  <c:v>56</c:v>
                </c:pt>
                <c:pt idx="2424">
                  <c:v>91</c:v>
                </c:pt>
                <c:pt idx="2425">
                  <c:v>36</c:v>
                </c:pt>
                <c:pt idx="2426">
                  <c:v>35.174999999999997</c:v>
                </c:pt>
                <c:pt idx="2427">
                  <c:v>46.39</c:v>
                </c:pt>
                <c:pt idx="2428">
                  <c:v>99.27</c:v>
                </c:pt>
                <c:pt idx="2429">
                  <c:v>55</c:v>
                </c:pt>
                <c:pt idx="2430">
                  <c:v>120</c:v>
                </c:pt>
                <c:pt idx="2431">
                  <c:v>46</c:v>
                </c:pt>
                <c:pt idx="2432">
                  <c:v>65</c:v>
                </c:pt>
                <c:pt idx="2433">
                  <c:v>47</c:v>
                </c:pt>
                <c:pt idx="2434">
                  <c:v>40</c:v>
                </c:pt>
                <c:pt idx="2435">
                  <c:v>150</c:v>
                </c:pt>
                <c:pt idx="2436">
                  <c:v>120</c:v>
                </c:pt>
                <c:pt idx="2437">
                  <c:v>65</c:v>
                </c:pt>
                <c:pt idx="2438">
                  <c:v>100</c:v>
                </c:pt>
                <c:pt idx="2439">
                  <c:v>50</c:v>
                </c:pt>
                <c:pt idx="2440">
                  <c:v>100</c:v>
                </c:pt>
                <c:pt idx="2441">
                  <c:v>150</c:v>
                </c:pt>
                <c:pt idx="2442">
                  <c:v>67.38</c:v>
                </c:pt>
                <c:pt idx="2443">
                  <c:v>39.590000000000003</c:v>
                </c:pt>
                <c:pt idx="2444">
                  <c:v>95</c:v>
                </c:pt>
                <c:pt idx="2445">
                  <c:v>50</c:v>
                </c:pt>
                <c:pt idx="2446">
                  <c:v>99.745000000000005</c:v>
                </c:pt>
                <c:pt idx="2447">
                  <c:v>51</c:v>
                </c:pt>
                <c:pt idx="2448">
                  <c:v>54</c:v>
                </c:pt>
                <c:pt idx="2449">
                  <c:v>65.349999999999994</c:v>
                </c:pt>
                <c:pt idx="2450">
                  <c:v>100</c:v>
                </c:pt>
                <c:pt idx="2451">
                  <c:v>35</c:v>
                </c:pt>
                <c:pt idx="2452">
                  <c:v>48.5</c:v>
                </c:pt>
                <c:pt idx="2453">
                  <c:v>32</c:v>
                </c:pt>
                <c:pt idx="2454">
                  <c:v>100</c:v>
                </c:pt>
                <c:pt idx="2455">
                  <c:v>35</c:v>
                </c:pt>
                <c:pt idx="2456">
                  <c:v>73</c:v>
                </c:pt>
                <c:pt idx="2457">
                  <c:v>99.39</c:v>
                </c:pt>
                <c:pt idx="2458">
                  <c:v>68</c:v>
                </c:pt>
                <c:pt idx="2459">
                  <c:v>32</c:v>
                </c:pt>
                <c:pt idx="2460">
                  <c:v>110</c:v>
                </c:pt>
                <c:pt idx="2461">
                  <c:v>104</c:v>
                </c:pt>
                <c:pt idx="2462">
                  <c:v>42</c:v>
                </c:pt>
                <c:pt idx="2463">
                  <c:v>42.6</c:v>
                </c:pt>
                <c:pt idx="2464">
                  <c:v>90</c:v>
                </c:pt>
                <c:pt idx="2465">
                  <c:v>92</c:v>
                </c:pt>
                <c:pt idx="2466">
                  <c:v>33.5</c:v>
                </c:pt>
                <c:pt idx="2467">
                  <c:v>44</c:v>
                </c:pt>
                <c:pt idx="2468">
                  <c:v>47</c:v>
                </c:pt>
                <c:pt idx="2469">
                  <c:v>61.5</c:v>
                </c:pt>
                <c:pt idx="2470">
                  <c:v>19.82</c:v>
                </c:pt>
                <c:pt idx="2471">
                  <c:v>38</c:v>
                </c:pt>
                <c:pt idx="2472">
                  <c:v>75</c:v>
                </c:pt>
                <c:pt idx="2473">
                  <c:v>48</c:v>
                </c:pt>
                <c:pt idx="2474">
                  <c:v>79</c:v>
                </c:pt>
                <c:pt idx="2475">
                  <c:v>61</c:v>
                </c:pt>
                <c:pt idx="2476">
                  <c:v>65</c:v>
                </c:pt>
                <c:pt idx="2477">
                  <c:v>90</c:v>
                </c:pt>
                <c:pt idx="2478">
                  <c:v>82</c:v>
                </c:pt>
                <c:pt idx="2479">
                  <c:v>43.91</c:v>
                </c:pt>
                <c:pt idx="2480">
                  <c:v>170</c:v>
                </c:pt>
                <c:pt idx="2481">
                  <c:v>88</c:v>
                </c:pt>
                <c:pt idx="2482">
                  <c:v>140</c:v>
                </c:pt>
                <c:pt idx="2483">
                  <c:v>32</c:v>
                </c:pt>
                <c:pt idx="2484">
                  <c:v>42</c:v>
                </c:pt>
                <c:pt idx="2485">
                  <c:v>76.849999999999994</c:v>
                </c:pt>
                <c:pt idx="2486">
                  <c:v>95</c:v>
                </c:pt>
                <c:pt idx="2487">
                  <c:v>100</c:v>
                </c:pt>
                <c:pt idx="2488">
                  <c:v>140</c:v>
                </c:pt>
                <c:pt idx="2489">
                  <c:v>96.17</c:v>
                </c:pt>
                <c:pt idx="2490">
                  <c:v>13.86</c:v>
                </c:pt>
                <c:pt idx="2491">
                  <c:v>98.94</c:v>
                </c:pt>
                <c:pt idx="2492">
                  <c:v>140</c:v>
                </c:pt>
                <c:pt idx="2493">
                  <c:v>34</c:v>
                </c:pt>
                <c:pt idx="2494">
                  <c:v>46</c:v>
                </c:pt>
                <c:pt idx="2495">
                  <c:v>52</c:v>
                </c:pt>
                <c:pt idx="2496">
                  <c:v>195</c:v>
                </c:pt>
                <c:pt idx="2497">
                  <c:v>68</c:v>
                </c:pt>
                <c:pt idx="2498">
                  <c:v>112</c:v>
                </c:pt>
                <c:pt idx="2499">
                  <c:v>45</c:v>
                </c:pt>
                <c:pt idx="2500">
                  <c:v>59</c:v>
                </c:pt>
                <c:pt idx="2501">
                  <c:v>51.15</c:v>
                </c:pt>
                <c:pt idx="2502">
                  <c:v>35.24</c:v>
                </c:pt>
                <c:pt idx="2503">
                  <c:v>75</c:v>
                </c:pt>
                <c:pt idx="2504">
                  <c:v>75</c:v>
                </c:pt>
                <c:pt idx="2505">
                  <c:v>47</c:v>
                </c:pt>
                <c:pt idx="2506">
                  <c:v>140</c:v>
                </c:pt>
                <c:pt idx="2507">
                  <c:v>52</c:v>
                </c:pt>
                <c:pt idx="2508">
                  <c:v>85</c:v>
                </c:pt>
                <c:pt idx="2509">
                  <c:v>60</c:v>
                </c:pt>
                <c:pt idx="2510">
                  <c:v>75</c:v>
                </c:pt>
                <c:pt idx="2511">
                  <c:v>119</c:v>
                </c:pt>
                <c:pt idx="2512">
                  <c:v>48</c:v>
                </c:pt>
                <c:pt idx="2513">
                  <c:v>43.71</c:v>
                </c:pt>
                <c:pt idx="2514">
                  <c:v>62.4</c:v>
                </c:pt>
                <c:pt idx="2515">
                  <c:v>78</c:v>
                </c:pt>
                <c:pt idx="2516">
                  <c:v>44</c:v>
                </c:pt>
                <c:pt idx="2517">
                  <c:v>53</c:v>
                </c:pt>
                <c:pt idx="2518">
                  <c:v>65</c:v>
                </c:pt>
                <c:pt idx="2519">
                  <c:v>99</c:v>
                </c:pt>
                <c:pt idx="2520">
                  <c:v>120</c:v>
                </c:pt>
                <c:pt idx="2521">
                  <c:v>75</c:v>
                </c:pt>
                <c:pt idx="2522">
                  <c:v>70</c:v>
                </c:pt>
                <c:pt idx="2523">
                  <c:v>103</c:v>
                </c:pt>
                <c:pt idx="2524">
                  <c:v>124</c:v>
                </c:pt>
                <c:pt idx="2525">
                  <c:v>69</c:v>
                </c:pt>
                <c:pt idx="2526">
                  <c:v>54</c:v>
                </c:pt>
                <c:pt idx="2527">
                  <c:v>40</c:v>
                </c:pt>
                <c:pt idx="2528">
                  <c:v>115</c:v>
                </c:pt>
                <c:pt idx="2529">
                  <c:v>235</c:v>
                </c:pt>
                <c:pt idx="2530">
                  <c:v>25</c:v>
                </c:pt>
                <c:pt idx="2531">
                  <c:v>58</c:v>
                </c:pt>
                <c:pt idx="2532">
                  <c:v>37.5</c:v>
                </c:pt>
                <c:pt idx="2533">
                  <c:v>75</c:v>
                </c:pt>
                <c:pt idx="2534">
                  <c:v>75</c:v>
                </c:pt>
                <c:pt idx="2535">
                  <c:v>46.5</c:v>
                </c:pt>
                <c:pt idx="2536">
                  <c:v>79</c:v>
                </c:pt>
                <c:pt idx="2537">
                  <c:v>49</c:v>
                </c:pt>
                <c:pt idx="2538">
                  <c:v>46</c:v>
                </c:pt>
                <c:pt idx="2539">
                  <c:v>49.73</c:v>
                </c:pt>
                <c:pt idx="2540">
                  <c:v>50</c:v>
                </c:pt>
                <c:pt idx="2541">
                  <c:v>47.4</c:v>
                </c:pt>
                <c:pt idx="2542">
                  <c:v>45</c:v>
                </c:pt>
                <c:pt idx="2543">
                  <c:v>67</c:v>
                </c:pt>
                <c:pt idx="2544">
                  <c:v>113</c:v>
                </c:pt>
                <c:pt idx="2545">
                  <c:v>130</c:v>
                </c:pt>
                <c:pt idx="2546">
                  <c:v>71</c:v>
                </c:pt>
                <c:pt idx="2547">
                  <c:v>43</c:v>
                </c:pt>
                <c:pt idx="2548">
                  <c:v>31.7</c:v>
                </c:pt>
                <c:pt idx="2549">
                  <c:v>75</c:v>
                </c:pt>
                <c:pt idx="2550">
                  <c:v>48</c:v>
                </c:pt>
                <c:pt idx="2551">
                  <c:v>61.5</c:v>
                </c:pt>
                <c:pt idx="2552">
                  <c:v>55</c:v>
                </c:pt>
                <c:pt idx="2553">
                  <c:v>85</c:v>
                </c:pt>
                <c:pt idx="2554">
                  <c:v>50</c:v>
                </c:pt>
                <c:pt idx="2555">
                  <c:v>65</c:v>
                </c:pt>
                <c:pt idx="2556">
                  <c:v>110</c:v>
                </c:pt>
                <c:pt idx="2557">
                  <c:v>40.31</c:v>
                </c:pt>
                <c:pt idx="2558">
                  <c:v>55</c:v>
                </c:pt>
                <c:pt idx="2559">
                  <c:v>60</c:v>
                </c:pt>
                <c:pt idx="2560">
                  <c:v>85</c:v>
                </c:pt>
                <c:pt idx="2561">
                  <c:v>30.22</c:v>
                </c:pt>
                <c:pt idx="2562">
                  <c:v>110</c:v>
                </c:pt>
                <c:pt idx="2563">
                  <c:v>60</c:v>
                </c:pt>
                <c:pt idx="2564">
                  <c:v>42.18</c:v>
                </c:pt>
                <c:pt idx="2565">
                  <c:v>75</c:v>
                </c:pt>
                <c:pt idx="2566">
                  <c:v>125</c:v>
                </c:pt>
                <c:pt idx="2567">
                  <c:v>42.5</c:v>
                </c:pt>
                <c:pt idx="2568">
                  <c:v>50</c:v>
                </c:pt>
                <c:pt idx="2569">
                  <c:v>83.09</c:v>
                </c:pt>
                <c:pt idx="2570">
                  <c:v>75</c:v>
                </c:pt>
                <c:pt idx="2571">
                  <c:v>170</c:v>
                </c:pt>
                <c:pt idx="2572">
                  <c:v>135</c:v>
                </c:pt>
                <c:pt idx="2573">
                  <c:v>33</c:v>
                </c:pt>
                <c:pt idx="2574">
                  <c:v>54.6</c:v>
                </c:pt>
                <c:pt idx="2575">
                  <c:v>27</c:v>
                </c:pt>
                <c:pt idx="2576">
                  <c:v>113</c:v>
                </c:pt>
                <c:pt idx="2577">
                  <c:v>180</c:v>
                </c:pt>
                <c:pt idx="2578">
                  <c:v>55</c:v>
                </c:pt>
                <c:pt idx="2579">
                  <c:v>56</c:v>
                </c:pt>
                <c:pt idx="2580">
                  <c:v>50</c:v>
                </c:pt>
                <c:pt idx="2581">
                  <c:v>240</c:v>
                </c:pt>
                <c:pt idx="2582">
                  <c:v>69.84</c:v>
                </c:pt>
                <c:pt idx="2583">
                  <c:v>70</c:v>
                </c:pt>
                <c:pt idx="2584">
                  <c:v>54.79</c:v>
                </c:pt>
                <c:pt idx="2585">
                  <c:v>40</c:v>
                </c:pt>
                <c:pt idx="2586">
                  <c:v>54.79</c:v>
                </c:pt>
                <c:pt idx="2587">
                  <c:v>62</c:v>
                </c:pt>
                <c:pt idx="2588">
                  <c:v>95</c:v>
                </c:pt>
                <c:pt idx="2589">
                  <c:v>62</c:v>
                </c:pt>
                <c:pt idx="2590">
                  <c:v>130</c:v>
                </c:pt>
                <c:pt idx="2591">
                  <c:v>73</c:v>
                </c:pt>
                <c:pt idx="2592">
                  <c:v>61.44</c:v>
                </c:pt>
                <c:pt idx="2593">
                  <c:v>42</c:v>
                </c:pt>
                <c:pt idx="2594">
                  <c:v>55</c:v>
                </c:pt>
                <c:pt idx="2595">
                  <c:v>91.84</c:v>
                </c:pt>
                <c:pt idx="2596">
                  <c:v>62.17</c:v>
                </c:pt>
                <c:pt idx="2597">
                  <c:v>140</c:v>
                </c:pt>
                <c:pt idx="2598">
                  <c:v>39.06</c:v>
                </c:pt>
                <c:pt idx="2599">
                  <c:v>50</c:v>
                </c:pt>
                <c:pt idx="2600">
                  <c:v>44</c:v>
                </c:pt>
                <c:pt idx="2601">
                  <c:v>50</c:v>
                </c:pt>
                <c:pt idx="2602">
                  <c:v>60</c:v>
                </c:pt>
                <c:pt idx="2603">
                  <c:v>83.09</c:v>
                </c:pt>
                <c:pt idx="2604">
                  <c:v>52</c:v>
                </c:pt>
                <c:pt idx="2605">
                  <c:v>75</c:v>
                </c:pt>
                <c:pt idx="2606">
                  <c:v>125</c:v>
                </c:pt>
                <c:pt idx="2607">
                  <c:v>74</c:v>
                </c:pt>
                <c:pt idx="2608">
                  <c:v>80.91</c:v>
                </c:pt>
                <c:pt idx="2609">
                  <c:v>86.12</c:v>
                </c:pt>
                <c:pt idx="2610">
                  <c:v>70</c:v>
                </c:pt>
                <c:pt idx="2611">
                  <c:v>105</c:v>
                </c:pt>
                <c:pt idx="2612">
                  <c:v>60</c:v>
                </c:pt>
                <c:pt idx="2613">
                  <c:v>62</c:v>
                </c:pt>
                <c:pt idx="2614">
                  <c:v>110</c:v>
                </c:pt>
                <c:pt idx="2615">
                  <c:v>48</c:v>
                </c:pt>
                <c:pt idx="2616">
                  <c:v>53</c:v>
                </c:pt>
                <c:pt idx="2617">
                  <c:v>70</c:v>
                </c:pt>
                <c:pt idx="2618">
                  <c:v>80</c:v>
                </c:pt>
                <c:pt idx="2619">
                  <c:v>75</c:v>
                </c:pt>
                <c:pt idx="2620">
                  <c:v>60</c:v>
                </c:pt>
                <c:pt idx="2621">
                  <c:v>92.66</c:v>
                </c:pt>
                <c:pt idx="2622">
                  <c:v>230</c:v>
                </c:pt>
                <c:pt idx="2623">
                  <c:v>22</c:v>
                </c:pt>
                <c:pt idx="2624">
                  <c:v>49.11</c:v>
                </c:pt>
                <c:pt idx="2625">
                  <c:v>260.5</c:v>
                </c:pt>
                <c:pt idx="2626">
                  <c:v>55</c:v>
                </c:pt>
                <c:pt idx="2627">
                  <c:v>45.15</c:v>
                </c:pt>
                <c:pt idx="2628">
                  <c:v>90</c:v>
                </c:pt>
                <c:pt idx="2629">
                  <c:v>60.6</c:v>
                </c:pt>
                <c:pt idx="2630">
                  <c:v>85.5</c:v>
                </c:pt>
                <c:pt idx="2631">
                  <c:v>45</c:v>
                </c:pt>
                <c:pt idx="2632">
                  <c:v>59.5</c:v>
                </c:pt>
                <c:pt idx="2633">
                  <c:v>100</c:v>
                </c:pt>
                <c:pt idx="2634">
                  <c:v>108</c:v>
                </c:pt>
                <c:pt idx="2635">
                  <c:v>59.1</c:v>
                </c:pt>
                <c:pt idx="2636">
                  <c:v>41</c:v>
                </c:pt>
                <c:pt idx="2637">
                  <c:v>170</c:v>
                </c:pt>
                <c:pt idx="2638">
                  <c:v>31.75</c:v>
                </c:pt>
                <c:pt idx="2639">
                  <c:v>38</c:v>
                </c:pt>
                <c:pt idx="2640">
                  <c:v>50.89</c:v>
                </c:pt>
                <c:pt idx="2641">
                  <c:v>67.400000000000006</c:v>
                </c:pt>
                <c:pt idx="2642">
                  <c:v>82</c:v>
                </c:pt>
                <c:pt idx="2643">
                  <c:v>80</c:v>
                </c:pt>
                <c:pt idx="2644">
                  <c:v>160</c:v>
                </c:pt>
                <c:pt idx="2645">
                  <c:v>110</c:v>
                </c:pt>
                <c:pt idx="2646">
                  <c:v>61</c:v>
                </c:pt>
                <c:pt idx="2647">
                  <c:v>64.31</c:v>
                </c:pt>
                <c:pt idx="2648">
                  <c:v>46.79</c:v>
                </c:pt>
                <c:pt idx="2649">
                  <c:v>46</c:v>
                </c:pt>
                <c:pt idx="2650">
                  <c:v>60</c:v>
                </c:pt>
                <c:pt idx="2651">
                  <c:v>54.5</c:v>
                </c:pt>
                <c:pt idx="2652">
                  <c:v>99</c:v>
                </c:pt>
                <c:pt idx="2653">
                  <c:v>155</c:v>
                </c:pt>
                <c:pt idx="2654">
                  <c:v>70</c:v>
                </c:pt>
                <c:pt idx="2655">
                  <c:v>68.2</c:v>
                </c:pt>
                <c:pt idx="2656">
                  <c:v>136</c:v>
                </c:pt>
                <c:pt idx="2657">
                  <c:v>170</c:v>
                </c:pt>
                <c:pt idx="2658">
                  <c:v>41</c:v>
                </c:pt>
                <c:pt idx="2659">
                  <c:v>66</c:v>
                </c:pt>
                <c:pt idx="2660">
                  <c:v>65</c:v>
                </c:pt>
                <c:pt idx="2661">
                  <c:v>51.22</c:v>
                </c:pt>
                <c:pt idx="2662">
                  <c:v>99.39</c:v>
                </c:pt>
                <c:pt idx="2663">
                  <c:v>95</c:v>
                </c:pt>
                <c:pt idx="2664">
                  <c:v>90.87</c:v>
                </c:pt>
                <c:pt idx="2665">
                  <c:v>97.16</c:v>
                </c:pt>
                <c:pt idx="2666">
                  <c:v>63</c:v>
                </c:pt>
                <c:pt idx="2667">
                  <c:v>87</c:v>
                </c:pt>
                <c:pt idx="2668">
                  <c:v>245</c:v>
                </c:pt>
                <c:pt idx="2669">
                  <c:v>55</c:v>
                </c:pt>
                <c:pt idx="2670">
                  <c:v>22.8</c:v>
                </c:pt>
                <c:pt idx="2671">
                  <c:v>60</c:v>
                </c:pt>
                <c:pt idx="2672">
                  <c:v>33.450000000000003</c:v>
                </c:pt>
                <c:pt idx="2673">
                  <c:v>125</c:v>
                </c:pt>
                <c:pt idx="2674">
                  <c:v>69</c:v>
                </c:pt>
                <c:pt idx="2675">
                  <c:v>56.32</c:v>
                </c:pt>
                <c:pt idx="2676">
                  <c:v>250</c:v>
                </c:pt>
                <c:pt idx="2677">
                  <c:v>46.13</c:v>
                </c:pt>
                <c:pt idx="2678">
                  <c:v>130</c:v>
                </c:pt>
                <c:pt idx="2679">
                  <c:v>35</c:v>
                </c:pt>
                <c:pt idx="2680">
                  <c:v>105</c:v>
                </c:pt>
                <c:pt idx="2681">
                  <c:v>66.5</c:v>
                </c:pt>
                <c:pt idx="2682">
                  <c:v>108</c:v>
                </c:pt>
                <c:pt idx="2683">
                  <c:v>41.75</c:v>
                </c:pt>
                <c:pt idx="2684">
                  <c:v>79</c:v>
                </c:pt>
                <c:pt idx="2685">
                  <c:v>75</c:v>
                </c:pt>
                <c:pt idx="2686">
                  <c:v>45</c:v>
                </c:pt>
                <c:pt idx="2687">
                  <c:v>90</c:v>
                </c:pt>
                <c:pt idx="2688">
                  <c:v>180</c:v>
                </c:pt>
                <c:pt idx="2689">
                  <c:v>88</c:v>
                </c:pt>
                <c:pt idx="2690">
                  <c:v>115</c:v>
                </c:pt>
                <c:pt idx="2691">
                  <c:v>65</c:v>
                </c:pt>
                <c:pt idx="2692">
                  <c:v>48</c:v>
                </c:pt>
                <c:pt idx="2693">
                  <c:v>60</c:v>
                </c:pt>
                <c:pt idx="2694">
                  <c:v>50</c:v>
                </c:pt>
                <c:pt idx="2695">
                  <c:v>115</c:v>
                </c:pt>
                <c:pt idx="2696">
                  <c:v>46</c:v>
                </c:pt>
                <c:pt idx="2697">
                  <c:v>66</c:v>
                </c:pt>
                <c:pt idx="2698">
                  <c:v>50</c:v>
                </c:pt>
                <c:pt idx="2699">
                  <c:v>102</c:v>
                </c:pt>
                <c:pt idx="2700">
                  <c:v>23</c:v>
                </c:pt>
                <c:pt idx="2701">
                  <c:v>70</c:v>
                </c:pt>
                <c:pt idx="2702">
                  <c:v>146</c:v>
                </c:pt>
                <c:pt idx="2703">
                  <c:v>77.5</c:v>
                </c:pt>
                <c:pt idx="2704">
                  <c:v>39.5</c:v>
                </c:pt>
                <c:pt idx="2705">
                  <c:v>55</c:v>
                </c:pt>
                <c:pt idx="2706">
                  <c:v>41</c:v>
                </c:pt>
                <c:pt idx="2707">
                  <c:v>36</c:v>
                </c:pt>
                <c:pt idx="2708">
                  <c:v>49.5</c:v>
                </c:pt>
                <c:pt idx="2709">
                  <c:v>59.8</c:v>
                </c:pt>
                <c:pt idx="2710">
                  <c:v>60</c:v>
                </c:pt>
                <c:pt idx="2711">
                  <c:v>48</c:v>
                </c:pt>
                <c:pt idx="2712">
                  <c:v>103</c:v>
                </c:pt>
                <c:pt idx="2713">
                  <c:v>58.86</c:v>
                </c:pt>
                <c:pt idx="2714">
                  <c:v>174</c:v>
                </c:pt>
                <c:pt idx="2715">
                  <c:v>46</c:v>
                </c:pt>
                <c:pt idx="2716">
                  <c:v>150</c:v>
                </c:pt>
                <c:pt idx="2717">
                  <c:v>125</c:v>
                </c:pt>
                <c:pt idx="2718">
                  <c:v>65</c:v>
                </c:pt>
                <c:pt idx="2719">
                  <c:v>65</c:v>
                </c:pt>
                <c:pt idx="2720">
                  <c:v>130</c:v>
                </c:pt>
                <c:pt idx="2721">
                  <c:v>37.46</c:v>
                </c:pt>
                <c:pt idx="2722">
                  <c:v>70</c:v>
                </c:pt>
                <c:pt idx="2723">
                  <c:v>153</c:v>
                </c:pt>
                <c:pt idx="2724">
                  <c:v>46</c:v>
                </c:pt>
                <c:pt idx="2725">
                  <c:v>56</c:v>
                </c:pt>
                <c:pt idx="2726">
                  <c:v>130</c:v>
                </c:pt>
                <c:pt idx="2727">
                  <c:v>82</c:v>
                </c:pt>
                <c:pt idx="2728">
                  <c:v>55</c:v>
                </c:pt>
                <c:pt idx="2729">
                  <c:v>35</c:v>
                </c:pt>
                <c:pt idx="2730">
                  <c:v>95</c:v>
                </c:pt>
                <c:pt idx="2731">
                  <c:v>53</c:v>
                </c:pt>
                <c:pt idx="2732">
                  <c:v>58</c:v>
                </c:pt>
                <c:pt idx="2733">
                  <c:v>46</c:v>
                </c:pt>
                <c:pt idx="2734">
                  <c:v>52</c:v>
                </c:pt>
                <c:pt idx="2735">
                  <c:v>55</c:v>
                </c:pt>
                <c:pt idx="2736">
                  <c:v>75</c:v>
                </c:pt>
                <c:pt idx="2737">
                  <c:v>105</c:v>
                </c:pt>
                <c:pt idx="2738">
                  <c:v>68</c:v>
                </c:pt>
                <c:pt idx="2739">
                  <c:v>56.8</c:v>
                </c:pt>
                <c:pt idx="2740">
                  <c:v>55</c:v>
                </c:pt>
                <c:pt idx="2741">
                  <c:v>61</c:v>
                </c:pt>
                <c:pt idx="2742">
                  <c:v>145</c:v>
                </c:pt>
                <c:pt idx="2743">
                  <c:v>46.37</c:v>
                </c:pt>
                <c:pt idx="2744">
                  <c:v>76.3</c:v>
                </c:pt>
                <c:pt idx="2745">
                  <c:v>200</c:v>
                </c:pt>
                <c:pt idx="2746">
                  <c:v>89.75</c:v>
                </c:pt>
                <c:pt idx="2747">
                  <c:v>65</c:v>
                </c:pt>
                <c:pt idx="2748">
                  <c:v>50.5</c:v>
                </c:pt>
                <c:pt idx="2749">
                  <c:v>73</c:v>
                </c:pt>
                <c:pt idx="2750">
                  <c:v>25</c:v>
                </c:pt>
                <c:pt idx="2751">
                  <c:v>98</c:v>
                </c:pt>
                <c:pt idx="2752">
                  <c:v>33.659999999999997</c:v>
                </c:pt>
                <c:pt idx="2753">
                  <c:v>93.94</c:v>
                </c:pt>
                <c:pt idx="2754">
                  <c:v>60</c:v>
                </c:pt>
                <c:pt idx="2755">
                  <c:v>30.75</c:v>
                </c:pt>
                <c:pt idx="2756">
                  <c:v>120</c:v>
                </c:pt>
                <c:pt idx="2757">
                  <c:v>120</c:v>
                </c:pt>
                <c:pt idx="2758">
                  <c:v>123</c:v>
                </c:pt>
                <c:pt idx="2759">
                  <c:v>24</c:v>
                </c:pt>
                <c:pt idx="2760">
                  <c:v>110</c:v>
                </c:pt>
                <c:pt idx="2761">
                  <c:v>60</c:v>
                </c:pt>
                <c:pt idx="2762">
                  <c:v>65</c:v>
                </c:pt>
                <c:pt idx="2763">
                  <c:v>90</c:v>
                </c:pt>
                <c:pt idx="2764">
                  <c:v>46.08</c:v>
                </c:pt>
                <c:pt idx="2765">
                  <c:v>70</c:v>
                </c:pt>
                <c:pt idx="2766">
                  <c:v>83.87</c:v>
                </c:pt>
                <c:pt idx="2767">
                  <c:v>75.55</c:v>
                </c:pt>
                <c:pt idx="2768">
                  <c:v>60</c:v>
                </c:pt>
                <c:pt idx="2769">
                  <c:v>260</c:v>
                </c:pt>
                <c:pt idx="2770">
                  <c:v>75</c:v>
                </c:pt>
                <c:pt idx="2771">
                  <c:v>71.8</c:v>
                </c:pt>
                <c:pt idx="2772">
                  <c:v>53</c:v>
                </c:pt>
                <c:pt idx="2773">
                  <c:v>53</c:v>
                </c:pt>
                <c:pt idx="2774">
                  <c:v>200</c:v>
                </c:pt>
                <c:pt idx="2775">
                  <c:v>68.38</c:v>
                </c:pt>
                <c:pt idx="2776">
                  <c:v>32</c:v>
                </c:pt>
                <c:pt idx="2777">
                  <c:v>73</c:v>
                </c:pt>
                <c:pt idx="2778">
                  <c:v>52.8</c:v>
                </c:pt>
                <c:pt idx="2779">
                  <c:v>46</c:v>
                </c:pt>
                <c:pt idx="2780">
                  <c:v>125.5</c:v>
                </c:pt>
                <c:pt idx="2781">
                  <c:v>125</c:v>
                </c:pt>
                <c:pt idx="2782">
                  <c:v>64</c:v>
                </c:pt>
                <c:pt idx="2783">
                  <c:v>78</c:v>
                </c:pt>
                <c:pt idx="2784">
                  <c:v>75</c:v>
                </c:pt>
                <c:pt idx="2785">
                  <c:v>60</c:v>
                </c:pt>
                <c:pt idx="2786">
                  <c:v>50</c:v>
                </c:pt>
                <c:pt idx="2787">
                  <c:v>32.79</c:v>
                </c:pt>
                <c:pt idx="2788">
                  <c:v>75</c:v>
                </c:pt>
                <c:pt idx="2789">
                  <c:v>115</c:v>
                </c:pt>
                <c:pt idx="2790">
                  <c:v>28.29</c:v>
                </c:pt>
                <c:pt idx="2791">
                  <c:v>83</c:v>
                </c:pt>
                <c:pt idx="2792">
                  <c:v>66.400000000000006</c:v>
                </c:pt>
                <c:pt idx="2793">
                  <c:v>32.49</c:v>
                </c:pt>
                <c:pt idx="2794">
                  <c:v>65</c:v>
                </c:pt>
                <c:pt idx="2795">
                  <c:v>58</c:v>
                </c:pt>
                <c:pt idx="2796">
                  <c:v>41.43</c:v>
                </c:pt>
                <c:pt idx="2797">
                  <c:v>150</c:v>
                </c:pt>
                <c:pt idx="2798">
                  <c:v>21</c:v>
                </c:pt>
                <c:pt idx="2799">
                  <c:v>55.9</c:v>
                </c:pt>
                <c:pt idx="2800">
                  <c:v>78</c:v>
                </c:pt>
                <c:pt idx="2801">
                  <c:v>35</c:v>
                </c:pt>
                <c:pt idx="2802">
                  <c:v>140</c:v>
                </c:pt>
                <c:pt idx="2803">
                  <c:v>115</c:v>
                </c:pt>
                <c:pt idx="2804">
                  <c:v>65</c:v>
                </c:pt>
                <c:pt idx="2805">
                  <c:v>220</c:v>
                </c:pt>
                <c:pt idx="2806">
                  <c:v>64.31</c:v>
                </c:pt>
                <c:pt idx="2807">
                  <c:v>75</c:v>
                </c:pt>
                <c:pt idx="2808">
                  <c:v>67</c:v>
                </c:pt>
                <c:pt idx="2809">
                  <c:v>41</c:v>
                </c:pt>
                <c:pt idx="2810">
                  <c:v>49</c:v>
                </c:pt>
                <c:pt idx="2811">
                  <c:v>30</c:v>
                </c:pt>
                <c:pt idx="2812">
                  <c:v>95</c:v>
                </c:pt>
                <c:pt idx="2813">
                  <c:v>89.06</c:v>
                </c:pt>
                <c:pt idx="2814">
                  <c:v>123</c:v>
                </c:pt>
                <c:pt idx="2815">
                  <c:v>61.25</c:v>
                </c:pt>
                <c:pt idx="2816">
                  <c:v>50</c:v>
                </c:pt>
                <c:pt idx="2817">
                  <c:v>73</c:v>
                </c:pt>
                <c:pt idx="2818">
                  <c:v>37</c:v>
                </c:pt>
                <c:pt idx="2819">
                  <c:v>26</c:v>
                </c:pt>
                <c:pt idx="2820">
                  <c:v>48.51</c:v>
                </c:pt>
                <c:pt idx="2821">
                  <c:v>45</c:v>
                </c:pt>
                <c:pt idx="2822">
                  <c:v>65</c:v>
                </c:pt>
                <c:pt idx="2823">
                  <c:v>68</c:v>
                </c:pt>
                <c:pt idx="2824">
                  <c:v>40</c:v>
                </c:pt>
                <c:pt idx="2825">
                  <c:v>90</c:v>
                </c:pt>
                <c:pt idx="2826">
                  <c:v>90</c:v>
                </c:pt>
                <c:pt idx="2827">
                  <c:v>120</c:v>
                </c:pt>
                <c:pt idx="2828">
                  <c:v>131</c:v>
                </c:pt>
                <c:pt idx="2829">
                  <c:v>40</c:v>
                </c:pt>
                <c:pt idx="2830">
                  <c:v>27</c:v>
                </c:pt>
                <c:pt idx="2831">
                  <c:v>128</c:v>
                </c:pt>
                <c:pt idx="2832">
                  <c:v>62</c:v>
                </c:pt>
                <c:pt idx="2833">
                  <c:v>36</c:v>
                </c:pt>
                <c:pt idx="2834">
                  <c:v>43</c:v>
                </c:pt>
                <c:pt idx="2835">
                  <c:v>72</c:v>
                </c:pt>
                <c:pt idx="2836">
                  <c:v>121</c:v>
                </c:pt>
                <c:pt idx="2837">
                  <c:v>59.6</c:v>
                </c:pt>
                <c:pt idx="2838">
                  <c:v>99</c:v>
                </c:pt>
                <c:pt idx="2839">
                  <c:v>57</c:v>
                </c:pt>
                <c:pt idx="2840">
                  <c:v>63</c:v>
                </c:pt>
                <c:pt idx="2841">
                  <c:v>230</c:v>
                </c:pt>
                <c:pt idx="2842">
                  <c:v>44</c:v>
                </c:pt>
                <c:pt idx="2843">
                  <c:v>39</c:v>
                </c:pt>
                <c:pt idx="2844">
                  <c:v>95</c:v>
                </c:pt>
                <c:pt idx="2845">
                  <c:v>100</c:v>
                </c:pt>
                <c:pt idx="2846">
                  <c:v>36.85</c:v>
                </c:pt>
                <c:pt idx="2847">
                  <c:v>58</c:v>
                </c:pt>
                <c:pt idx="2848">
                  <c:v>160</c:v>
                </c:pt>
                <c:pt idx="2849">
                  <c:v>79</c:v>
                </c:pt>
                <c:pt idx="2850">
                  <c:v>100</c:v>
                </c:pt>
                <c:pt idx="2851">
                  <c:v>65</c:v>
                </c:pt>
                <c:pt idx="2852">
                  <c:v>61.74</c:v>
                </c:pt>
                <c:pt idx="2853">
                  <c:v>145</c:v>
                </c:pt>
                <c:pt idx="2854">
                  <c:v>94</c:v>
                </c:pt>
                <c:pt idx="2855">
                  <c:v>71</c:v>
                </c:pt>
                <c:pt idx="2856">
                  <c:v>80</c:v>
                </c:pt>
                <c:pt idx="2857">
                  <c:v>250</c:v>
                </c:pt>
                <c:pt idx="2858">
                  <c:v>48</c:v>
                </c:pt>
                <c:pt idx="2859">
                  <c:v>20</c:v>
                </c:pt>
                <c:pt idx="2860">
                  <c:v>120</c:v>
                </c:pt>
                <c:pt idx="2861">
                  <c:v>43.92</c:v>
                </c:pt>
                <c:pt idx="2862">
                  <c:v>115</c:v>
                </c:pt>
                <c:pt idx="2863">
                  <c:v>86.91</c:v>
                </c:pt>
                <c:pt idx="2864">
                  <c:v>68</c:v>
                </c:pt>
                <c:pt idx="2865">
                  <c:v>87.01</c:v>
                </c:pt>
                <c:pt idx="2866">
                  <c:v>116</c:v>
                </c:pt>
                <c:pt idx="2867">
                  <c:v>35</c:v>
                </c:pt>
                <c:pt idx="2868">
                  <c:v>50.53</c:v>
                </c:pt>
                <c:pt idx="2869">
                  <c:v>130</c:v>
                </c:pt>
                <c:pt idx="2870">
                  <c:v>85</c:v>
                </c:pt>
                <c:pt idx="2871">
                  <c:v>49.475000000000001</c:v>
                </c:pt>
                <c:pt idx="2872">
                  <c:v>150</c:v>
                </c:pt>
                <c:pt idx="2873">
                  <c:v>53</c:v>
                </c:pt>
                <c:pt idx="2874">
                  <c:v>150</c:v>
                </c:pt>
                <c:pt idx="2875">
                  <c:v>33</c:v>
                </c:pt>
                <c:pt idx="2876">
                  <c:v>48</c:v>
                </c:pt>
                <c:pt idx="2877">
                  <c:v>74</c:v>
                </c:pt>
                <c:pt idx="2878">
                  <c:v>75</c:v>
                </c:pt>
                <c:pt idx="2879">
                  <c:v>56</c:v>
                </c:pt>
                <c:pt idx="2880">
                  <c:v>130</c:v>
                </c:pt>
                <c:pt idx="2881">
                  <c:v>55</c:v>
                </c:pt>
                <c:pt idx="2882">
                  <c:v>180</c:v>
                </c:pt>
                <c:pt idx="2883">
                  <c:v>157</c:v>
                </c:pt>
                <c:pt idx="2884">
                  <c:v>44</c:v>
                </c:pt>
                <c:pt idx="2885">
                  <c:v>29.46</c:v>
                </c:pt>
                <c:pt idx="2886">
                  <c:v>55</c:v>
                </c:pt>
                <c:pt idx="2887">
                  <c:v>158</c:v>
                </c:pt>
                <c:pt idx="2888">
                  <c:v>180</c:v>
                </c:pt>
                <c:pt idx="2889">
                  <c:v>47</c:v>
                </c:pt>
                <c:pt idx="2890">
                  <c:v>34.5</c:v>
                </c:pt>
                <c:pt idx="2891">
                  <c:v>115</c:v>
                </c:pt>
                <c:pt idx="2892">
                  <c:v>84</c:v>
                </c:pt>
                <c:pt idx="2893">
                  <c:v>50</c:v>
                </c:pt>
                <c:pt idx="2894">
                  <c:v>36.5</c:v>
                </c:pt>
                <c:pt idx="2895">
                  <c:v>155</c:v>
                </c:pt>
                <c:pt idx="2896">
                  <c:v>103</c:v>
                </c:pt>
                <c:pt idx="2897">
                  <c:v>77</c:v>
                </c:pt>
                <c:pt idx="2898">
                  <c:v>70</c:v>
                </c:pt>
                <c:pt idx="2899">
                  <c:v>45</c:v>
                </c:pt>
                <c:pt idx="2900">
                  <c:v>40</c:v>
                </c:pt>
                <c:pt idx="2901">
                  <c:v>42</c:v>
                </c:pt>
                <c:pt idx="2902">
                  <c:v>57</c:v>
                </c:pt>
                <c:pt idx="2903">
                  <c:v>52</c:v>
                </c:pt>
                <c:pt idx="2904">
                  <c:v>54</c:v>
                </c:pt>
                <c:pt idx="2905">
                  <c:v>149</c:v>
                </c:pt>
                <c:pt idx="2906">
                  <c:v>41.58</c:v>
                </c:pt>
                <c:pt idx="2907">
                  <c:v>98.3</c:v>
                </c:pt>
                <c:pt idx="2908">
                  <c:v>60</c:v>
                </c:pt>
                <c:pt idx="2909">
                  <c:v>58</c:v>
                </c:pt>
                <c:pt idx="2910">
                  <c:v>89</c:v>
                </c:pt>
                <c:pt idx="2911">
                  <c:v>132</c:v>
                </c:pt>
                <c:pt idx="2912">
                  <c:v>125</c:v>
                </c:pt>
                <c:pt idx="2913">
                  <c:v>110</c:v>
                </c:pt>
                <c:pt idx="2914">
                  <c:v>95</c:v>
                </c:pt>
                <c:pt idx="2915">
                  <c:v>38.549999999999997</c:v>
                </c:pt>
                <c:pt idx="2916">
                  <c:v>30</c:v>
                </c:pt>
                <c:pt idx="2917">
                  <c:v>98</c:v>
                </c:pt>
                <c:pt idx="2918">
                  <c:v>81</c:v>
                </c:pt>
                <c:pt idx="2919">
                  <c:v>75</c:v>
                </c:pt>
                <c:pt idx="2920">
                  <c:v>54.54</c:v>
                </c:pt>
                <c:pt idx="2921">
                  <c:v>48</c:v>
                </c:pt>
                <c:pt idx="2922">
                  <c:v>79.5</c:v>
                </c:pt>
                <c:pt idx="2923">
                  <c:v>93.864999999999995</c:v>
                </c:pt>
                <c:pt idx="2924">
                  <c:v>85</c:v>
                </c:pt>
                <c:pt idx="2925">
                  <c:v>31.5</c:v>
                </c:pt>
                <c:pt idx="2926">
                  <c:v>48</c:v>
                </c:pt>
                <c:pt idx="2927">
                  <c:v>35</c:v>
                </c:pt>
                <c:pt idx="2928">
                  <c:v>290</c:v>
                </c:pt>
                <c:pt idx="2929">
                  <c:v>66.48</c:v>
                </c:pt>
                <c:pt idx="2930">
                  <c:v>39.5</c:v>
                </c:pt>
                <c:pt idx="2931">
                  <c:v>93.25</c:v>
                </c:pt>
                <c:pt idx="2932">
                  <c:v>48.42</c:v>
                </c:pt>
                <c:pt idx="2933">
                  <c:v>110</c:v>
                </c:pt>
                <c:pt idx="2934">
                  <c:v>100</c:v>
                </c:pt>
                <c:pt idx="2935">
                  <c:v>55</c:v>
                </c:pt>
                <c:pt idx="2936">
                  <c:v>54</c:v>
                </c:pt>
                <c:pt idx="2937">
                  <c:v>40</c:v>
                </c:pt>
                <c:pt idx="2938">
                  <c:v>85</c:v>
                </c:pt>
                <c:pt idx="2939">
                  <c:v>44.4</c:v>
                </c:pt>
                <c:pt idx="2940">
                  <c:v>43.1</c:v>
                </c:pt>
                <c:pt idx="2941">
                  <c:v>77</c:v>
                </c:pt>
                <c:pt idx="2942">
                  <c:v>38</c:v>
                </c:pt>
                <c:pt idx="2943">
                  <c:v>65.12</c:v>
                </c:pt>
                <c:pt idx="2944">
                  <c:v>139</c:v>
                </c:pt>
                <c:pt idx="2945">
                  <c:v>53</c:v>
                </c:pt>
                <c:pt idx="2946">
                  <c:v>65</c:v>
                </c:pt>
                <c:pt idx="2947">
                  <c:v>85</c:v>
                </c:pt>
                <c:pt idx="2948">
                  <c:v>55</c:v>
                </c:pt>
                <c:pt idx="2949">
                  <c:v>22.5</c:v>
                </c:pt>
                <c:pt idx="2950">
                  <c:v>17</c:v>
                </c:pt>
                <c:pt idx="2951">
                  <c:v>46.39</c:v>
                </c:pt>
                <c:pt idx="2952">
                  <c:v>50</c:v>
                </c:pt>
                <c:pt idx="2953">
                  <c:v>85.4</c:v>
                </c:pt>
                <c:pt idx="2954">
                  <c:v>57</c:v>
                </c:pt>
                <c:pt idx="2955">
                  <c:v>68</c:v>
                </c:pt>
                <c:pt idx="2956">
                  <c:v>104</c:v>
                </c:pt>
                <c:pt idx="2957">
                  <c:v>60</c:v>
                </c:pt>
                <c:pt idx="2958">
                  <c:v>28</c:v>
                </c:pt>
                <c:pt idx="2959">
                  <c:v>76</c:v>
                </c:pt>
                <c:pt idx="2960">
                  <c:v>190</c:v>
                </c:pt>
                <c:pt idx="2961">
                  <c:v>31.57</c:v>
                </c:pt>
                <c:pt idx="2962">
                  <c:v>121</c:v>
                </c:pt>
                <c:pt idx="2963">
                  <c:v>91.2</c:v>
                </c:pt>
                <c:pt idx="2964">
                  <c:v>49.88</c:v>
                </c:pt>
                <c:pt idx="2965">
                  <c:v>100</c:v>
                </c:pt>
                <c:pt idx="2966">
                  <c:v>180</c:v>
                </c:pt>
                <c:pt idx="2967">
                  <c:v>85</c:v>
                </c:pt>
                <c:pt idx="2968">
                  <c:v>175</c:v>
                </c:pt>
                <c:pt idx="2969">
                  <c:v>40</c:v>
                </c:pt>
                <c:pt idx="2970">
                  <c:v>108</c:v>
                </c:pt>
                <c:pt idx="2971">
                  <c:v>40</c:v>
                </c:pt>
                <c:pt idx="2972">
                  <c:v>61.2</c:v>
                </c:pt>
                <c:pt idx="2973">
                  <c:v>42</c:v>
                </c:pt>
                <c:pt idx="2974">
                  <c:v>82</c:v>
                </c:pt>
                <c:pt idx="2975">
                  <c:v>62</c:v>
                </c:pt>
                <c:pt idx="2976">
                  <c:v>148</c:v>
                </c:pt>
                <c:pt idx="2977">
                  <c:v>42</c:v>
                </c:pt>
                <c:pt idx="2978">
                  <c:v>550</c:v>
                </c:pt>
                <c:pt idx="2979">
                  <c:v>110</c:v>
                </c:pt>
                <c:pt idx="2980">
                  <c:v>190</c:v>
                </c:pt>
                <c:pt idx="2981">
                  <c:v>80</c:v>
                </c:pt>
                <c:pt idx="2982">
                  <c:v>225</c:v>
                </c:pt>
                <c:pt idx="2983">
                  <c:v>28.41</c:v>
                </c:pt>
                <c:pt idx="2984">
                  <c:v>64.08</c:v>
                </c:pt>
                <c:pt idx="2985">
                  <c:v>42</c:v>
                </c:pt>
                <c:pt idx="2986">
                  <c:v>75</c:v>
                </c:pt>
                <c:pt idx="2987">
                  <c:v>70</c:v>
                </c:pt>
                <c:pt idx="2988">
                  <c:v>65</c:v>
                </c:pt>
                <c:pt idx="2989">
                  <c:v>149</c:v>
                </c:pt>
                <c:pt idx="2990">
                  <c:v>65</c:v>
                </c:pt>
                <c:pt idx="2991">
                  <c:v>63</c:v>
                </c:pt>
                <c:pt idx="2992">
                  <c:v>129</c:v>
                </c:pt>
                <c:pt idx="2993">
                  <c:v>150</c:v>
                </c:pt>
                <c:pt idx="2994">
                  <c:v>88</c:v>
                </c:pt>
                <c:pt idx="2995">
                  <c:v>25</c:v>
                </c:pt>
                <c:pt idx="2996">
                  <c:v>42.3</c:v>
                </c:pt>
                <c:pt idx="2997">
                  <c:v>55</c:v>
                </c:pt>
                <c:pt idx="2998">
                  <c:v>120</c:v>
                </c:pt>
                <c:pt idx="2999">
                  <c:v>52.17</c:v>
                </c:pt>
                <c:pt idx="3000">
                  <c:v>59</c:v>
                </c:pt>
                <c:pt idx="3001">
                  <c:v>94.5</c:v>
                </c:pt>
                <c:pt idx="3002">
                  <c:v>85.28</c:v>
                </c:pt>
                <c:pt idx="3003">
                  <c:v>68</c:v>
                </c:pt>
                <c:pt idx="3004">
                  <c:v>56.74</c:v>
                </c:pt>
                <c:pt idx="3005">
                  <c:v>130</c:v>
                </c:pt>
                <c:pt idx="3006">
                  <c:v>85</c:v>
                </c:pt>
                <c:pt idx="3007">
                  <c:v>210</c:v>
                </c:pt>
                <c:pt idx="3008">
                  <c:v>55</c:v>
                </c:pt>
                <c:pt idx="3009">
                  <c:v>30</c:v>
                </c:pt>
                <c:pt idx="3010">
                  <c:v>67.75</c:v>
                </c:pt>
                <c:pt idx="3011">
                  <c:v>89.99</c:v>
                </c:pt>
                <c:pt idx="3012">
                  <c:v>28.88</c:v>
                </c:pt>
                <c:pt idx="3013">
                  <c:v>45.91</c:v>
                </c:pt>
                <c:pt idx="3014">
                  <c:v>160</c:v>
                </c:pt>
                <c:pt idx="3015">
                  <c:v>83.87</c:v>
                </c:pt>
                <c:pt idx="3016">
                  <c:v>30</c:v>
                </c:pt>
                <c:pt idx="3017">
                  <c:v>39</c:v>
                </c:pt>
                <c:pt idx="3018">
                  <c:v>100</c:v>
                </c:pt>
                <c:pt idx="3019">
                  <c:v>58</c:v>
                </c:pt>
                <c:pt idx="3020">
                  <c:v>68</c:v>
                </c:pt>
                <c:pt idx="3021">
                  <c:v>47.5</c:v>
                </c:pt>
                <c:pt idx="3022">
                  <c:v>89.37</c:v>
                </c:pt>
                <c:pt idx="3023">
                  <c:v>85</c:v>
                </c:pt>
                <c:pt idx="3024">
                  <c:v>65</c:v>
                </c:pt>
                <c:pt idx="3025">
                  <c:v>43.59</c:v>
                </c:pt>
                <c:pt idx="3026">
                  <c:v>70</c:v>
                </c:pt>
                <c:pt idx="3027">
                  <c:v>30</c:v>
                </c:pt>
                <c:pt idx="3028">
                  <c:v>75.97</c:v>
                </c:pt>
                <c:pt idx="3029">
                  <c:v>75</c:v>
                </c:pt>
                <c:pt idx="3030">
                  <c:v>37.450000000000003</c:v>
                </c:pt>
                <c:pt idx="3031">
                  <c:v>28</c:v>
                </c:pt>
                <c:pt idx="3032">
                  <c:v>70</c:v>
                </c:pt>
                <c:pt idx="3033">
                  <c:v>45.5</c:v>
                </c:pt>
                <c:pt idx="3034">
                  <c:v>34</c:v>
                </c:pt>
                <c:pt idx="3035">
                  <c:v>25.88</c:v>
                </c:pt>
                <c:pt idx="3036">
                  <c:v>22.49</c:v>
                </c:pt>
                <c:pt idx="3037">
                  <c:v>62</c:v>
                </c:pt>
                <c:pt idx="3038">
                  <c:v>35</c:v>
                </c:pt>
                <c:pt idx="3039">
                  <c:v>42</c:v>
                </c:pt>
                <c:pt idx="3040">
                  <c:v>47</c:v>
                </c:pt>
                <c:pt idx="3041">
                  <c:v>122</c:v>
                </c:pt>
                <c:pt idx="3042">
                  <c:v>51</c:v>
                </c:pt>
                <c:pt idx="3043">
                  <c:v>100</c:v>
                </c:pt>
                <c:pt idx="3044">
                  <c:v>96</c:v>
                </c:pt>
                <c:pt idx="3045">
                  <c:v>79</c:v>
                </c:pt>
                <c:pt idx="3046">
                  <c:v>43.59</c:v>
                </c:pt>
                <c:pt idx="3047">
                  <c:v>160</c:v>
                </c:pt>
                <c:pt idx="3048">
                  <c:v>95</c:v>
                </c:pt>
                <c:pt idx="3049">
                  <c:v>91</c:v>
                </c:pt>
                <c:pt idx="3050">
                  <c:v>52</c:v>
                </c:pt>
                <c:pt idx="3051">
                  <c:v>63</c:v>
                </c:pt>
                <c:pt idx="3052">
                  <c:v>70.5</c:v>
                </c:pt>
                <c:pt idx="3053">
                  <c:v>70</c:v>
                </c:pt>
                <c:pt idx="3054">
                  <c:v>155</c:v>
                </c:pt>
                <c:pt idx="3055">
                  <c:v>250</c:v>
                </c:pt>
                <c:pt idx="3056">
                  <c:v>125</c:v>
                </c:pt>
                <c:pt idx="3057">
                  <c:v>151</c:v>
                </c:pt>
                <c:pt idx="3058">
                  <c:v>55</c:v>
                </c:pt>
                <c:pt idx="3059">
                  <c:v>100</c:v>
                </c:pt>
                <c:pt idx="3060">
                  <c:v>17</c:v>
                </c:pt>
                <c:pt idx="3061">
                  <c:v>50.79</c:v>
                </c:pt>
                <c:pt idx="3062">
                  <c:v>48</c:v>
                </c:pt>
                <c:pt idx="3063">
                  <c:v>80</c:v>
                </c:pt>
                <c:pt idx="3064">
                  <c:v>280</c:v>
                </c:pt>
                <c:pt idx="3065">
                  <c:v>52.6</c:v>
                </c:pt>
                <c:pt idx="3066">
                  <c:v>39</c:v>
                </c:pt>
                <c:pt idx="3067">
                  <c:v>97</c:v>
                </c:pt>
                <c:pt idx="3068">
                  <c:v>139</c:v>
                </c:pt>
                <c:pt idx="3069">
                  <c:v>80</c:v>
                </c:pt>
                <c:pt idx="3070">
                  <c:v>79</c:v>
                </c:pt>
                <c:pt idx="3071">
                  <c:v>140</c:v>
                </c:pt>
                <c:pt idx="3072">
                  <c:v>40</c:v>
                </c:pt>
                <c:pt idx="3073">
                  <c:v>49</c:v>
                </c:pt>
                <c:pt idx="3074">
                  <c:v>40</c:v>
                </c:pt>
                <c:pt idx="3075">
                  <c:v>120</c:v>
                </c:pt>
                <c:pt idx="3076">
                  <c:v>260</c:v>
                </c:pt>
                <c:pt idx="3077">
                  <c:v>108</c:v>
                </c:pt>
                <c:pt idx="3078">
                  <c:v>120</c:v>
                </c:pt>
                <c:pt idx="3079">
                  <c:v>65</c:v>
                </c:pt>
                <c:pt idx="3080">
                  <c:v>49.5</c:v>
                </c:pt>
                <c:pt idx="3081">
                  <c:v>120</c:v>
                </c:pt>
                <c:pt idx="3082">
                  <c:v>125</c:v>
                </c:pt>
                <c:pt idx="3083">
                  <c:v>102</c:v>
                </c:pt>
                <c:pt idx="3084">
                  <c:v>59.86</c:v>
                </c:pt>
                <c:pt idx="3085">
                  <c:v>54</c:v>
                </c:pt>
                <c:pt idx="3086">
                  <c:v>76</c:v>
                </c:pt>
                <c:pt idx="3087">
                  <c:v>13.5</c:v>
                </c:pt>
                <c:pt idx="3088">
                  <c:v>53</c:v>
                </c:pt>
                <c:pt idx="3089">
                  <c:v>46.95</c:v>
                </c:pt>
                <c:pt idx="3090">
                  <c:v>80</c:v>
                </c:pt>
                <c:pt idx="3091">
                  <c:v>55</c:v>
                </c:pt>
                <c:pt idx="3092">
                  <c:v>94.71</c:v>
                </c:pt>
                <c:pt idx="3093">
                  <c:v>40</c:v>
                </c:pt>
                <c:pt idx="3094">
                  <c:v>34.82</c:v>
                </c:pt>
                <c:pt idx="3095">
                  <c:v>92</c:v>
                </c:pt>
                <c:pt idx="3096">
                  <c:v>150</c:v>
                </c:pt>
                <c:pt idx="3097">
                  <c:v>90</c:v>
                </c:pt>
                <c:pt idx="3098">
                  <c:v>73</c:v>
                </c:pt>
                <c:pt idx="3099">
                  <c:v>23</c:v>
                </c:pt>
                <c:pt idx="3100">
                  <c:v>167</c:v>
                </c:pt>
                <c:pt idx="3101">
                  <c:v>38</c:v>
                </c:pt>
                <c:pt idx="3102">
                  <c:v>40</c:v>
                </c:pt>
                <c:pt idx="3103">
                  <c:v>105</c:v>
                </c:pt>
                <c:pt idx="3104">
                  <c:v>86.56</c:v>
                </c:pt>
                <c:pt idx="3105">
                  <c:v>135</c:v>
                </c:pt>
                <c:pt idx="3106">
                  <c:v>49</c:v>
                </c:pt>
                <c:pt idx="3107">
                  <c:v>140</c:v>
                </c:pt>
                <c:pt idx="3108">
                  <c:v>31.49</c:v>
                </c:pt>
                <c:pt idx="3109">
                  <c:v>82</c:v>
                </c:pt>
                <c:pt idx="3110">
                  <c:v>68</c:v>
                </c:pt>
                <c:pt idx="3111">
                  <c:v>63.1</c:v>
                </c:pt>
                <c:pt idx="3112">
                  <c:v>205</c:v>
                </c:pt>
                <c:pt idx="3113">
                  <c:v>150</c:v>
                </c:pt>
                <c:pt idx="3114">
                  <c:v>57</c:v>
                </c:pt>
                <c:pt idx="3115">
                  <c:v>56.1</c:v>
                </c:pt>
                <c:pt idx="3116">
                  <c:v>45</c:v>
                </c:pt>
                <c:pt idx="3117">
                  <c:v>43.09</c:v>
                </c:pt>
                <c:pt idx="3118">
                  <c:v>37</c:v>
                </c:pt>
                <c:pt idx="3119">
                  <c:v>58</c:v>
                </c:pt>
                <c:pt idx="3120">
                  <c:v>75</c:v>
                </c:pt>
                <c:pt idx="3121">
                  <c:v>55</c:v>
                </c:pt>
                <c:pt idx="3122">
                  <c:v>180</c:v>
                </c:pt>
                <c:pt idx="3123">
                  <c:v>72</c:v>
                </c:pt>
                <c:pt idx="3124">
                  <c:v>59.74</c:v>
                </c:pt>
                <c:pt idx="3125">
                  <c:v>133</c:v>
                </c:pt>
                <c:pt idx="3126">
                  <c:v>77.680000000000007</c:v>
                </c:pt>
                <c:pt idx="3127">
                  <c:v>50</c:v>
                </c:pt>
                <c:pt idx="3128">
                  <c:v>46.8</c:v>
                </c:pt>
                <c:pt idx="3129">
                  <c:v>120</c:v>
                </c:pt>
                <c:pt idx="3130">
                  <c:v>51.77</c:v>
                </c:pt>
                <c:pt idx="3131">
                  <c:v>107</c:v>
                </c:pt>
                <c:pt idx="3132">
                  <c:v>115</c:v>
                </c:pt>
                <c:pt idx="3133">
                  <c:v>120</c:v>
                </c:pt>
                <c:pt idx="3134">
                  <c:v>52</c:v>
                </c:pt>
                <c:pt idx="3135">
                  <c:v>57.63</c:v>
                </c:pt>
                <c:pt idx="3136">
                  <c:v>129</c:v>
                </c:pt>
                <c:pt idx="3137">
                  <c:v>76</c:v>
                </c:pt>
                <c:pt idx="3138">
                  <c:v>66</c:v>
                </c:pt>
                <c:pt idx="3139">
                  <c:v>49.5</c:v>
                </c:pt>
                <c:pt idx="3140">
                  <c:v>126</c:v>
                </c:pt>
                <c:pt idx="3141">
                  <c:v>139</c:v>
                </c:pt>
                <c:pt idx="3142">
                  <c:v>54.65</c:v>
                </c:pt>
                <c:pt idx="3143">
                  <c:v>92</c:v>
                </c:pt>
                <c:pt idx="3144">
                  <c:v>65</c:v>
                </c:pt>
                <c:pt idx="3145">
                  <c:v>42</c:v>
                </c:pt>
                <c:pt idx="3146">
                  <c:v>100</c:v>
                </c:pt>
                <c:pt idx="3147">
                  <c:v>43</c:v>
                </c:pt>
                <c:pt idx="3148">
                  <c:v>75</c:v>
                </c:pt>
                <c:pt idx="3149">
                  <c:v>35</c:v>
                </c:pt>
                <c:pt idx="3150">
                  <c:v>48.5</c:v>
                </c:pt>
                <c:pt idx="3151">
                  <c:v>155</c:v>
                </c:pt>
                <c:pt idx="3152">
                  <c:v>46</c:v>
                </c:pt>
                <c:pt idx="3153">
                  <c:v>120</c:v>
                </c:pt>
                <c:pt idx="3154">
                  <c:v>40</c:v>
                </c:pt>
                <c:pt idx="3155">
                  <c:v>43</c:v>
                </c:pt>
                <c:pt idx="3156">
                  <c:v>40</c:v>
                </c:pt>
                <c:pt idx="3157">
                  <c:v>62</c:v>
                </c:pt>
                <c:pt idx="3158">
                  <c:v>75</c:v>
                </c:pt>
                <c:pt idx="3159">
                  <c:v>52</c:v>
                </c:pt>
                <c:pt idx="3160">
                  <c:v>62</c:v>
                </c:pt>
                <c:pt idx="3161">
                  <c:v>51</c:v>
                </c:pt>
                <c:pt idx="3162">
                  <c:v>69.099999999999994</c:v>
                </c:pt>
                <c:pt idx="3163">
                  <c:v>74.400000000000006</c:v>
                </c:pt>
                <c:pt idx="3164">
                  <c:v>60</c:v>
                </c:pt>
                <c:pt idx="3165">
                  <c:v>34.630000000000003</c:v>
                </c:pt>
                <c:pt idx="3166">
                  <c:v>260</c:v>
                </c:pt>
                <c:pt idx="3167">
                  <c:v>104</c:v>
                </c:pt>
                <c:pt idx="3168">
                  <c:v>90</c:v>
                </c:pt>
                <c:pt idx="3169">
                  <c:v>166</c:v>
                </c:pt>
                <c:pt idx="3170">
                  <c:v>78</c:v>
                </c:pt>
                <c:pt idx="3171">
                  <c:v>85</c:v>
                </c:pt>
                <c:pt idx="3172">
                  <c:v>78</c:v>
                </c:pt>
                <c:pt idx="3173">
                  <c:v>52.43</c:v>
                </c:pt>
                <c:pt idx="3174">
                  <c:v>82</c:v>
                </c:pt>
                <c:pt idx="3175">
                  <c:v>35</c:v>
                </c:pt>
                <c:pt idx="3176">
                  <c:v>95</c:v>
                </c:pt>
                <c:pt idx="3177">
                  <c:v>62.8</c:v>
                </c:pt>
                <c:pt idx="3178">
                  <c:v>80</c:v>
                </c:pt>
                <c:pt idx="3179">
                  <c:v>90</c:v>
                </c:pt>
                <c:pt idx="3180">
                  <c:v>49</c:v>
                </c:pt>
                <c:pt idx="3181">
                  <c:v>80</c:v>
                </c:pt>
                <c:pt idx="3182">
                  <c:v>44</c:v>
                </c:pt>
                <c:pt idx="3183">
                  <c:v>60</c:v>
                </c:pt>
                <c:pt idx="3184">
                  <c:v>57.46</c:v>
                </c:pt>
                <c:pt idx="3185">
                  <c:v>79</c:v>
                </c:pt>
                <c:pt idx="3186">
                  <c:v>191</c:v>
                </c:pt>
                <c:pt idx="3187">
                  <c:v>50.28</c:v>
                </c:pt>
                <c:pt idx="3188">
                  <c:v>37.83</c:v>
                </c:pt>
                <c:pt idx="3189">
                  <c:v>79.28</c:v>
                </c:pt>
                <c:pt idx="3190">
                  <c:v>135</c:v>
                </c:pt>
                <c:pt idx="3191">
                  <c:v>45.84</c:v>
                </c:pt>
                <c:pt idx="3192">
                  <c:v>140</c:v>
                </c:pt>
                <c:pt idx="3193">
                  <c:v>33.5</c:v>
                </c:pt>
                <c:pt idx="3194">
                  <c:v>39</c:v>
                </c:pt>
                <c:pt idx="3195">
                  <c:v>80.989999999999995</c:v>
                </c:pt>
                <c:pt idx="3196">
                  <c:v>29</c:v>
                </c:pt>
                <c:pt idx="3197">
                  <c:v>59</c:v>
                </c:pt>
                <c:pt idx="3198">
                  <c:v>135</c:v>
                </c:pt>
                <c:pt idx="3199">
                  <c:v>175</c:v>
                </c:pt>
                <c:pt idx="3200">
                  <c:v>87</c:v>
                </c:pt>
                <c:pt idx="3201">
                  <c:v>97</c:v>
                </c:pt>
                <c:pt idx="3202">
                  <c:v>110</c:v>
                </c:pt>
                <c:pt idx="3203">
                  <c:v>49.02</c:v>
                </c:pt>
                <c:pt idx="3204">
                  <c:v>72</c:v>
                </c:pt>
                <c:pt idx="3205">
                  <c:v>165</c:v>
                </c:pt>
                <c:pt idx="3206">
                  <c:v>40.43</c:v>
                </c:pt>
                <c:pt idx="3207">
                  <c:v>15</c:v>
                </c:pt>
                <c:pt idx="3208">
                  <c:v>39</c:v>
                </c:pt>
                <c:pt idx="3209">
                  <c:v>57.76</c:v>
                </c:pt>
                <c:pt idx="3210">
                  <c:v>100</c:v>
                </c:pt>
                <c:pt idx="3211">
                  <c:v>46</c:v>
                </c:pt>
                <c:pt idx="3212">
                  <c:v>55</c:v>
                </c:pt>
                <c:pt idx="3213">
                  <c:v>68</c:v>
                </c:pt>
                <c:pt idx="3214">
                  <c:v>160</c:v>
                </c:pt>
                <c:pt idx="3215">
                  <c:v>74</c:v>
                </c:pt>
                <c:pt idx="3216">
                  <c:v>42.75</c:v>
                </c:pt>
                <c:pt idx="3217">
                  <c:v>55</c:v>
                </c:pt>
                <c:pt idx="3218">
                  <c:v>60</c:v>
                </c:pt>
                <c:pt idx="3219">
                  <c:v>41.88</c:v>
                </c:pt>
                <c:pt idx="3220">
                  <c:v>45.9</c:v>
                </c:pt>
                <c:pt idx="3221">
                  <c:v>65</c:v>
                </c:pt>
                <c:pt idx="3222">
                  <c:v>70</c:v>
                </c:pt>
                <c:pt idx="3223">
                  <c:v>39.200000000000003</c:v>
                </c:pt>
                <c:pt idx="3224">
                  <c:v>43</c:v>
                </c:pt>
                <c:pt idx="3225">
                  <c:v>52.1</c:v>
                </c:pt>
                <c:pt idx="3226">
                  <c:v>86</c:v>
                </c:pt>
                <c:pt idx="3227">
                  <c:v>130</c:v>
                </c:pt>
                <c:pt idx="3228">
                  <c:v>72</c:v>
                </c:pt>
                <c:pt idx="3229">
                  <c:v>103</c:v>
                </c:pt>
                <c:pt idx="3230">
                  <c:v>72</c:v>
                </c:pt>
                <c:pt idx="3231">
                  <c:v>39</c:v>
                </c:pt>
                <c:pt idx="3232">
                  <c:v>40</c:v>
                </c:pt>
                <c:pt idx="3233">
                  <c:v>83.87</c:v>
                </c:pt>
                <c:pt idx="3234">
                  <c:v>70</c:v>
                </c:pt>
                <c:pt idx="3235">
                  <c:v>35</c:v>
                </c:pt>
                <c:pt idx="3236">
                  <c:v>149</c:v>
                </c:pt>
                <c:pt idx="3237">
                  <c:v>41</c:v>
                </c:pt>
                <c:pt idx="3238">
                  <c:v>46</c:v>
                </c:pt>
                <c:pt idx="3239">
                  <c:v>39</c:v>
                </c:pt>
                <c:pt idx="3240">
                  <c:v>45</c:v>
                </c:pt>
                <c:pt idx="3241">
                  <c:v>52</c:v>
                </c:pt>
                <c:pt idx="3242">
                  <c:v>127</c:v>
                </c:pt>
                <c:pt idx="3243">
                  <c:v>38</c:v>
                </c:pt>
                <c:pt idx="3244">
                  <c:v>150</c:v>
                </c:pt>
                <c:pt idx="3245">
                  <c:v>45.5</c:v>
                </c:pt>
                <c:pt idx="3246">
                  <c:v>135</c:v>
                </c:pt>
                <c:pt idx="3247">
                  <c:v>32.630000000000003</c:v>
                </c:pt>
                <c:pt idx="3248">
                  <c:v>64.5</c:v>
                </c:pt>
                <c:pt idx="3249">
                  <c:v>98</c:v>
                </c:pt>
                <c:pt idx="3250">
                  <c:v>55</c:v>
                </c:pt>
                <c:pt idx="3251">
                  <c:v>112</c:v>
                </c:pt>
                <c:pt idx="3252">
                  <c:v>103</c:v>
                </c:pt>
                <c:pt idx="3253">
                  <c:v>125</c:v>
                </c:pt>
                <c:pt idx="3254">
                  <c:v>40</c:v>
                </c:pt>
                <c:pt idx="3255">
                  <c:v>32.5</c:v>
                </c:pt>
                <c:pt idx="3256">
                  <c:v>50</c:v>
                </c:pt>
                <c:pt idx="3257">
                  <c:v>62</c:v>
                </c:pt>
                <c:pt idx="3258">
                  <c:v>26</c:v>
                </c:pt>
                <c:pt idx="3259">
                  <c:v>226</c:v>
                </c:pt>
                <c:pt idx="3260">
                  <c:v>225</c:v>
                </c:pt>
                <c:pt idx="3261">
                  <c:v>68</c:v>
                </c:pt>
                <c:pt idx="3262">
                  <c:v>44</c:v>
                </c:pt>
                <c:pt idx="3263">
                  <c:v>74</c:v>
                </c:pt>
                <c:pt idx="3264">
                  <c:v>100</c:v>
                </c:pt>
                <c:pt idx="3265">
                  <c:v>72</c:v>
                </c:pt>
                <c:pt idx="3266">
                  <c:v>38</c:v>
                </c:pt>
                <c:pt idx="3267">
                  <c:v>42</c:v>
                </c:pt>
                <c:pt idx="3268">
                  <c:v>44.5</c:v>
                </c:pt>
                <c:pt idx="3269">
                  <c:v>77</c:v>
                </c:pt>
                <c:pt idx="3270">
                  <c:v>71</c:v>
                </c:pt>
                <c:pt idx="3271">
                  <c:v>85</c:v>
                </c:pt>
                <c:pt idx="3272">
                  <c:v>50.66</c:v>
                </c:pt>
                <c:pt idx="3273">
                  <c:v>68</c:v>
                </c:pt>
                <c:pt idx="3274">
                  <c:v>65</c:v>
                </c:pt>
                <c:pt idx="3275">
                  <c:v>130</c:v>
                </c:pt>
                <c:pt idx="3276">
                  <c:v>50</c:v>
                </c:pt>
                <c:pt idx="3277">
                  <c:v>93.34</c:v>
                </c:pt>
                <c:pt idx="3278">
                  <c:v>83</c:v>
                </c:pt>
                <c:pt idx="3279">
                  <c:v>60</c:v>
                </c:pt>
                <c:pt idx="3280">
                  <c:v>55</c:v>
                </c:pt>
                <c:pt idx="3281">
                  <c:v>52.85</c:v>
                </c:pt>
                <c:pt idx="3282">
                  <c:v>230</c:v>
                </c:pt>
                <c:pt idx="3283">
                  <c:v>46.14</c:v>
                </c:pt>
                <c:pt idx="3284">
                  <c:v>250</c:v>
                </c:pt>
                <c:pt idx="3285">
                  <c:v>60.98</c:v>
                </c:pt>
                <c:pt idx="3286">
                  <c:v>41</c:v>
                </c:pt>
                <c:pt idx="3287">
                  <c:v>44</c:v>
                </c:pt>
                <c:pt idx="3288">
                  <c:v>70</c:v>
                </c:pt>
                <c:pt idx="3289">
                  <c:v>39.97</c:v>
                </c:pt>
                <c:pt idx="3290">
                  <c:v>51.19</c:v>
                </c:pt>
                <c:pt idx="3291">
                  <c:v>35.229999999999997</c:v>
                </c:pt>
                <c:pt idx="3292">
                  <c:v>80</c:v>
                </c:pt>
                <c:pt idx="3293">
                  <c:v>155</c:v>
                </c:pt>
                <c:pt idx="3294">
                  <c:v>70</c:v>
                </c:pt>
                <c:pt idx="3295">
                  <c:v>60</c:v>
                </c:pt>
                <c:pt idx="3296">
                  <c:v>160</c:v>
                </c:pt>
                <c:pt idx="3297">
                  <c:v>39</c:v>
                </c:pt>
                <c:pt idx="3298">
                  <c:v>30</c:v>
                </c:pt>
                <c:pt idx="3299">
                  <c:v>70</c:v>
                </c:pt>
                <c:pt idx="3300">
                  <c:v>95</c:v>
                </c:pt>
                <c:pt idx="3301">
                  <c:v>55</c:v>
                </c:pt>
                <c:pt idx="3302">
                  <c:v>90</c:v>
                </c:pt>
                <c:pt idx="3303">
                  <c:v>97.78</c:v>
                </c:pt>
                <c:pt idx="3304">
                  <c:v>55</c:v>
                </c:pt>
                <c:pt idx="3305">
                  <c:v>36</c:v>
                </c:pt>
                <c:pt idx="3306">
                  <c:v>48.45</c:v>
                </c:pt>
                <c:pt idx="3307">
                  <c:v>173</c:v>
                </c:pt>
                <c:pt idx="3308">
                  <c:v>33.82</c:v>
                </c:pt>
                <c:pt idx="3309">
                  <c:v>50</c:v>
                </c:pt>
                <c:pt idx="3310">
                  <c:v>58</c:v>
                </c:pt>
                <c:pt idx="3311">
                  <c:v>56</c:v>
                </c:pt>
                <c:pt idx="3312">
                  <c:v>145</c:v>
                </c:pt>
                <c:pt idx="3313">
                  <c:v>49</c:v>
                </c:pt>
                <c:pt idx="3314">
                  <c:v>44</c:v>
                </c:pt>
                <c:pt idx="3315">
                  <c:v>60</c:v>
                </c:pt>
                <c:pt idx="3316">
                  <c:v>65.3</c:v>
                </c:pt>
                <c:pt idx="3317">
                  <c:v>77.41</c:v>
                </c:pt>
                <c:pt idx="3318">
                  <c:v>43</c:v>
                </c:pt>
                <c:pt idx="3319">
                  <c:v>75</c:v>
                </c:pt>
                <c:pt idx="3320">
                  <c:v>45</c:v>
                </c:pt>
                <c:pt idx="3321">
                  <c:v>86</c:v>
                </c:pt>
                <c:pt idx="3322">
                  <c:v>70</c:v>
                </c:pt>
                <c:pt idx="3323">
                  <c:v>59</c:v>
                </c:pt>
                <c:pt idx="3324">
                  <c:v>162</c:v>
                </c:pt>
                <c:pt idx="3325">
                  <c:v>75</c:v>
                </c:pt>
                <c:pt idx="3326">
                  <c:v>24</c:v>
                </c:pt>
                <c:pt idx="3327">
                  <c:v>80</c:v>
                </c:pt>
                <c:pt idx="3328">
                  <c:v>120</c:v>
                </c:pt>
                <c:pt idx="3329">
                  <c:v>52</c:v>
                </c:pt>
                <c:pt idx="3330">
                  <c:v>42</c:v>
                </c:pt>
                <c:pt idx="3331">
                  <c:v>50</c:v>
                </c:pt>
                <c:pt idx="3332">
                  <c:v>50</c:v>
                </c:pt>
                <c:pt idx="3333">
                  <c:v>100</c:v>
                </c:pt>
                <c:pt idx="3334">
                  <c:v>83</c:v>
                </c:pt>
                <c:pt idx="3335">
                  <c:v>75</c:v>
                </c:pt>
                <c:pt idx="3336">
                  <c:v>50.79</c:v>
                </c:pt>
                <c:pt idx="3337">
                  <c:v>53</c:v>
                </c:pt>
                <c:pt idx="3338">
                  <c:v>44</c:v>
                </c:pt>
                <c:pt idx="3339">
                  <c:v>70</c:v>
                </c:pt>
                <c:pt idx="3340">
                  <c:v>40</c:v>
                </c:pt>
                <c:pt idx="3341">
                  <c:v>95</c:v>
                </c:pt>
                <c:pt idx="3342">
                  <c:v>85</c:v>
                </c:pt>
                <c:pt idx="3343">
                  <c:v>82</c:v>
                </c:pt>
                <c:pt idx="3344">
                  <c:v>150</c:v>
                </c:pt>
                <c:pt idx="3345">
                  <c:v>56.81</c:v>
                </c:pt>
                <c:pt idx="3346">
                  <c:v>69</c:v>
                </c:pt>
                <c:pt idx="3347">
                  <c:v>45</c:v>
                </c:pt>
                <c:pt idx="3348">
                  <c:v>98</c:v>
                </c:pt>
                <c:pt idx="3349">
                  <c:v>70</c:v>
                </c:pt>
                <c:pt idx="3350">
                  <c:v>185</c:v>
                </c:pt>
                <c:pt idx="3351">
                  <c:v>36.5</c:v>
                </c:pt>
                <c:pt idx="3352">
                  <c:v>49.87</c:v>
                </c:pt>
                <c:pt idx="3353">
                  <c:v>40.44</c:v>
                </c:pt>
                <c:pt idx="3354">
                  <c:v>150</c:v>
                </c:pt>
                <c:pt idx="3355">
                  <c:v>77.25</c:v>
                </c:pt>
                <c:pt idx="3356">
                  <c:v>65.010000000000005</c:v>
                </c:pt>
                <c:pt idx="3357">
                  <c:v>48</c:v>
                </c:pt>
                <c:pt idx="3358">
                  <c:v>61</c:v>
                </c:pt>
                <c:pt idx="3359">
                  <c:v>115</c:v>
                </c:pt>
                <c:pt idx="3360">
                  <c:v>55</c:v>
                </c:pt>
                <c:pt idx="3361">
                  <c:v>120</c:v>
                </c:pt>
                <c:pt idx="3362">
                  <c:v>97</c:v>
                </c:pt>
                <c:pt idx="3363">
                  <c:v>98.86</c:v>
                </c:pt>
                <c:pt idx="3364">
                  <c:v>140</c:v>
                </c:pt>
                <c:pt idx="3365">
                  <c:v>14.04</c:v>
                </c:pt>
                <c:pt idx="3366">
                  <c:v>160</c:v>
                </c:pt>
                <c:pt idx="3367">
                  <c:v>75</c:v>
                </c:pt>
                <c:pt idx="3368">
                  <c:v>65</c:v>
                </c:pt>
                <c:pt idx="3369">
                  <c:v>93</c:v>
                </c:pt>
                <c:pt idx="3370">
                  <c:v>125</c:v>
                </c:pt>
                <c:pt idx="3371">
                  <c:v>70</c:v>
                </c:pt>
                <c:pt idx="3372">
                  <c:v>47</c:v>
                </c:pt>
                <c:pt idx="3373">
                  <c:v>60</c:v>
                </c:pt>
                <c:pt idx="3374">
                  <c:v>35</c:v>
                </c:pt>
                <c:pt idx="3375">
                  <c:v>50</c:v>
                </c:pt>
                <c:pt idx="3376">
                  <c:v>51</c:v>
                </c:pt>
                <c:pt idx="3377">
                  <c:v>79</c:v>
                </c:pt>
                <c:pt idx="3378">
                  <c:v>55</c:v>
                </c:pt>
                <c:pt idx="3379">
                  <c:v>90</c:v>
                </c:pt>
                <c:pt idx="3380">
                  <c:v>59</c:v>
                </c:pt>
                <c:pt idx="3381">
                  <c:v>60</c:v>
                </c:pt>
                <c:pt idx="3382">
                  <c:v>52.8</c:v>
                </c:pt>
                <c:pt idx="3383">
                  <c:v>75</c:v>
                </c:pt>
                <c:pt idx="3384">
                  <c:v>117</c:v>
                </c:pt>
                <c:pt idx="3385">
                  <c:v>45.9</c:v>
                </c:pt>
                <c:pt idx="3386">
                  <c:v>82.5</c:v>
                </c:pt>
                <c:pt idx="3387">
                  <c:v>61</c:v>
                </c:pt>
                <c:pt idx="3388">
                  <c:v>70</c:v>
                </c:pt>
                <c:pt idx="3389">
                  <c:v>45</c:v>
                </c:pt>
                <c:pt idx="3390">
                  <c:v>65</c:v>
                </c:pt>
                <c:pt idx="3391">
                  <c:v>100</c:v>
                </c:pt>
                <c:pt idx="3392">
                  <c:v>70</c:v>
                </c:pt>
                <c:pt idx="3393">
                  <c:v>140</c:v>
                </c:pt>
                <c:pt idx="3394">
                  <c:v>58</c:v>
                </c:pt>
                <c:pt idx="3395">
                  <c:v>48</c:v>
                </c:pt>
                <c:pt idx="3396">
                  <c:v>45</c:v>
                </c:pt>
                <c:pt idx="3397">
                  <c:v>60</c:v>
                </c:pt>
                <c:pt idx="3398">
                  <c:v>115</c:v>
                </c:pt>
                <c:pt idx="3399">
                  <c:v>42.12</c:v>
                </c:pt>
                <c:pt idx="3400">
                  <c:v>48.905000000000001</c:v>
                </c:pt>
                <c:pt idx="3401">
                  <c:v>51.6</c:v>
                </c:pt>
                <c:pt idx="3402">
                  <c:v>205</c:v>
                </c:pt>
                <c:pt idx="3403">
                  <c:v>100</c:v>
                </c:pt>
                <c:pt idx="3404">
                  <c:v>100</c:v>
                </c:pt>
                <c:pt idx="3405">
                  <c:v>75</c:v>
                </c:pt>
                <c:pt idx="3406">
                  <c:v>95</c:v>
                </c:pt>
                <c:pt idx="3407">
                  <c:v>53.5</c:v>
                </c:pt>
                <c:pt idx="3408">
                  <c:v>88.73</c:v>
                </c:pt>
                <c:pt idx="3409">
                  <c:v>115</c:v>
                </c:pt>
                <c:pt idx="3410">
                  <c:v>65.5</c:v>
                </c:pt>
                <c:pt idx="3411">
                  <c:v>93</c:v>
                </c:pt>
                <c:pt idx="3412">
                  <c:v>159</c:v>
                </c:pt>
                <c:pt idx="3413">
                  <c:v>59</c:v>
                </c:pt>
                <c:pt idx="3414">
                  <c:v>114</c:v>
                </c:pt>
                <c:pt idx="3415">
                  <c:v>147</c:v>
                </c:pt>
                <c:pt idx="3416">
                  <c:v>36</c:v>
                </c:pt>
                <c:pt idx="3417">
                  <c:v>145</c:v>
                </c:pt>
                <c:pt idx="3418">
                  <c:v>56</c:v>
                </c:pt>
                <c:pt idx="3419">
                  <c:v>63</c:v>
                </c:pt>
                <c:pt idx="3420">
                  <c:v>180</c:v>
                </c:pt>
                <c:pt idx="3421">
                  <c:v>59</c:v>
                </c:pt>
                <c:pt idx="3422">
                  <c:v>75</c:v>
                </c:pt>
                <c:pt idx="3423">
                  <c:v>46</c:v>
                </c:pt>
                <c:pt idx="3424">
                  <c:v>47</c:v>
                </c:pt>
                <c:pt idx="3425">
                  <c:v>40</c:v>
                </c:pt>
                <c:pt idx="3426">
                  <c:v>69</c:v>
                </c:pt>
                <c:pt idx="3427">
                  <c:v>59</c:v>
                </c:pt>
                <c:pt idx="3428">
                  <c:v>196</c:v>
                </c:pt>
                <c:pt idx="3429">
                  <c:v>80</c:v>
                </c:pt>
                <c:pt idx="3430">
                  <c:v>45</c:v>
                </c:pt>
                <c:pt idx="3431">
                  <c:v>78</c:v>
                </c:pt>
                <c:pt idx="3432">
                  <c:v>75</c:v>
                </c:pt>
                <c:pt idx="3433">
                  <c:v>60</c:v>
                </c:pt>
                <c:pt idx="3434">
                  <c:v>85</c:v>
                </c:pt>
                <c:pt idx="3435">
                  <c:v>40</c:v>
                </c:pt>
                <c:pt idx="3436">
                  <c:v>88</c:v>
                </c:pt>
                <c:pt idx="3437">
                  <c:v>78</c:v>
                </c:pt>
                <c:pt idx="3438">
                  <c:v>81</c:v>
                </c:pt>
                <c:pt idx="3439">
                  <c:v>32</c:v>
                </c:pt>
                <c:pt idx="3440">
                  <c:v>21.28</c:v>
                </c:pt>
                <c:pt idx="3441">
                  <c:v>68</c:v>
                </c:pt>
                <c:pt idx="3442">
                  <c:v>38.5</c:v>
                </c:pt>
                <c:pt idx="3443">
                  <c:v>95</c:v>
                </c:pt>
                <c:pt idx="3444">
                  <c:v>115</c:v>
                </c:pt>
                <c:pt idx="3445">
                  <c:v>55</c:v>
                </c:pt>
                <c:pt idx="3446">
                  <c:v>33</c:v>
                </c:pt>
                <c:pt idx="3447">
                  <c:v>225</c:v>
                </c:pt>
                <c:pt idx="3448">
                  <c:v>54.3</c:v>
                </c:pt>
                <c:pt idx="3449">
                  <c:v>36.69</c:v>
                </c:pt>
                <c:pt idx="3450">
                  <c:v>65</c:v>
                </c:pt>
                <c:pt idx="3451">
                  <c:v>35</c:v>
                </c:pt>
                <c:pt idx="3452">
                  <c:v>115</c:v>
                </c:pt>
                <c:pt idx="3453">
                  <c:v>59</c:v>
                </c:pt>
                <c:pt idx="3454">
                  <c:v>38</c:v>
                </c:pt>
                <c:pt idx="3455">
                  <c:v>50.3</c:v>
                </c:pt>
                <c:pt idx="3456">
                  <c:v>78</c:v>
                </c:pt>
                <c:pt idx="3457">
                  <c:v>19.695</c:v>
                </c:pt>
                <c:pt idx="3458">
                  <c:v>57</c:v>
                </c:pt>
                <c:pt idx="3459">
                  <c:v>88</c:v>
                </c:pt>
                <c:pt idx="3460">
                  <c:v>125</c:v>
                </c:pt>
                <c:pt idx="3461">
                  <c:v>44</c:v>
                </c:pt>
                <c:pt idx="3462">
                  <c:v>40.79</c:v>
                </c:pt>
                <c:pt idx="3463">
                  <c:v>95</c:v>
                </c:pt>
                <c:pt idx="3464">
                  <c:v>165</c:v>
                </c:pt>
                <c:pt idx="3465">
                  <c:v>38.85</c:v>
                </c:pt>
                <c:pt idx="3466">
                  <c:v>88</c:v>
                </c:pt>
                <c:pt idx="3467">
                  <c:v>22</c:v>
                </c:pt>
                <c:pt idx="3468">
                  <c:v>285</c:v>
                </c:pt>
                <c:pt idx="3469">
                  <c:v>52</c:v>
                </c:pt>
                <c:pt idx="3470">
                  <c:v>82.5</c:v>
                </c:pt>
                <c:pt idx="3471">
                  <c:v>100</c:v>
                </c:pt>
                <c:pt idx="3472">
                  <c:v>58</c:v>
                </c:pt>
                <c:pt idx="3473">
                  <c:v>48.79</c:v>
                </c:pt>
                <c:pt idx="3474">
                  <c:v>45</c:v>
                </c:pt>
                <c:pt idx="3475">
                  <c:v>22</c:v>
                </c:pt>
                <c:pt idx="3476">
                  <c:v>140</c:v>
                </c:pt>
                <c:pt idx="3477">
                  <c:v>130</c:v>
                </c:pt>
                <c:pt idx="3478">
                  <c:v>75</c:v>
                </c:pt>
                <c:pt idx="3479">
                  <c:v>85</c:v>
                </c:pt>
                <c:pt idx="3480">
                  <c:v>34.5</c:v>
                </c:pt>
                <c:pt idx="3481">
                  <c:v>59.1</c:v>
                </c:pt>
                <c:pt idx="3482">
                  <c:v>110</c:v>
                </c:pt>
                <c:pt idx="3483">
                  <c:v>125</c:v>
                </c:pt>
                <c:pt idx="3484">
                  <c:v>62</c:v>
                </c:pt>
                <c:pt idx="3485">
                  <c:v>121</c:v>
                </c:pt>
                <c:pt idx="3486">
                  <c:v>72</c:v>
                </c:pt>
                <c:pt idx="3487">
                  <c:v>34.384999999999998</c:v>
                </c:pt>
                <c:pt idx="3488">
                  <c:v>77</c:v>
                </c:pt>
                <c:pt idx="3489">
                  <c:v>239</c:v>
                </c:pt>
                <c:pt idx="3490">
                  <c:v>104</c:v>
                </c:pt>
                <c:pt idx="3491">
                  <c:v>75</c:v>
                </c:pt>
                <c:pt idx="3492">
                  <c:v>65</c:v>
                </c:pt>
                <c:pt idx="3493">
                  <c:v>113</c:v>
                </c:pt>
                <c:pt idx="3494">
                  <c:v>124</c:v>
                </c:pt>
                <c:pt idx="3495">
                  <c:v>85</c:v>
                </c:pt>
                <c:pt idx="3496">
                  <c:v>75</c:v>
                </c:pt>
                <c:pt idx="3497">
                  <c:v>85</c:v>
                </c:pt>
                <c:pt idx="3498">
                  <c:v>50</c:v>
                </c:pt>
                <c:pt idx="3499">
                  <c:v>88</c:v>
                </c:pt>
                <c:pt idx="3500">
                  <c:v>78</c:v>
                </c:pt>
                <c:pt idx="3501">
                  <c:v>121</c:v>
                </c:pt>
                <c:pt idx="3502">
                  <c:v>86.45</c:v>
                </c:pt>
                <c:pt idx="3503">
                  <c:v>63</c:v>
                </c:pt>
                <c:pt idx="3504">
                  <c:v>49.75</c:v>
                </c:pt>
                <c:pt idx="3505">
                  <c:v>185</c:v>
                </c:pt>
                <c:pt idx="3506">
                  <c:v>71</c:v>
                </c:pt>
                <c:pt idx="3507">
                  <c:v>35</c:v>
                </c:pt>
                <c:pt idx="3508">
                  <c:v>25</c:v>
                </c:pt>
                <c:pt idx="3509">
                  <c:v>140</c:v>
                </c:pt>
                <c:pt idx="3510">
                  <c:v>52.47</c:v>
                </c:pt>
                <c:pt idx="3511">
                  <c:v>65</c:v>
                </c:pt>
                <c:pt idx="3512">
                  <c:v>126</c:v>
                </c:pt>
                <c:pt idx="3513">
                  <c:v>79.5</c:v>
                </c:pt>
                <c:pt idx="3514">
                  <c:v>140</c:v>
                </c:pt>
                <c:pt idx="3515">
                  <c:v>52.7</c:v>
                </c:pt>
                <c:pt idx="3516">
                  <c:v>80.540000000000006</c:v>
                </c:pt>
                <c:pt idx="3517">
                  <c:v>260</c:v>
                </c:pt>
                <c:pt idx="3518">
                  <c:v>110</c:v>
                </c:pt>
                <c:pt idx="3519">
                  <c:v>61.96</c:v>
                </c:pt>
                <c:pt idx="3520">
                  <c:v>48</c:v>
                </c:pt>
                <c:pt idx="3521">
                  <c:v>26</c:v>
                </c:pt>
                <c:pt idx="3522">
                  <c:v>43</c:v>
                </c:pt>
                <c:pt idx="3523">
                  <c:v>41</c:v>
                </c:pt>
                <c:pt idx="3524">
                  <c:v>48</c:v>
                </c:pt>
                <c:pt idx="3525">
                  <c:v>44</c:v>
                </c:pt>
                <c:pt idx="3526">
                  <c:v>49.85</c:v>
                </c:pt>
                <c:pt idx="3527">
                  <c:v>75</c:v>
                </c:pt>
                <c:pt idx="3528">
                  <c:v>58</c:v>
                </c:pt>
                <c:pt idx="3529">
                  <c:v>165</c:v>
                </c:pt>
                <c:pt idx="3530">
                  <c:v>306</c:v>
                </c:pt>
                <c:pt idx="3531">
                  <c:v>52</c:v>
                </c:pt>
                <c:pt idx="3532">
                  <c:v>109</c:v>
                </c:pt>
                <c:pt idx="3533">
                  <c:v>102</c:v>
                </c:pt>
                <c:pt idx="3534">
                  <c:v>123</c:v>
                </c:pt>
                <c:pt idx="3535">
                  <c:v>88.91</c:v>
                </c:pt>
                <c:pt idx="3536">
                  <c:v>41.744999999999997</c:v>
                </c:pt>
                <c:pt idx="3537">
                  <c:v>65</c:v>
                </c:pt>
                <c:pt idx="3538">
                  <c:v>69</c:v>
                </c:pt>
                <c:pt idx="3539">
                  <c:v>109</c:v>
                </c:pt>
                <c:pt idx="3540">
                  <c:v>90</c:v>
                </c:pt>
                <c:pt idx="3541">
                  <c:v>75.08</c:v>
                </c:pt>
                <c:pt idx="3542">
                  <c:v>95.75</c:v>
                </c:pt>
                <c:pt idx="3543">
                  <c:v>148</c:v>
                </c:pt>
                <c:pt idx="3544">
                  <c:v>35</c:v>
                </c:pt>
                <c:pt idx="3545">
                  <c:v>63</c:v>
                </c:pt>
                <c:pt idx="3546">
                  <c:v>39</c:v>
                </c:pt>
                <c:pt idx="3547">
                  <c:v>97</c:v>
                </c:pt>
                <c:pt idx="3548">
                  <c:v>39</c:v>
                </c:pt>
                <c:pt idx="3549">
                  <c:v>40</c:v>
                </c:pt>
                <c:pt idx="3550">
                  <c:v>83</c:v>
                </c:pt>
                <c:pt idx="3551">
                  <c:v>47</c:v>
                </c:pt>
                <c:pt idx="3552">
                  <c:v>59.6</c:v>
                </c:pt>
                <c:pt idx="3553">
                  <c:v>91</c:v>
                </c:pt>
                <c:pt idx="3554">
                  <c:v>112</c:v>
                </c:pt>
                <c:pt idx="3555">
                  <c:v>42.85</c:v>
                </c:pt>
                <c:pt idx="3556">
                  <c:v>53</c:v>
                </c:pt>
                <c:pt idx="3557">
                  <c:v>36</c:v>
                </c:pt>
                <c:pt idx="3558">
                  <c:v>102</c:v>
                </c:pt>
                <c:pt idx="3559">
                  <c:v>70</c:v>
                </c:pt>
                <c:pt idx="3560">
                  <c:v>80</c:v>
                </c:pt>
                <c:pt idx="3561">
                  <c:v>65.75</c:v>
                </c:pt>
                <c:pt idx="3562">
                  <c:v>21</c:v>
                </c:pt>
                <c:pt idx="3563">
                  <c:v>42</c:v>
                </c:pt>
                <c:pt idx="3564">
                  <c:v>45.12</c:v>
                </c:pt>
                <c:pt idx="3565">
                  <c:v>73</c:v>
                </c:pt>
                <c:pt idx="3566">
                  <c:v>55</c:v>
                </c:pt>
                <c:pt idx="3567">
                  <c:v>65</c:v>
                </c:pt>
                <c:pt idx="3568">
                  <c:v>40</c:v>
                </c:pt>
                <c:pt idx="3569">
                  <c:v>45</c:v>
                </c:pt>
                <c:pt idx="3570">
                  <c:v>39</c:v>
                </c:pt>
                <c:pt idx="3571">
                  <c:v>35</c:v>
                </c:pt>
                <c:pt idx="3572">
                  <c:v>85</c:v>
                </c:pt>
                <c:pt idx="3573">
                  <c:v>70</c:v>
                </c:pt>
                <c:pt idx="3574">
                  <c:v>67</c:v>
                </c:pt>
                <c:pt idx="3575">
                  <c:v>130</c:v>
                </c:pt>
                <c:pt idx="3576">
                  <c:v>72</c:v>
                </c:pt>
                <c:pt idx="3577">
                  <c:v>41.36</c:v>
                </c:pt>
                <c:pt idx="3578">
                  <c:v>45.03</c:v>
                </c:pt>
                <c:pt idx="3579">
                  <c:v>37.799999999999997</c:v>
                </c:pt>
                <c:pt idx="3580">
                  <c:v>150</c:v>
                </c:pt>
                <c:pt idx="3581">
                  <c:v>135</c:v>
                </c:pt>
                <c:pt idx="3582">
                  <c:v>56</c:v>
                </c:pt>
                <c:pt idx="3583">
                  <c:v>71</c:v>
                </c:pt>
                <c:pt idx="3584">
                  <c:v>77</c:v>
                </c:pt>
                <c:pt idx="3585">
                  <c:v>113.19</c:v>
                </c:pt>
                <c:pt idx="3586">
                  <c:v>67</c:v>
                </c:pt>
                <c:pt idx="3587">
                  <c:v>75</c:v>
                </c:pt>
                <c:pt idx="3588">
                  <c:v>45</c:v>
                </c:pt>
                <c:pt idx="3589">
                  <c:v>59.46</c:v>
                </c:pt>
                <c:pt idx="3590">
                  <c:v>80</c:v>
                </c:pt>
                <c:pt idx="3591">
                  <c:v>33</c:v>
                </c:pt>
                <c:pt idx="3592">
                  <c:v>48</c:v>
                </c:pt>
                <c:pt idx="3593">
                  <c:v>45</c:v>
                </c:pt>
                <c:pt idx="3594">
                  <c:v>130</c:v>
                </c:pt>
                <c:pt idx="3595">
                  <c:v>43.58</c:v>
                </c:pt>
                <c:pt idx="3596">
                  <c:v>85</c:v>
                </c:pt>
                <c:pt idx="3597">
                  <c:v>65</c:v>
                </c:pt>
                <c:pt idx="3598">
                  <c:v>140</c:v>
                </c:pt>
                <c:pt idx="3599">
                  <c:v>120</c:v>
                </c:pt>
                <c:pt idx="3600">
                  <c:v>79</c:v>
                </c:pt>
                <c:pt idx="3601">
                  <c:v>200</c:v>
                </c:pt>
                <c:pt idx="3602">
                  <c:v>24.86</c:v>
                </c:pt>
                <c:pt idx="3603">
                  <c:v>76.180000000000007</c:v>
                </c:pt>
                <c:pt idx="3604">
                  <c:v>150</c:v>
                </c:pt>
                <c:pt idx="3605">
                  <c:v>38</c:v>
                </c:pt>
                <c:pt idx="3606">
                  <c:v>120</c:v>
                </c:pt>
                <c:pt idx="3607">
                  <c:v>64.5</c:v>
                </c:pt>
                <c:pt idx="3608">
                  <c:v>42.92</c:v>
                </c:pt>
                <c:pt idx="3609">
                  <c:v>27</c:v>
                </c:pt>
                <c:pt idx="3610">
                  <c:v>60.98</c:v>
                </c:pt>
                <c:pt idx="3611">
                  <c:v>84.5</c:v>
                </c:pt>
                <c:pt idx="3612">
                  <c:v>40</c:v>
                </c:pt>
                <c:pt idx="3613">
                  <c:v>78</c:v>
                </c:pt>
                <c:pt idx="3614">
                  <c:v>72</c:v>
                </c:pt>
                <c:pt idx="3615">
                  <c:v>93.04</c:v>
                </c:pt>
                <c:pt idx="3616">
                  <c:v>50</c:v>
                </c:pt>
                <c:pt idx="3617">
                  <c:v>30</c:v>
                </c:pt>
                <c:pt idx="3618">
                  <c:v>50</c:v>
                </c:pt>
                <c:pt idx="3619">
                  <c:v>32</c:v>
                </c:pt>
                <c:pt idx="3620">
                  <c:v>45</c:v>
                </c:pt>
                <c:pt idx="3621">
                  <c:v>70</c:v>
                </c:pt>
                <c:pt idx="3622">
                  <c:v>95</c:v>
                </c:pt>
                <c:pt idx="3623">
                  <c:v>49</c:v>
                </c:pt>
                <c:pt idx="3624">
                  <c:v>48</c:v>
                </c:pt>
                <c:pt idx="3625">
                  <c:v>36.85</c:v>
                </c:pt>
                <c:pt idx="3626">
                  <c:v>105</c:v>
                </c:pt>
                <c:pt idx="3627">
                  <c:v>125</c:v>
                </c:pt>
                <c:pt idx="3628">
                  <c:v>105</c:v>
                </c:pt>
                <c:pt idx="3629">
                  <c:v>45</c:v>
                </c:pt>
                <c:pt idx="3630">
                  <c:v>36.28</c:v>
                </c:pt>
                <c:pt idx="3631">
                  <c:v>57</c:v>
                </c:pt>
                <c:pt idx="3632">
                  <c:v>43</c:v>
                </c:pt>
                <c:pt idx="3633">
                  <c:v>270</c:v>
                </c:pt>
                <c:pt idx="3634">
                  <c:v>76.180000000000007</c:v>
                </c:pt>
                <c:pt idx="3635">
                  <c:v>79.900000000000006</c:v>
                </c:pt>
                <c:pt idx="3636">
                  <c:v>55.5</c:v>
                </c:pt>
                <c:pt idx="3637">
                  <c:v>68</c:v>
                </c:pt>
                <c:pt idx="3638">
                  <c:v>120</c:v>
                </c:pt>
                <c:pt idx="3639">
                  <c:v>115</c:v>
                </c:pt>
                <c:pt idx="3640">
                  <c:v>70</c:v>
                </c:pt>
                <c:pt idx="3641">
                  <c:v>52.43</c:v>
                </c:pt>
                <c:pt idx="3642">
                  <c:v>68</c:v>
                </c:pt>
                <c:pt idx="3643">
                  <c:v>109</c:v>
                </c:pt>
                <c:pt idx="3644">
                  <c:v>86</c:v>
                </c:pt>
                <c:pt idx="3645">
                  <c:v>36.58</c:v>
                </c:pt>
                <c:pt idx="3646">
                  <c:v>85</c:v>
                </c:pt>
                <c:pt idx="3647">
                  <c:v>135</c:v>
                </c:pt>
                <c:pt idx="3648">
                  <c:v>70</c:v>
                </c:pt>
                <c:pt idx="3649">
                  <c:v>115</c:v>
                </c:pt>
                <c:pt idx="3650">
                  <c:v>85</c:v>
                </c:pt>
                <c:pt idx="3651">
                  <c:v>310</c:v>
                </c:pt>
                <c:pt idx="3652">
                  <c:v>35</c:v>
                </c:pt>
                <c:pt idx="3653">
                  <c:v>110</c:v>
                </c:pt>
                <c:pt idx="3654">
                  <c:v>180</c:v>
                </c:pt>
                <c:pt idx="3655">
                  <c:v>41</c:v>
                </c:pt>
                <c:pt idx="3656">
                  <c:v>56</c:v>
                </c:pt>
                <c:pt idx="3657">
                  <c:v>64.5</c:v>
                </c:pt>
                <c:pt idx="3658">
                  <c:v>28.32</c:v>
                </c:pt>
                <c:pt idx="3659">
                  <c:v>160</c:v>
                </c:pt>
                <c:pt idx="3660">
                  <c:v>82</c:v>
                </c:pt>
                <c:pt idx="3661">
                  <c:v>72</c:v>
                </c:pt>
                <c:pt idx="3662">
                  <c:v>165</c:v>
                </c:pt>
                <c:pt idx="3663">
                  <c:v>57</c:v>
                </c:pt>
                <c:pt idx="3664">
                  <c:v>80</c:v>
                </c:pt>
                <c:pt idx="3665">
                  <c:v>280</c:v>
                </c:pt>
                <c:pt idx="3666">
                  <c:v>46</c:v>
                </c:pt>
                <c:pt idx="3667">
                  <c:v>35</c:v>
                </c:pt>
                <c:pt idx="3668">
                  <c:v>68</c:v>
                </c:pt>
                <c:pt idx="3669">
                  <c:v>45</c:v>
                </c:pt>
                <c:pt idx="3670">
                  <c:v>38.130000000000003</c:v>
                </c:pt>
                <c:pt idx="3671">
                  <c:v>115</c:v>
                </c:pt>
                <c:pt idx="3672">
                  <c:v>55</c:v>
                </c:pt>
                <c:pt idx="3673">
                  <c:v>28</c:v>
                </c:pt>
                <c:pt idx="3674">
                  <c:v>50</c:v>
                </c:pt>
                <c:pt idx="3675">
                  <c:v>115</c:v>
                </c:pt>
                <c:pt idx="3676">
                  <c:v>69.61</c:v>
                </c:pt>
                <c:pt idx="3677">
                  <c:v>90</c:v>
                </c:pt>
                <c:pt idx="3678">
                  <c:v>120</c:v>
                </c:pt>
                <c:pt idx="3679">
                  <c:v>47.1</c:v>
                </c:pt>
                <c:pt idx="3680">
                  <c:v>140</c:v>
                </c:pt>
                <c:pt idx="3681">
                  <c:v>100</c:v>
                </c:pt>
                <c:pt idx="3682">
                  <c:v>70</c:v>
                </c:pt>
                <c:pt idx="3683">
                  <c:v>147</c:v>
                </c:pt>
                <c:pt idx="3684">
                  <c:v>49</c:v>
                </c:pt>
                <c:pt idx="3685">
                  <c:v>49</c:v>
                </c:pt>
                <c:pt idx="3686">
                  <c:v>180</c:v>
                </c:pt>
                <c:pt idx="3687">
                  <c:v>35</c:v>
                </c:pt>
                <c:pt idx="3688">
                  <c:v>123</c:v>
                </c:pt>
                <c:pt idx="3689">
                  <c:v>63.98</c:v>
                </c:pt>
                <c:pt idx="3690">
                  <c:v>78</c:v>
                </c:pt>
                <c:pt idx="3691">
                  <c:v>90</c:v>
                </c:pt>
                <c:pt idx="3692">
                  <c:v>125</c:v>
                </c:pt>
                <c:pt idx="3693">
                  <c:v>60</c:v>
                </c:pt>
                <c:pt idx="3694">
                  <c:v>55</c:v>
                </c:pt>
                <c:pt idx="3695">
                  <c:v>48</c:v>
                </c:pt>
                <c:pt idx="3696">
                  <c:v>41</c:v>
                </c:pt>
                <c:pt idx="3697">
                  <c:v>70</c:v>
                </c:pt>
                <c:pt idx="3698">
                  <c:v>30.13</c:v>
                </c:pt>
                <c:pt idx="3699">
                  <c:v>35</c:v>
                </c:pt>
                <c:pt idx="3700">
                  <c:v>155</c:v>
                </c:pt>
                <c:pt idx="3701">
                  <c:v>198</c:v>
                </c:pt>
                <c:pt idx="3702">
                  <c:v>30</c:v>
                </c:pt>
                <c:pt idx="3703">
                  <c:v>48</c:v>
                </c:pt>
                <c:pt idx="3704">
                  <c:v>44</c:v>
                </c:pt>
                <c:pt idx="3705">
                  <c:v>49</c:v>
                </c:pt>
                <c:pt idx="3706">
                  <c:v>191</c:v>
                </c:pt>
                <c:pt idx="3707">
                  <c:v>40</c:v>
                </c:pt>
                <c:pt idx="3708">
                  <c:v>74.5</c:v>
                </c:pt>
                <c:pt idx="3709">
                  <c:v>82</c:v>
                </c:pt>
                <c:pt idx="3710">
                  <c:v>84.95</c:v>
                </c:pt>
                <c:pt idx="3711">
                  <c:v>115</c:v>
                </c:pt>
                <c:pt idx="3712">
                  <c:v>27.54</c:v>
                </c:pt>
                <c:pt idx="3713">
                  <c:v>16.45</c:v>
                </c:pt>
                <c:pt idx="3714">
                  <c:v>60</c:v>
                </c:pt>
                <c:pt idx="3715">
                  <c:v>62</c:v>
                </c:pt>
                <c:pt idx="3716">
                  <c:v>125</c:v>
                </c:pt>
                <c:pt idx="3717">
                  <c:v>50</c:v>
                </c:pt>
                <c:pt idx="3718">
                  <c:v>55</c:v>
                </c:pt>
                <c:pt idx="3719">
                  <c:v>92</c:v>
                </c:pt>
                <c:pt idx="3720">
                  <c:v>40.98</c:v>
                </c:pt>
                <c:pt idx="3721">
                  <c:v>103</c:v>
                </c:pt>
                <c:pt idx="3722">
                  <c:v>250</c:v>
                </c:pt>
                <c:pt idx="3723">
                  <c:v>150</c:v>
                </c:pt>
                <c:pt idx="3724">
                  <c:v>49</c:v>
                </c:pt>
                <c:pt idx="3725">
                  <c:v>135</c:v>
                </c:pt>
                <c:pt idx="3726">
                  <c:v>75</c:v>
                </c:pt>
                <c:pt idx="3727">
                  <c:v>64</c:v>
                </c:pt>
                <c:pt idx="3728">
                  <c:v>160</c:v>
                </c:pt>
                <c:pt idx="3729">
                  <c:v>52.66</c:v>
                </c:pt>
                <c:pt idx="3730">
                  <c:v>85</c:v>
                </c:pt>
                <c:pt idx="3731">
                  <c:v>75</c:v>
                </c:pt>
                <c:pt idx="3732">
                  <c:v>47.5</c:v>
                </c:pt>
                <c:pt idx="3733">
                  <c:v>155</c:v>
                </c:pt>
                <c:pt idx="3734">
                  <c:v>260</c:v>
                </c:pt>
                <c:pt idx="3735">
                  <c:v>78</c:v>
                </c:pt>
                <c:pt idx="3736">
                  <c:v>100</c:v>
                </c:pt>
                <c:pt idx="3737">
                  <c:v>52.17</c:v>
                </c:pt>
                <c:pt idx="3738">
                  <c:v>74</c:v>
                </c:pt>
                <c:pt idx="3739">
                  <c:v>45</c:v>
                </c:pt>
                <c:pt idx="3740">
                  <c:v>65.8</c:v>
                </c:pt>
                <c:pt idx="3741">
                  <c:v>108</c:v>
                </c:pt>
                <c:pt idx="3742">
                  <c:v>75</c:v>
                </c:pt>
                <c:pt idx="3743">
                  <c:v>50.06</c:v>
                </c:pt>
                <c:pt idx="3744">
                  <c:v>92</c:v>
                </c:pt>
                <c:pt idx="3745">
                  <c:v>35</c:v>
                </c:pt>
                <c:pt idx="3746">
                  <c:v>58</c:v>
                </c:pt>
                <c:pt idx="3747">
                  <c:v>45</c:v>
                </c:pt>
                <c:pt idx="3748">
                  <c:v>60</c:v>
                </c:pt>
                <c:pt idx="3749">
                  <c:v>40</c:v>
                </c:pt>
                <c:pt idx="3750">
                  <c:v>50</c:v>
                </c:pt>
                <c:pt idx="3751">
                  <c:v>60</c:v>
                </c:pt>
                <c:pt idx="3752">
                  <c:v>46</c:v>
                </c:pt>
                <c:pt idx="3753">
                  <c:v>165</c:v>
                </c:pt>
                <c:pt idx="3754">
                  <c:v>93</c:v>
                </c:pt>
                <c:pt idx="3755">
                  <c:v>68</c:v>
                </c:pt>
                <c:pt idx="3756">
                  <c:v>60</c:v>
                </c:pt>
                <c:pt idx="3757">
                  <c:v>58.5</c:v>
                </c:pt>
                <c:pt idx="3758">
                  <c:v>52.5</c:v>
                </c:pt>
                <c:pt idx="3759">
                  <c:v>94.36</c:v>
                </c:pt>
                <c:pt idx="3760">
                  <c:v>70</c:v>
                </c:pt>
                <c:pt idx="3761">
                  <c:v>60</c:v>
                </c:pt>
                <c:pt idx="3762">
                  <c:v>130</c:v>
                </c:pt>
                <c:pt idx="3763">
                  <c:v>75</c:v>
                </c:pt>
                <c:pt idx="3764">
                  <c:v>46</c:v>
                </c:pt>
                <c:pt idx="3765">
                  <c:v>70</c:v>
                </c:pt>
                <c:pt idx="3766">
                  <c:v>80</c:v>
                </c:pt>
                <c:pt idx="3767">
                  <c:v>101</c:v>
                </c:pt>
                <c:pt idx="3768">
                  <c:v>48</c:v>
                </c:pt>
                <c:pt idx="3769">
                  <c:v>72</c:v>
                </c:pt>
                <c:pt idx="3770">
                  <c:v>40</c:v>
                </c:pt>
                <c:pt idx="3771">
                  <c:v>37.950000000000003</c:v>
                </c:pt>
                <c:pt idx="3772">
                  <c:v>48.24</c:v>
                </c:pt>
                <c:pt idx="3773">
                  <c:v>85</c:v>
                </c:pt>
                <c:pt idx="3774">
                  <c:v>99</c:v>
                </c:pt>
                <c:pt idx="3775">
                  <c:v>150</c:v>
                </c:pt>
                <c:pt idx="3776">
                  <c:v>42</c:v>
                </c:pt>
                <c:pt idx="3777">
                  <c:v>80</c:v>
                </c:pt>
                <c:pt idx="3778">
                  <c:v>50</c:v>
                </c:pt>
                <c:pt idx="3779">
                  <c:v>53.11</c:v>
                </c:pt>
                <c:pt idx="3780">
                  <c:v>61.2</c:v>
                </c:pt>
                <c:pt idx="3781">
                  <c:v>32.729999999999997</c:v>
                </c:pt>
                <c:pt idx="3782">
                  <c:v>140</c:v>
                </c:pt>
                <c:pt idx="3783">
                  <c:v>53</c:v>
                </c:pt>
                <c:pt idx="3784">
                  <c:v>45.68</c:v>
                </c:pt>
                <c:pt idx="3785">
                  <c:v>120</c:v>
                </c:pt>
                <c:pt idx="3786">
                  <c:v>300</c:v>
                </c:pt>
                <c:pt idx="3787">
                  <c:v>88</c:v>
                </c:pt>
                <c:pt idx="3788">
                  <c:v>60</c:v>
                </c:pt>
                <c:pt idx="3789">
                  <c:v>150</c:v>
                </c:pt>
                <c:pt idx="3790">
                  <c:v>41.49</c:v>
                </c:pt>
                <c:pt idx="3791">
                  <c:v>129</c:v>
                </c:pt>
                <c:pt idx="3792">
                  <c:v>43</c:v>
                </c:pt>
                <c:pt idx="3793">
                  <c:v>19.5</c:v>
                </c:pt>
                <c:pt idx="3794">
                  <c:v>100</c:v>
                </c:pt>
                <c:pt idx="3795">
                  <c:v>110</c:v>
                </c:pt>
                <c:pt idx="3796">
                  <c:v>160</c:v>
                </c:pt>
                <c:pt idx="3797">
                  <c:v>80</c:v>
                </c:pt>
                <c:pt idx="3798">
                  <c:v>82</c:v>
                </c:pt>
                <c:pt idx="3799">
                  <c:v>52</c:v>
                </c:pt>
                <c:pt idx="3800">
                  <c:v>40</c:v>
                </c:pt>
                <c:pt idx="3801">
                  <c:v>48</c:v>
                </c:pt>
                <c:pt idx="3802">
                  <c:v>59</c:v>
                </c:pt>
                <c:pt idx="3803">
                  <c:v>112</c:v>
                </c:pt>
                <c:pt idx="3804">
                  <c:v>57</c:v>
                </c:pt>
                <c:pt idx="3805">
                  <c:v>85</c:v>
                </c:pt>
                <c:pt idx="3806">
                  <c:v>42.8</c:v>
                </c:pt>
                <c:pt idx="3807">
                  <c:v>95</c:v>
                </c:pt>
                <c:pt idx="3808">
                  <c:v>80.64</c:v>
                </c:pt>
                <c:pt idx="3809">
                  <c:v>50.66</c:v>
                </c:pt>
                <c:pt idx="3810">
                  <c:v>170</c:v>
                </c:pt>
                <c:pt idx="3811">
                  <c:v>47</c:v>
                </c:pt>
                <c:pt idx="3812">
                  <c:v>150</c:v>
                </c:pt>
                <c:pt idx="3813">
                  <c:v>44</c:v>
                </c:pt>
                <c:pt idx="3814">
                  <c:v>65</c:v>
                </c:pt>
                <c:pt idx="3815">
                  <c:v>54.1</c:v>
                </c:pt>
                <c:pt idx="3816">
                  <c:v>95</c:v>
                </c:pt>
                <c:pt idx="3817">
                  <c:v>92</c:v>
                </c:pt>
                <c:pt idx="3818">
                  <c:v>85</c:v>
                </c:pt>
                <c:pt idx="3819">
                  <c:v>198</c:v>
                </c:pt>
                <c:pt idx="3820">
                  <c:v>32</c:v>
                </c:pt>
                <c:pt idx="3821">
                  <c:v>85</c:v>
                </c:pt>
                <c:pt idx="3822">
                  <c:v>82</c:v>
                </c:pt>
                <c:pt idx="3823">
                  <c:v>56.4</c:v>
                </c:pt>
                <c:pt idx="3824">
                  <c:v>52</c:v>
                </c:pt>
                <c:pt idx="3825">
                  <c:v>41.5</c:v>
                </c:pt>
                <c:pt idx="3826">
                  <c:v>40</c:v>
                </c:pt>
                <c:pt idx="3827">
                  <c:v>85</c:v>
                </c:pt>
                <c:pt idx="3828">
                  <c:v>73</c:v>
                </c:pt>
                <c:pt idx="3829">
                  <c:v>34</c:v>
                </c:pt>
                <c:pt idx="3830">
                  <c:v>60</c:v>
                </c:pt>
                <c:pt idx="3831">
                  <c:v>135</c:v>
                </c:pt>
                <c:pt idx="3832">
                  <c:v>72</c:v>
                </c:pt>
                <c:pt idx="3833">
                  <c:v>35.11</c:v>
                </c:pt>
                <c:pt idx="3834">
                  <c:v>75</c:v>
                </c:pt>
                <c:pt idx="3835">
                  <c:v>113</c:v>
                </c:pt>
                <c:pt idx="3836">
                  <c:v>25.12</c:v>
                </c:pt>
                <c:pt idx="3837">
                  <c:v>53</c:v>
                </c:pt>
                <c:pt idx="3838">
                  <c:v>140</c:v>
                </c:pt>
                <c:pt idx="3839">
                  <c:v>45</c:v>
                </c:pt>
                <c:pt idx="3840">
                  <c:v>118</c:v>
                </c:pt>
                <c:pt idx="3841">
                  <c:v>130</c:v>
                </c:pt>
                <c:pt idx="3842">
                  <c:v>120</c:v>
                </c:pt>
                <c:pt idx="3843">
                  <c:v>63</c:v>
                </c:pt>
                <c:pt idx="3844">
                  <c:v>48</c:v>
                </c:pt>
                <c:pt idx="3845">
                  <c:v>42</c:v>
                </c:pt>
                <c:pt idx="3846">
                  <c:v>100</c:v>
                </c:pt>
                <c:pt idx="3847">
                  <c:v>62</c:v>
                </c:pt>
                <c:pt idx="3848">
                  <c:v>37</c:v>
                </c:pt>
                <c:pt idx="3849">
                  <c:v>87</c:v>
                </c:pt>
                <c:pt idx="3850">
                  <c:v>48</c:v>
                </c:pt>
                <c:pt idx="3851">
                  <c:v>90</c:v>
                </c:pt>
                <c:pt idx="3852">
                  <c:v>120</c:v>
                </c:pt>
                <c:pt idx="3853">
                  <c:v>110</c:v>
                </c:pt>
                <c:pt idx="3854">
                  <c:v>85</c:v>
                </c:pt>
                <c:pt idx="3855">
                  <c:v>90</c:v>
                </c:pt>
                <c:pt idx="3856">
                  <c:v>38.520000000000003</c:v>
                </c:pt>
                <c:pt idx="3857">
                  <c:v>37</c:v>
                </c:pt>
                <c:pt idx="3858">
                  <c:v>72.040000000000006</c:v>
                </c:pt>
                <c:pt idx="3859">
                  <c:v>106</c:v>
                </c:pt>
                <c:pt idx="3860">
                  <c:v>180</c:v>
                </c:pt>
                <c:pt idx="3861">
                  <c:v>48</c:v>
                </c:pt>
                <c:pt idx="3862">
                  <c:v>42.41</c:v>
                </c:pt>
                <c:pt idx="3863">
                  <c:v>117</c:v>
                </c:pt>
                <c:pt idx="3864">
                  <c:v>190</c:v>
                </c:pt>
                <c:pt idx="3865">
                  <c:v>16.45</c:v>
                </c:pt>
                <c:pt idx="3866">
                  <c:v>200</c:v>
                </c:pt>
                <c:pt idx="3867">
                  <c:v>28</c:v>
                </c:pt>
                <c:pt idx="3868">
                  <c:v>110</c:v>
                </c:pt>
                <c:pt idx="3869">
                  <c:v>71.319999999999993</c:v>
                </c:pt>
                <c:pt idx="3870">
                  <c:v>45</c:v>
                </c:pt>
                <c:pt idx="3871">
                  <c:v>35.520000000000003</c:v>
                </c:pt>
                <c:pt idx="3872">
                  <c:v>20.5</c:v>
                </c:pt>
                <c:pt idx="3873">
                  <c:v>52.4</c:v>
                </c:pt>
                <c:pt idx="3874">
                  <c:v>39</c:v>
                </c:pt>
                <c:pt idx="3875">
                  <c:v>87.5</c:v>
                </c:pt>
                <c:pt idx="3876">
                  <c:v>89</c:v>
                </c:pt>
                <c:pt idx="3877">
                  <c:v>68.8</c:v>
                </c:pt>
                <c:pt idx="3878">
                  <c:v>35</c:v>
                </c:pt>
                <c:pt idx="3879">
                  <c:v>41</c:v>
                </c:pt>
                <c:pt idx="3880">
                  <c:v>41.15</c:v>
                </c:pt>
                <c:pt idx="3881">
                  <c:v>95</c:v>
                </c:pt>
                <c:pt idx="3882">
                  <c:v>130</c:v>
                </c:pt>
                <c:pt idx="3883">
                  <c:v>56</c:v>
                </c:pt>
                <c:pt idx="3884">
                  <c:v>45</c:v>
                </c:pt>
                <c:pt idx="3885">
                  <c:v>220</c:v>
                </c:pt>
                <c:pt idx="3886">
                  <c:v>55</c:v>
                </c:pt>
                <c:pt idx="3887">
                  <c:v>290</c:v>
                </c:pt>
                <c:pt idx="3888">
                  <c:v>89.13</c:v>
                </c:pt>
                <c:pt idx="3889">
                  <c:v>73</c:v>
                </c:pt>
                <c:pt idx="3890">
                  <c:v>125</c:v>
                </c:pt>
                <c:pt idx="3891">
                  <c:v>60</c:v>
                </c:pt>
                <c:pt idx="3892">
                  <c:v>57</c:v>
                </c:pt>
                <c:pt idx="3893">
                  <c:v>95</c:v>
                </c:pt>
                <c:pt idx="3894">
                  <c:v>72</c:v>
                </c:pt>
                <c:pt idx="3895">
                  <c:v>37</c:v>
                </c:pt>
                <c:pt idx="3896">
                  <c:v>68</c:v>
                </c:pt>
                <c:pt idx="3897">
                  <c:v>156</c:v>
                </c:pt>
                <c:pt idx="3898">
                  <c:v>100</c:v>
                </c:pt>
                <c:pt idx="3899">
                  <c:v>102</c:v>
                </c:pt>
                <c:pt idx="3900">
                  <c:v>88</c:v>
                </c:pt>
                <c:pt idx="3901">
                  <c:v>75</c:v>
                </c:pt>
                <c:pt idx="3902">
                  <c:v>77.680000000000007</c:v>
                </c:pt>
                <c:pt idx="3903">
                  <c:v>69</c:v>
                </c:pt>
                <c:pt idx="3904">
                  <c:v>53.27</c:v>
                </c:pt>
                <c:pt idx="3905">
                  <c:v>150</c:v>
                </c:pt>
                <c:pt idx="3906">
                  <c:v>66</c:v>
                </c:pt>
                <c:pt idx="3907">
                  <c:v>36</c:v>
                </c:pt>
                <c:pt idx="3908">
                  <c:v>98</c:v>
                </c:pt>
                <c:pt idx="3909">
                  <c:v>18</c:v>
                </c:pt>
                <c:pt idx="3910">
                  <c:v>56</c:v>
                </c:pt>
                <c:pt idx="3911">
                  <c:v>65</c:v>
                </c:pt>
                <c:pt idx="3912">
                  <c:v>140</c:v>
                </c:pt>
                <c:pt idx="3913">
                  <c:v>50</c:v>
                </c:pt>
                <c:pt idx="3914">
                  <c:v>72</c:v>
                </c:pt>
                <c:pt idx="3915">
                  <c:v>74.400000000000006</c:v>
                </c:pt>
                <c:pt idx="3916">
                  <c:v>71</c:v>
                </c:pt>
                <c:pt idx="3917">
                  <c:v>30.27</c:v>
                </c:pt>
                <c:pt idx="3918">
                  <c:v>130</c:v>
                </c:pt>
                <c:pt idx="3919">
                  <c:v>150</c:v>
                </c:pt>
                <c:pt idx="3920">
                  <c:v>56</c:v>
                </c:pt>
                <c:pt idx="3921">
                  <c:v>55</c:v>
                </c:pt>
                <c:pt idx="3922">
                  <c:v>60</c:v>
                </c:pt>
                <c:pt idx="3923">
                  <c:v>29</c:v>
                </c:pt>
                <c:pt idx="3924">
                  <c:v>94.5</c:v>
                </c:pt>
                <c:pt idx="3925">
                  <c:v>45.5</c:v>
                </c:pt>
                <c:pt idx="3926">
                  <c:v>225</c:v>
                </c:pt>
                <c:pt idx="3927">
                  <c:v>77.989999999999995</c:v>
                </c:pt>
                <c:pt idx="3928">
                  <c:v>52.97</c:v>
                </c:pt>
                <c:pt idx="3929">
                  <c:v>84</c:v>
                </c:pt>
                <c:pt idx="3930">
                  <c:v>62.63</c:v>
                </c:pt>
                <c:pt idx="3931">
                  <c:v>57</c:v>
                </c:pt>
                <c:pt idx="3932">
                  <c:v>64</c:v>
                </c:pt>
                <c:pt idx="3933">
                  <c:v>36.1</c:v>
                </c:pt>
                <c:pt idx="3934">
                  <c:v>32.75</c:v>
                </c:pt>
                <c:pt idx="3935">
                  <c:v>39.5</c:v>
                </c:pt>
                <c:pt idx="3936">
                  <c:v>110</c:v>
                </c:pt>
                <c:pt idx="3937">
                  <c:v>39.9</c:v>
                </c:pt>
                <c:pt idx="3938">
                  <c:v>45</c:v>
                </c:pt>
                <c:pt idx="3939">
                  <c:v>90</c:v>
                </c:pt>
                <c:pt idx="3940">
                  <c:v>24.86</c:v>
                </c:pt>
                <c:pt idx="3941">
                  <c:v>60</c:v>
                </c:pt>
                <c:pt idx="3942">
                  <c:v>107</c:v>
                </c:pt>
                <c:pt idx="3943">
                  <c:v>59.76</c:v>
                </c:pt>
                <c:pt idx="3944">
                  <c:v>204</c:v>
                </c:pt>
                <c:pt idx="3945">
                  <c:v>170</c:v>
                </c:pt>
                <c:pt idx="3946">
                  <c:v>99</c:v>
                </c:pt>
                <c:pt idx="3947">
                  <c:v>55</c:v>
                </c:pt>
                <c:pt idx="3948">
                  <c:v>118</c:v>
                </c:pt>
                <c:pt idx="3949">
                  <c:v>15</c:v>
                </c:pt>
                <c:pt idx="3950">
                  <c:v>19</c:v>
                </c:pt>
                <c:pt idx="3951">
                  <c:v>85</c:v>
                </c:pt>
                <c:pt idx="3952">
                  <c:v>41</c:v>
                </c:pt>
                <c:pt idx="3953">
                  <c:v>35</c:v>
                </c:pt>
                <c:pt idx="3954">
                  <c:v>26</c:v>
                </c:pt>
                <c:pt idx="3955">
                  <c:v>135</c:v>
                </c:pt>
                <c:pt idx="3956">
                  <c:v>150</c:v>
                </c:pt>
                <c:pt idx="3957">
                  <c:v>100</c:v>
                </c:pt>
                <c:pt idx="3958">
                  <c:v>30.35</c:v>
                </c:pt>
                <c:pt idx="3959">
                  <c:v>62</c:v>
                </c:pt>
                <c:pt idx="3960">
                  <c:v>68</c:v>
                </c:pt>
                <c:pt idx="3961">
                  <c:v>46</c:v>
                </c:pt>
                <c:pt idx="3962">
                  <c:v>63</c:v>
                </c:pt>
                <c:pt idx="3963">
                  <c:v>75</c:v>
                </c:pt>
                <c:pt idx="3964">
                  <c:v>76.099999999999994</c:v>
                </c:pt>
                <c:pt idx="3965">
                  <c:v>34.979999999999997</c:v>
                </c:pt>
                <c:pt idx="3966">
                  <c:v>38</c:v>
                </c:pt>
                <c:pt idx="3967">
                  <c:v>36.44</c:v>
                </c:pt>
                <c:pt idx="3968">
                  <c:v>70</c:v>
                </c:pt>
                <c:pt idx="3969">
                  <c:v>37</c:v>
                </c:pt>
                <c:pt idx="3970">
                  <c:v>45</c:v>
                </c:pt>
                <c:pt idx="3971">
                  <c:v>35</c:v>
                </c:pt>
                <c:pt idx="3972">
                  <c:v>64</c:v>
                </c:pt>
                <c:pt idx="3973">
                  <c:v>110</c:v>
                </c:pt>
                <c:pt idx="3974">
                  <c:v>140</c:v>
                </c:pt>
                <c:pt idx="3975">
                  <c:v>75</c:v>
                </c:pt>
                <c:pt idx="3976">
                  <c:v>53</c:v>
                </c:pt>
                <c:pt idx="3977">
                  <c:v>60</c:v>
                </c:pt>
                <c:pt idx="3978">
                  <c:v>60</c:v>
                </c:pt>
                <c:pt idx="3979">
                  <c:v>60</c:v>
                </c:pt>
                <c:pt idx="3980">
                  <c:v>88</c:v>
                </c:pt>
                <c:pt idx="3981">
                  <c:v>75</c:v>
                </c:pt>
                <c:pt idx="3982">
                  <c:v>123</c:v>
                </c:pt>
                <c:pt idx="3983">
                  <c:v>70</c:v>
                </c:pt>
                <c:pt idx="3984">
                  <c:v>54.11</c:v>
                </c:pt>
                <c:pt idx="3985">
                  <c:v>25.5</c:v>
                </c:pt>
                <c:pt idx="3986">
                  <c:v>67.77</c:v>
                </c:pt>
                <c:pt idx="3987">
                  <c:v>78</c:v>
                </c:pt>
                <c:pt idx="3988">
                  <c:v>66.25</c:v>
                </c:pt>
                <c:pt idx="3989">
                  <c:v>55</c:v>
                </c:pt>
                <c:pt idx="3990">
                  <c:v>80</c:v>
                </c:pt>
                <c:pt idx="3991">
                  <c:v>43</c:v>
                </c:pt>
                <c:pt idx="3992">
                  <c:v>85</c:v>
                </c:pt>
                <c:pt idx="3993">
                  <c:v>78</c:v>
                </c:pt>
                <c:pt idx="3994">
                  <c:v>59.32</c:v>
                </c:pt>
                <c:pt idx="3995">
                  <c:v>45</c:v>
                </c:pt>
                <c:pt idx="3996">
                  <c:v>85</c:v>
                </c:pt>
                <c:pt idx="3997">
                  <c:v>111</c:v>
                </c:pt>
                <c:pt idx="3998">
                  <c:v>36</c:v>
                </c:pt>
                <c:pt idx="3999">
                  <c:v>100</c:v>
                </c:pt>
                <c:pt idx="4000">
                  <c:v>50</c:v>
                </c:pt>
                <c:pt idx="4001">
                  <c:v>56</c:v>
                </c:pt>
                <c:pt idx="4002">
                  <c:v>73.5</c:v>
                </c:pt>
                <c:pt idx="4003">
                  <c:v>78</c:v>
                </c:pt>
                <c:pt idx="4004">
                  <c:v>85</c:v>
                </c:pt>
                <c:pt idx="4005">
                  <c:v>20</c:v>
                </c:pt>
                <c:pt idx="4006">
                  <c:v>115</c:v>
                </c:pt>
                <c:pt idx="4007">
                  <c:v>79</c:v>
                </c:pt>
                <c:pt idx="4008">
                  <c:v>122</c:v>
                </c:pt>
                <c:pt idx="4009">
                  <c:v>45</c:v>
                </c:pt>
                <c:pt idx="4010">
                  <c:v>65</c:v>
                </c:pt>
                <c:pt idx="4011">
                  <c:v>81</c:v>
                </c:pt>
                <c:pt idx="4012">
                  <c:v>27</c:v>
                </c:pt>
                <c:pt idx="4013">
                  <c:v>63</c:v>
                </c:pt>
                <c:pt idx="4014">
                  <c:v>110</c:v>
                </c:pt>
                <c:pt idx="4015">
                  <c:v>37.83</c:v>
                </c:pt>
                <c:pt idx="4016">
                  <c:v>67.900000000000006</c:v>
                </c:pt>
                <c:pt idx="4017">
                  <c:v>55</c:v>
                </c:pt>
                <c:pt idx="4018">
                  <c:v>90</c:v>
                </c:pt>
                <c:pt idx="4019">
                  <c:v>66</c:v>
                </c:pt>
                <c:pt idx="4020">
                  <c:v>175</c:v>
                </c:pt>
                <c:pt idx="4021">
                  <c:v>196</c:v>
                </c:pt>
                <c:pt idx="4022">
                  <c:v>44</c:v>
                </c:pt>
                <c:pt idx="4023">
                  <c:v>37</c:v>
                </c:pt>
                <c:pt idx="4024">
                  <c:v>19.5</c:v>
                </c:pt>
                <c:pt idx="4025">
                  <c:v>120</c:v>
                </c:pt>
                <c:pt idx="4026">
                  <c:v>33.06</c:v>
                </c:pt>
                <c:pt idx="4027">
                  <c:v>59.8</c:v>
                </c:pt>
                <c:pt idx="4028">
                  <c:v>106</c:v>
                </c:pt>
                <c:pt idx="4029">
                  <c:v>67</c:v>
                </c:pt>
                <c:pt idx="4030">
                  <c:v>40.950000000000003</c:v>
                </c:pt>
                <c:pt idx="4031">
                  <c:v>42.47</c:v>
                </c:pt>
                <c:pt idx="4032">
                  <c:v>32.67</c:v>
                </c:pt>
                <c:pt idx="4033">
                  <c:v>43.1</c:v>
                </c:pt>
                <c:pt idx="4034">
                  <c:v>87</c:v>
                </c:pt>
                <c:pt idx="4035">
                  <c:v>79</c:v>
                </c:pt>
                <c:pt idx="4036">
                  <c:v>50</c:v>
                </c:pt>
                <c:pt idx="4037">
                  <c:v>117</c:v>
                </c:pt>
                <c:pt idx="4038">
                  <c:v>104</c:v>
                </c:pt>
                <c:pt idx="4039">
                  <c:v>100</c:v>
                </c:pt>
                <c:pt idx="4040">
                  <c:v>87.72</c:v>
                </c:pt>
                <c:pt idx="4041">
                  <c:v>80</c:v>
                </c:pt>
                <c:pt idx="4042">
                  <c:v>37.83</c:v>
                </c:pt>
                <c:pt idx="4043">
                  <c:v>48</c:v>
                </c:pt>
                <c:pt idx="4044">
                  <c:v>53.51</c:v>
                </c:pt>
                <c:pt idx="4045">
                  <c:v>130</c:v>
                </c:pt>
                <c:pt idx="4046">
                  <c:v>100</c:v>
                </c:pt>
                <c:pt idx="4047">
                  <c:v>126</c:v>
                </c:pt>
                <c:pt idx="4048">
                  <c:v>62.3</c:v>
                </c:pt>
                <c:pt idx="4049">
                  <c:v>85</c:v>
                </c:pt>
                <c:pt idx="4050">
                  <c:v>187</c:v>
                </c:pt>
                <c:pt idx="4051">
                  <c:v>89.6</c:v>
                </c:pt>
                <c:pt idx="4052">
                  <c:v>62</c:v>
                </c:pt>
                <c:pt idx="4053">
                  <c:v>170</c:v>
                </c:pt>
                <c:pt idx="4054">
                  <c:v>42</c:v>
                </c:pt>
                <c:pt idx="4055">
                  <c:v>75</c:v>
                </c:pt>
                <c:pt idx="4056">
                  <c:v>37.97</c:v>
                </c:pt>
                <c:pt idx="4057">
                  <c:v>47</c:v>
                </c:pt>
                <c:pt idx="4058">
                  <c:v>145</c:v>
                </c:pt>
                <c:pt idx="4059">
                  <c:v>60</c:v>
                </c:pt>
                <c:pt idx="4060">
                  <c:v>66</c:v>
                </c:pt>
                <c:pt idx="4061">
                  <c:v>77</c:v>
                </c:pt>
                <c:pt idx="4062">
                  <c:v>145</c:v>
                </c:pt>
                <c:pt idx="4063">
                  <c:v>46</c:v>
                </c:pt>
                <c:pt idx="4064">
                  <c:v>70</c:v>
                </c:pt>
                <c:pt idx="4065">
                  <c:v>36</c:v>
                </c:pt>
                <c:pt idx="4066">
                  <c:v>38.65</c:v>
                </c:pt>
                <c:pt idx="4067">
                  <c:v>63</c:v>
                </c:pt>
                <c:pt idx="4068">
                  <c:v>60</c:v>
                </c:pt>
                <c:pt idx="4069">
                  <c:v>45.36</c:v>
                </c:pt>
                <c:pt idx="4070">
                  <c:v>260</c:v>
                </c:pt>
                <c:pt idx="4071">
                  <c:v>32.909999999999997</c:v>
                </c:pt>
                <c:pt idx="4072">
                  <c:v>77</c:v>
                </c:pt>
                <c:pt idx="4073">
                  <c:v>105</c:v>
                </c:pt>
                <c:pt idx="4074">
                  <c:v>48.79</c:v>
                </c:pt>
                <c:pt idx="4075">
                  <c:v>113</c:v>
                </c:pt>
                <c:pt idx="4076">
                  <c:v>200</c:v>
                </c:pt>
                <c:pt idx="4077">
                  <c:v>76</c:v>
                </c:pt>
                <c:pt idx="4078">
                  <c:v>77</c:v>
                </c:pt>
                <c:pt idx="4079">
                  <c:v>119</c:v>
                </c:pt>
                <c:pt idx="4080">
                  <c:v>56</c:v>
                </c:pt>
                <c:pt idx="4081">
                  <c:v>12</c:v>
                </c:pt>
                <c:pt idx="4082">
                  <c:v>62</c:v>
                </c:pt>
                <c:pt idx="4083">
                  <c:v>195</c:v>
                </c:pt>
                <c:pt idx="4084">
                  <c:v>74.5</c:v>
                </c:pt>
                <c:pt idx="4085">
                  <c:v>46</c:v>
                </c:pt>
                <c:pt idx="4086">
                  <c:v>58</c:v>
                </c:pt>
                <c:pt idx="4087">
                  <c:v>52</c:v>
                </c:pt>
                <c:pt idx="4088">
                  <c:v>35.229999999999997</c:v>
                </c:pt>
                <c:pt idx="4089">
                  <c:v>155</c:v>
                </c:pt>
                <c:pt idx="4090">
                  <c:v>135</c:v>
                </c:pt>
                <c:pt idx="4091">
                  <c:v>110</c:v>
                </c:pt>
                <c:pt idx="4092">
                  <c:v>45</c:v>
                </c:pt>
                <c:pt idx="4093">
                  <c:v>85</c:v>
                </c:pt>
                <c:pt idx="4094">
                  <c:v>96.5</c:v>
                </c:pt>
                <c:pt idx="4095">
                  <c:v>67</c:v>
                </c:pt>
                <c:pt idx="4096">
                  <c:v>40</c:v>
                </c:pt>
                <c:pt idx="4097">
                  <c:v>130</c:v>
                </c:pt>
                <c:pt idx="4098">
                  <c:v>112</c:v>
                </c:pt>
                <c:pt idx="4099">
                  <c:v>45</c:v>
                </c:pt>
                <c:pt idx="4100">
                  <c:v>128</c:v>
                </c:pt>
                <c:pt idx="4101">
                  <c:v>41</c:v>
                </c:pt>
                <c:pt idx="4102">
                  <c:v>58</c:v>
                </c:pt>
                <c:pt idx="4103">
                  <c:v>96</c:v>
                </c:pt>
                <c:pt idx="4104">
                  <c:v>43</c:v>
                </c:pt>
                <c:pt idx="4105">
                  <c:v>52.36</c:v>
                </c:pt>
                <c:pt idx="4106">
                  <c:v>115</c:v>
                </c:pt>
                <c:pt idx="4107">
                  <c:v>49</c:v>
                </c:pt>
                <c:pt idx="4108">
                  <c:v>95</c:v>
                </c:pt>
                <c:pt idx="4109">
                  <c:v>74</c:v>
                </c:pt>
                <c:pt idx="4110">
                  <c:v>45.5</c:v>
                </c:pt>
                <c:pt idx="4111">
                  <c:v>40</c:v>
                </c:pt>
                <c:pt idx="4112">
                  <c:v>68</c:v>
                </c:pt>
                <c:pt idx="4113">
                  <c:v>37</c:v>
                </c:pt>
                <c:pt idx="4114">
                  <c:v>38</c:v>
                </c:pt>
                <c:pt idx="4115">
                  <c:v>75</c:v>
                </c:pt>
                <c:pt idx="4116">
                  <c:v>165</c:v>
                </c:pt>
                <c:pt idx="4117">
                  <c:v>84.53</c:v>
                </c:pt>
                <c:pt idx="4118">
                  <c:v>115</c:v>
                </c:pt>
                <c:pt idx="4119">
                  <c:v>50.5</c:v>
                </c:pt>
                <c:pt idx="4120">
                  <c:v>58</c:v>
                </c:pt>
                <c:pt idx="4121">
                  <c:v>25.79</c:v>
                </c:pt>
                <c:pt idx="4122">
                  <c:v>60</c:v>
                </c:pt>
                <c:pt idx="4123">
                  <c:v>90</c:v>
                </c:pt>
                <c:pt idx="4124">
                  <c:v>75</c:v>
                </c:pt>
                <c:pt idx="4125">
                  <c:v>45</c:v>
                </c:pt>
                <c:pt idx="4126">
                  <c:v>38.33</c:v>
                </c:pt>
                <c:pt idx="4127">
                  <c:v>42</c:v>
                </c:pt>
                <c:pt idx="4128">
                  <c:v>47.24</c:v>
                </c:pt>
                <c:pt idx="4129">
                  <c:v>78</c:v>
                </c:pt>
                <c:pt idx="4130">
                  <c:v>40.630000000000003</c:v>
                </c:pt>
                <c:pt idx="4131">
                  <c:v>55</c:v>
                </c:pt>
                <c:pt idx="4132">
                  <c:v>97</c:v>
                </c:pt>
                <c:pt idx="4133">
                  <c:v>39</c:v>
                </c:pt>
                <c:pt idx="4134">
                  <c:v>125</c:v>
                </c:pt>
                <c:pt idx="4135">
                  <c:v>110</c:v>
                </c:pt>
                <c:pt idx="4136">
                  <c:v>60</c:v>
                </c:pt>
                <c:pt idx="4137">
                  <c:v>35</c:v>
                </c:pt>
                <c:pt idx="4138">
                  <c:v>35.28</c:v>
                </c:pt>
                <c:pt idx="4139">
                  <c:v>104</c:v>
                </c:pt>
                <c:pt idx="4140">
                  <c:v>19.399999999999999</c:v>
                </c:pt>
                <c:pt idx="4141">
                  <c:v>83</c:v>
                </c:pt>
                <c:pt idx="4142">
                  <c:v>35.03</c:v>
                </c:pt>
                <c:pt idx="4143">
                  <c:v>58</c:v>
                </c:pt>
                <c:pt idx="4144">
                  <c:v>33</c:v>
                </c:pt>
                <c:pt idx="4145">
                  <c:v>40</c:v>
                </c:pt>
                <c:pt idx="4146">
                  <c:v>94.55</c:v>
                </c:pt>
                <c:pt idx="4147">
                  <c:v>105</c:v>
                </c:pt>
                <c:pt idx="4148">
                  <c:v>105</c:v>
                </c:pt>
                <c:pt idx="4149">
                  <c:v>40</c:v>
                </c:pt>
                <c:pt idx="4150">
                  <c:v>34.5</c:v>
                </c:pt>
                <c:pt idx="4151">
                  <c:v>40</c:v>
                </c:pt>
                <c:pt idx="4152">
                  <c:v>75</c:v>
                </c:pt>
                <c:pt idx="4153">
                  <c:v>43.5</c:v>
                </c:pt>
                <c:pt idx="4154">
                  <c:v>62</c:v>
                </c:pt>
                <c:pt idx="4155">
                  <c:v>42</c:v>
                </c:pt>
                <c:pt idx="4156">
                  <c:v>60</c:v>
                </c:pt>
                <c:pt idx="4157">
                  <c:v>105</c:v>
                </c:pt>
                <c:pt idx="4158">
                  <c:v>101</c:v>
                </c:pt>
                <c:pt idx="4159">
                  <c:v>25</c:v>
                </c:pt>
                <c:pt idx="4160">
                  <c:v>40</c:v>
                </c:pt>
                <c:pt idx="4161">
                  <c:v>80</c:v>
                </c:pt>
                <c:pt idx="4162">
                  <c:v>48</c:v>
                </c:pt>
                <c:pt idx="4163">
                  <c:v>93</c:v>
                </c:pt>
                <c:pt idx="4164">
                  <c:v>72</c:v>
                </c:pt>
                <c:pt idx="4165">
                  <c:v>40</c:v>
                </c:pt>
                <c:pt idx="4166">
                  <c:v>71.13</c:v>
                </c:pt>
                <c:pt idx="4167">
                  <c:v>120</c:v>
                </c:pt>
                <c:pt idx="4168">
                  <c:v>65</c:v>
                </c:pt>
                <c:pt idx="4169">
                  <c:v>59.45</c:v>
                </c:pt>
                <c:pt idx="4170">
                  <c:v>90</c:v>
                </c:pt>
                <c:pt idx="4171">
                  <c:v>40</c:v>
                </c:pt>
                <c:pt idx="4172">
                  <c:v>55.44</c:v>
                </c:pt>
                <c:pt idx="4173">
                  <c:v>16</c:v>
                </c:pt>
                <c:pt idx="4174">
                  <c:v>110</c:v>
                </c:pt>
                <c:pt idx="4175">
                  <c:v>115</c:v>
                </c:pt>
                <c:pt idx="4176">
                  <c:v>140</c:v>
                </c:pt>
                <c:pt idx="4177">
                  <c:v>50</c:v>
                </c:pt>
                <c:pt idx="4178">
                  <c:v>120</c:v>
                </c:pt>
                <c:pt idx="4179">
                  <c:v>48.5</c:v>
                </c:pt>
                <c:pt idx="4180">
                  <c:v>47</c:v>
                </c:pt>
                <c:pt idx="4181">
                  <c:v>75</c:v>
                </c:pt>
                <c:pt idx="4182">
                  <c:v>70</c:v>
                </c:pt>
                <c:pt idx="4183">
                  <c:v>49</c:v>
                </c:pt>
                <c:pt idx="4184">
                  <c:v>80</c:v>
                </c:pt>
                <c:pt idx="4185">
                  <c:v>125</c:v>
                </c:pt>
                <c:pt idx="4186">
                  <c:v>140</c:v>
                </c:pt>
                <c:pt idx="4187">
                  <c:v>95</c:v>
                </c:pt>
                <c:pt idx="4188">
                  <c:v>69.989999999999995</c:v>
                </c:pt>
                <c:pt idx="4189">
                  <c:v>44</c:v>
                </c:pt>
                <c:pt idx="4190">
                  <c:v>61.16</c:v>
                </c:pt>
                <c:pt idx="4191">
                  <c:v>55</c:v>
                </c:pt>
                <c:pt idx="4192">
                  <c:v>140</c:v>
                </c:pt>
                <c:pt idx="4193">
                  <c:v>115</c:v>
                </c:pt>
                <c:pt idx="4194">
                  <c:v>63</c:v>
                </c:pt>
                <c:pt idx="4195">
                  <c:v>86</c:v>
                </c:pt>
                <c:pt idx="4196">
                  <c:v>51</c:v>
                </c:pt>
                <c:pt idx="4197">
                  <c:v>30</c:v>
                </c:pt>
                <c:pt idx="4198">
                  <c:v>40</c:v>
                </c:pt>
                <c:pt idx="4199">
                  <c:v>83.22</c:v>
                </c:pt>
                <c:pt idx="4200">
                  <c:v>37</c:v>
                </c:pt>
                <c:pt idx="4201">
                  <c:v>75</c:v>
                </c:pt>
                <c:pt idx="4202">
                  <c:v>198</c:v>
                </c:pt>
                <c:pt idx="4203">
                  <c:v>215</c:v>
                </c:pt>
                <c:pt idx="4204">
                  <c:v>55</c:v>
                </c:pt>
                <c:pt idx="4205">
                  <c:v>67</c:v>
                </c:pt>
                <c:pt idx="4206">
                  <c:v>80.010000000000005</c:v>
                </c:pt>
                <c:pt idx="4207">
                  <c:v>64</c:v>
                </c:pt>
                <c:pt idx="4208">
                  <c:v>45</c:v>
                </c:pt>
                <c:pt idx="4209">
                  <c:v>80.86</c:v>
                </c:pt>
                <c:pt idx="4210">
                  <c:v>55</c:v>
                </c:pt>
                <c:pt idx="4211">
                  <c:v>71</c:v>
                </c:pt>
                <c:pt idx="4212">
                  <c:v>62</c:v>
                </c:pt>
                <c:pt idx="4213">
                  <c:v>169</c:v>
                </c:pt>
                <c:pt idx="4214">
                  <c:v>130</c:v>
                </c:pt>
                <c:pt idx="4215">
                  <c:v>90</c:v>
                </c:pt>
                <c:pt idx="4216">
                  <c:v>56</c:v>
                </c:pt>
                <c:pt idx="4217">
                  <c:v>98</c:v>
                </c:pt>
                <c:pt idx="4218">
                  <c:v>75</c:v>
                </c:pt>
                <c:pt idx="4219">
                  <c:v>60</c:v>
                </c:pt>
                <c:pt idx="4220">
                  <c:v>55</c:v>
                </c:pt>
                <c:pt idx="4221">
                  <c:v>59</c:v>
                </c:pt>
                <c:pt idx="4222">
                  <c:v>46</c:v>
                </c:pt>
                <c:pt idx="4223">
                  <c:v>54</c:v>
                </c:pt>
                <c:pt idx="4224">
                  <c:v>48</c:v>
                </c:pt>
                <c:pt idx="4225">
                  <c:v>59</c:v>
                </c:pt>
                <c:pt idx="4226">
                  <c:v>60</c:v>
                </c:pt>
                <c:pt idx="4227">
                  <c:v>120</c:v>
                </c:pt>
                <c:pt idx="4228">
                  <c:v>54</c:v>
                </c:pt>
                <c:pt idx="4229">
                  <c:v>136</c:v>
                </c:pt>
                <c:pt idx="4230">
                  <c:v>35</c:v>
                </c:pt>
                <c:pt idx="4231">
                  <c:v>42</c:v>
                </c:pt>
                <c:pt idx="4232">
                  <c:v>90</c:v>
                </c:pt>
                <c:pt idx="4233">
                  <c:v>63</c:v>
                </c:pt>
                <c:pt idx="4234">
                  <c:v>30</c:v>
                </c:pt>
                <c:pt idx="4235">
                  <c:v>38</c:v>
                </c:pt>
                <c:pt idx="4236">
                  <c:v>110</c:v>
                </c:pt>
                <c:pt idx="4237">
                  <c:v>24</c:v>
                </c:pt>
                <c:pt idx="4238">
                  <c:v>49.65</c:v>
                </c:pt>
                <c:pt idx="4239">
                  <c:v>58.25</c:v>
                </c:pt>
                <c:pt idx="4240">
                  <c:v>285</c:v>
                </c:pt>
                <c:pt idx="4241">
                  <c:v>80</c:v>
                </c:pt>
                <c:pt idx="4242">
                  <c:v>50.06</c:v>
                </c:pt>
                <c:pt idx="4243">
                  <c:v>48</c:v>
                </c:pt>
                <c:pt idx="4244">
                  <c:v>31</c:v>
                </c:pt>
                <c:pt idx="4245">
                  <c:v>45</c:v>
                </c:pt>
                <c:pt idx="4246">
                  <c:v>41</c:v>
                </c:pt>
                <c:pt idx="4247">
                  <c:v>52</c:v>
                </c:pt>
                <c:pt idx="4248">
                  <c:v>12</c:v>
                </c:pt>
                <c:pt idx="4249">
                  <c:v>85</c:v>
                </c:pt>
                <c:pt idx="4250">
                  <c:v>73</c:v>
                </c:pt>
                <c:pt idx="4251">
                  <c:v>245</c:v>
                </c:pt>
                <c:pt idx="4252">
                  <c:v>65.209999999999994</c:v>
                </c:pt>
                <c:pt idx="4253">
                  <c:v>77</c:v>
                </c:pt>
                <c:pt idx="4254">
                  <c:v>56</c:v>
                </c:pt>
                <c:pt idx="4255">
                  <c:v>80.989999999999995</c:v>
                </c:pt>
                <c:pt idx="4256">
                  <c:v>40</c:v>
                </c:pt>
                <c:pt idx="4257">
                  <c:v>71.5</c:v>
                </c:pt>
                <c:pt idx="4258">
                  <c:v>35</c:v>
                </c:pt>
                <c:pt idx="4259">
                  <c:v>25</c:v>
                </c:pt>
                <c:pt idx="4260">
                  <c:v>70</c:v>
                </c:pt>
                <c:pt idx="4261">
                  <c:v>40</c:v>
                </c:pt>
                <c:pt idx="4262">
                  <c:v>40</c:v>
                </c:pt>
                <c:pt idx="4263">
                  <c:v>21</c:v>
                </c:pt>
                <c:pt idx="4264">
                  <c:v>65</c:v>
                </c:pt>
                <c:pt idx="4265">
                  <c:v>90</c:v>
                </c:pt>
                <c:pt idx="4266">
                  <c:v>75</c:v>
                </c:pt>
                <c:pt idx="4267">
                  <c:v>85</c:v>
                </c:pt>
                <c:pt idx="4268">
                  <c:v>32.64</c:v>
                </c:pt>
                <c:pt idx="4269">
                  <c:v>110</c:v>
                </c:pt>
                <c:pt idx="4270">
                  <c:v>25</c:v>
                </c:pt>
                <c:pt idx="4271">
                  <c:v>74</c:v>
                </c:pt>
                <c:pt idx="4272">
                  <c:v>49</c:v>
                </c:pt>
                <c:pt idx="4273">
                  <c:v>75</c:v>
                </c:pt>
                <c:pt idx="4274">
                  <c:v>120</c:v>
                </c:pt>
                <c:pt idx="4275">
                  <c:v>63</c:v>
                </c:pt>
                <c:pt idx="4276">
                  <c:v>53.58</c:v>
                </c:pt>
                <c:pt idx="4277">
                  <c:v>75</c:v>
                </c:pt>
                <c:pt idx="4278">
                  <c:v>58</c:v>
                </c:pt>
                <c:pt idx="4279">
                  <c:v>35.5</c:v>
                </c:pt>
                <c:pt idx="4280">
                  <c:v>45</c:v>
                </c:pt>
                <c:pt idx="4281">
                  <c:v>79</c:v>
                </c:pt>
                <c:pt idx="4282">
                  <c:v>35</c:v>
                </c:pt>
                <c:pt idx="4283">
                  <c:v>98</c:v>
                </c:pt>
                <c:pt idx="4284">
                  <c:v>70</c:v>
                </c:pt>
                <c:pt idx="4285">
                  <c:v>54.5</c:v>
                </c:pt>
                <c:pt idx="4286">
                  <c:v>75</c:v>
                </c:pt>
                <c:pt idx="4287">
                  <c:v>58</c:v>
                </c:pt>
                <c:pt idx="4288">
                  <c:v>60</c:v>
                </c:pt>
                <c:pt idx="4289">
                  <c:v>61.37</c:v>
                </c:pt>
                <c:pt idx="4290">
                  <c:v>200</c:v>
                </c:pt>
                <c:pt idx="4291">
                  <c:v>40</c:v>
                </c:pt>
                <c:pt idx="4292">
                  <c:v>38.9</c:v>
                </c:pt>
                <c:pt idx="4293">
                  <c:v>85</c:v>
                </c:pt>
                <c:pt idx="4294">
                  <c:v>72</c:v>
                </c:pt>
                <c:pt idx="4295">
                  <c:v>36.44</c:v>
                </c:pt>
                <c:pt idx="4296">
                  <c:v>149</c:v>
                </c:pt>
                <c:pt idx="4297">
                  <c:v>70</c:v>
                </c:pt>
                <c:pt idx="4298">
                  <c:v>55</c:v>
                </c:pt>
                <c:pt idx="4299">
                  <c:v>40</c:v>
                </c:pt>
                <c:pt idx="4300">
                  <c:v>78.25</c:v>
                </c:pt>
                <c:pt idx="4301">
                  <c:v>237</c:v>
                </c:pt>
                <c:pt idx="4302">
                  <c:v>175</c:v>
                </c:pt>
                <c:pt idx="4303">
                  <c:v>95</c:v>
                </c:pt>
                <c:pt idx="4304">
                  <c:v>140</c:v>
                </c:pt>
                <c:pt idx="4305">
                  <c:v>55</c:v>
                </c:pt>
                <c:pt idx="4306">
                  <c:v>74</c:v>
                </c:pt>
                <c:pt idx="4307">
                  <c:v>40</c:v>
                </c:pt>
                <c:pt idx="4308">
                  <c:v>55.15</c:v>
                </c:pt>
                <c:pt idx="4309">
                  <c:v>44.17</c:v>
                </c:pt>
                <c:pt idx="4310">
                  <c:v>105</c:v>
                </c:pt>
                <c:pt idx="4311">
                  <c:v>65</c:v>
                </c:pt>
                <c:pt idx="4312">
                  <c:v>175</c:v>
                </c:pt>
                <c:pt idx="4313">
                  <c:v>48</c:v>
                </c:pt>
                <c:pt idx="4314">
                  <c:v>60</c:v>
                </c:pt>
                <c:pt idx="4315">
                  <c:v>40</c:v>
                </c:pt>
                <c:pt idx="4316">
                  <c:v>75</c:v>
                </c:pt>
                <c:pt idx="4317">
                  <c:v>87</c:v>
                </c:pt>
                <c:pt idx="4318">
                  <c:v>70</c:v>
                </c:pt>
                <c:pt idx="4319">
                  <c:v>58</c:v>
                </c:pt>
                <c:pt idx="4320">
                  <c:v>58</c:v>
                </c:pt>
                <c:pt idx="4321">
                  <c:v>125</c:v>
                </c:pt>
                <c:pt idx="4322">
                  <c:v>61.45</c:v>
                </c:pt>
                <c:pt idx="4323">
                  <c:v>104</c:v>
                </c:pt>
                <c:pt idx="4324">
                  <c:v>35.020000000000003</c:v>
                </c:pt>
                <c:pt idx="4325">
                  <c:v>27</c:v>
                </c:pt>
                <c:pt idx="4326">
                  <c:v>95</c:v>
                </c:pt>
                <c:pt idx="4327">
                  <c:v>62.9</c:v>
                </c:pt>
                <c:pt idx="4328">
                  <c:v>90</c:v>
                </c:pt>
                <c:pt idx="4329">
                  <c:v>62</c:v>
                </c:pt>
                <c:pt idx="4330">
                  <c:v>140</c:v>
                </c:pt>
                <c:pt idx="4331">
                  <c:v>43.66</c:v>
                </c:pt>
                <c:pt idx="4332">
                  <c:v>89.76</c:v>
                </c:pt>
                <c:pt idx="4333">
                  <c:v>78</c:v>
                </c:pt>
                <c:pt idx="4334">
                  <c:v>42</c:v>
                </c:pt>
                <c:pt idx="4335">
                  <c:v>106</c:v>
                </c:pt>
                <c:pt idx="4336">
                  <c:v>40</c:v>
                </c:pt>
                <c:pt idx="4337">
                  <c:v>63</c:v>
                </c:pt>
                <c:pt idx="4338">
                  <c:v>65</c:v>
                </c:pt>
                <c:pt idx="4339">
                  <c:v>41.23</c:v>
                </c:pt>
                <c:pt idx="4340">
                  <c:v>75</c:v>
                </c:pt>
                <c:pt idx="4341">
                  <c:v>56</c:v>
                </c:pt>
                <c:pt idx="4342">
                  <c:v>55</c:v>
                </c:pt>
                <c:pt idx="4343">
                  <c:v>32</c:v>
                </c:pt>
                <c:pt idx="4344">
                  <c:v>88</c:v>
                </c:pt>
                <c:pt idx="4345">
                  <c:v>29.45</c:v>
                </c:pt>
                <c:pt idx="4346">
                  <c:v>96.25</c:v>
                </c:pt>
                <c:pt idx="4347">
                  <c:v>47</c:v>
                </c:pt>
                <c:pt idx="4348">
                  <c:v>25.4</c:v>
                </c:pt>
                <c:pt idx="4349">
                  <c:v>135</c:v>
                </c:pt>
                <c:pt idx="4350">
                  <c:v>180</c:v>
                </c:pt>
                <c:pt idx="4351">
                  <c:v>65</c:v>
                </c:pt>
                <c:pt idx="4352">
                  <c:v>63.58</c:v>
                </c:pt>
                <c:pt idx="4353">
                  <c:v>65</c:v>
                </c:pt>
                <c:pt idx="4354">
                  <c:v>45</c:v>
                </c:pt>
                <c:pt idx="4355">
                  <c:v>58</c:v>
                </c:pt>
                <c:pt idx="4356">
                  <c:v>19.8</c:v>
                </c:pt>
                <c:pt idx="4357">
                  <c:v>62</c:v>
                </c:pt>
                <c:pt idx="4358">
                  <c:v>50</c:v>
                </c:pt>
                <c:pt idx="4359">
                  <c:v>208</c:v>
                </c:pt>
                <c:pt idx="4360">
                  <c:v>60</c:v>
                </c:pt>
                <c:pt idx="4361">
                  <c:v>30.84</c:v>
                </c:pt>
                <c:pt idx="4362">
                  <c:v>55.5</c:v>
                </c:pt>
                <c:pt idx="4363">
                  <c:v>89</c:v>
                </c:pt>
                <c:pt idx="4364">
                  <c:v>104</c:v>
                </c:pt>
                <c:pt idx="4365">
                  <c:v>200</c:v>
                </c:pt>
                <c:pt idx="4366">
                  <c:v>56</c:v>
                </c:pt>
                <c:pt idx="4367">
                  <c:v>30</c:v>
                </c:pt>
                <c:pt idx="4368">
                  <c:v>60</c:v>
                </c:pt>
                <c:pt idx="4369">
                  <c:v>56</c:v>
                </c:pt>
                <c:pt idx="4370">
                  <c:v>52.71</c:v>
                </c:pt>
                <c:pt idx="4371">
                  <c:v>88</c:v>
                </c:pt>
                <c:pt idx="4372">
                  <c:v>79</c:v>
                </c:pt>
                <c:pt idx="4373">
                  <c:v>33.64</c:v>
                </c:pt>
                <c:pt idx="4374">
                  <c:v>220</c:v>
                </c:pt>
                <c:pt idx="4375">
                  <c:v>59</c:v>
                </c:pt>
                <c:pt idx="4376">
                  <c:v>42</c:v>
                </c:pt>
                <c:pt idx="4377">
                  <c:v>67</c:v>
                </c:pt>
                <c:pt idx="4378">
                  <c:v>76</c:v>
                </c:pt>
                <c:pt idx="4379">
                  <c:v>75</c:v>
                </c:pt>
                <c:pt idx="4380">
                  <c:v>90</c:v>
                </c:pt>
                <c:pt idx="4381">
                  <c:v>69</c:v>
                </c:pt>
                <c:pt idx="4382">
                  <c:v>50</c:v>
                </c:pt>
                <c:pt idx="4383">
                  <c:v>95</c:v>
                </c:pt>
                <c:pt idx="4384">
                  <c:v>81</c:v>
                </c:pt>
                <c:pt idx="4385">
                  <c:v>49</c:v>
                </c:pt>
                <c:pt idx="4386">
                  <c:v>110</c:v>
                </c:pt>
                <c:pt idx="4387">
                  <c:v>32</c:v>
                </c:pt>
                <c:pt idx="4388">
                  <c:v>48</c:v>
                </c:pt>
                <c:pt idx="4389">
                  <c:v>62</c:v>
                </c:pt>
                <c:pt idx="4390">
                  <c:v>97.8</c:v>
                </c:pt>
                <c:pt idx="4391">
                  <c:v>45</c:v>
                </c:pt>
                <c:pt idx="4392">
                  <c:v>69.06</c:v>
                </c:pt>
                <c:pt idx="4393">
                  <c:v>115</c:v>
                </c:pt>
                <c:pt idx="4394">
                  <c:v>120</c:v>
                </c:pt>
                <c:pt idx="4395">
                  <c:v>42</c:v>
                </c:pt>
                <c:pt idx="4396">
                  <c:v>44</c:v>
                </c:pt>
                <c:pt idx="4397">
                  <c:v>33.15</c:v>
                </c:pt>
                <c:pt idx="4398">
                  <c:v>49.3</c:v>
                </c:pt>
                <c:pt idx="4399">
                  <c:v>110</c:v>
                </c:pt>
                <c:pt idx="4400">
                  <c:v>124</c:v>
                </c:pt>
                <c:pt idx="4401">
                  <c:v>90</c:v>
                </c:pt>
                <c:pt idx="4402">
                  <c:v>43</c:v>
                </c:pt>
                <c:pt idx="4403">
                  <c:v>57.9</c:v>
                </c:pt>
                <c:pt idx="4404">
                  <c:v>75</c:v>
                </c:pt>
                <c:pt idx="4405">
                  <c:v>60</c:v>
                </c:pt>
                <c:pt idx="4406">
                  <c:v>78</c:v>
                </c:pt>
                <c:pt idx="4407">
                  <c:v>190</c:v>
                </c:pt>
                <c:pt idx="4408">
                  <c:v>53</c:v>
                </c:pt>
                <c:pt idx="4409">
                  <c:v>48</c:v>
                </c:pt>
                <c:pt idx="4410">
                  <c:v>59</c:v>
                </c:pt>
                <c:pt idx="4411">
                  <c:v>140</c:v>
                </c:pt>
                <c:pt idx="4412">
                  <c:v>61</c:v>
                </c:pt>
                <c:pt idx="4413">
                  <c:v>83</c:v>
                </c:pt>
                <c:pt idx="4414">
                  <c:v>52</c:v>
                </c:pt>
                <c:pt idx="4415">
                  <c:v>69</c:v>
                </c:pt>
                <c:pt idx="4416">
                  <c:v>24.9</c:v>
                </c:pt>
                <c:pt idx="4417">
                  <c:v>67</c:v>
                </c:pt>
                <c:pt idx="4418">
                  <c:v>45</c:v>
                </c:pt>
                <c:pt idx="4419">
                  <c:v>55</c:v>
                </c:pt>
                <c:pt idx="4420">
                  <c:v>75.760000000000005</c:v>
                </c:pt>
                <c:pt idx="4421">
                  <c:v>70</c:v>
                </c:pt>
                <c:pt idx="4422">
                  <c:v>44.98</c:v>
                </c:pt>
                <c:pt idx="4423">
                  <c:v>92.13</c:v>
                </c:pt>
                <c:pt idx="4424">
                  <c:v>45.9</c:v>
                </c:pt>
                <c:pt idx="4425">
                  <c:v>35.11</c:v>
                </c:pt>
                <c:pt idx="4426">
                  <c:v>31</c:v>
                </c:pt>
                <c:pt idx="4427">
                  <c:v>88</c:v>
                </c:pt>
                <c:pt idx="4428">
                  <c:v>77</c:v>
                </c:pt>
                <c:pt idx="4429">
                  <c:v>50</c:v>
                </c:pt>
                <c:pt idx="4430">
                  <c:v>47</c:v>
                </c:pt>
                <c:pt idx="4431">
                  <c:v>19.329999999999998</c:v>
                </c:pt>
                <c:pt idx="4432">
                  <c:v>60</c:v>
                </c:pt>
                <c:pt idx="4433">
                  <c:v>73</c:v>
                </c:pt>
                <c:pt idx="4434">
                  <c:v>98</c:v>
                </c:pt>
                <c:pt idx="4435">
                  <c:v>65</c:v>
                </c:pt>
                <c:pt idx="4436">
                  <c:v>52.58</c:v>
                </c:pt>
                <c:pt idx="4437">
                  <c:v>65.31</c:v>
                </c:pt>
                <c:pt idx="4438">
                  <c:v>52</c:v>
                </c:pt>
                <c:pt idx="4439">
                  <c:v>34.734999999999999</c:v>
                </c:pt>
                <c:pt idx="4440">
                  <c:v>45</c:v>
                </c:pt>
                <c:pt idx="4441">
                  <c:v>36.85</c:v>
                </c:pt>
                <c:pt idx="4442">
                  <c:v>111</c:v>
                </c:pt>
                <c:pt idx="4443">
                  <c:v>48</c:v>
                </c:pt>
                <c:pt idx="4444">
                  <c:v>80</c:v>
                </c:pt>
                <c:pt idx="4445">
                  <c:v>30</c:v>
                </c:pt>
                <c:pt idx="4446">
                  <c:v>48.86</c:v>
                </c:pt>
                <c:pt idx="4447">
                  <c:v>48.5</c:v>
                </c:pt>
                <c:pt idx="4448">
                  <c:v>44.3</c:v>
                </c:pt>
                <c:pt idx="4449">
                  <c:v>46</c:v>
                </c:pt>
                <c:pt idx="4450">
                  <c:v>65.8</c:v>
                </c:pt>
                <c:pt idx="4451">
                  <c:v>60</c:v>
                </c:pt>
                <c:pt idx="4452">
                  <c:v>55</c:v>
                </c:pt>
                <c:pt idx="4453">
                  <c:v>40</c:v>
                </c:pt>
                <c:pt idx="4454">
                  <c:v>115</c:v>
                </c:pt>
                <c:pt idx="4455">
                  <c:v>60</c:v>
                </c:pt>
                <c:pt idx="4456">
                  <c:v>100</c:v>
                </c:pt>
                <c:pt idx="4457">
                  <c:v>52.5</c:v>
                </c:pt>
                <c:pt idx="4458">
                  <c:v>44.6</c:v>
                </c:pt>
                <c:pt idx="4459">
                  <c:v>98</c:v>
                </c:pt>
                <c:pt idx="4460">
                  <c:v>45</c:v>
                </c:pt>
                <c:pt idx="4461">
                  <c:v>65</c:v>
                </c:pt>
                <c:pt idx="4462">
                  <c:v>45</c:v>
                </c:pt>
                <c:pt idx="4463">
                  <c:v>125</c:v>
                </c:pt>
                <c:pt idx="4464">
                  <c:v>10</c:v>
                </c:pt>
                <c:pt idx="4465">
                  <c:v>44.81</c:v>
                </c:pt>
                <c:pt idx="4466">
                  <c:v>33</c:v>
                </c:pt>
                <c:pt idx="4467">
                  <c:v>47</c:v>
                </c:pt>
                <c:pt idx="4468">
                  <c:v>60</c:v>
                </c:pt>
                <c:pt idx="4469">
                  <c:v>67.400000000000006</c:v>
                </c:pt>
                <c:pt idx="4470">
                  <c:v>224</c:v>
                </c:pt>
                <c:pt idx="4471">
                  <c:v>48</c:v>
                </c:pt>
                <c:pt idx="4472">
                  <c:v>59</c:v>
                </c:pt>
                <c:pt idx="4473">
                  <c:v>23</c:v>
                </c:pt>
                <c:pt idx="4474">
                  <c:v>39.770000000000003</c:v>
                </c:pt>
                <c:pt idx="4475">
                  <c:v>35</c:v>
                </c:pt>
                <c:pt idx="4476">
                  <c:v>88</c:v>
                </c:pt>
                <c:pt idx="4477">
                  <c:v>39</c:v>
                </c:pt>
                <c:pt idx="4478">
                  <c:v>50</c:v>
                </c:pt>
                <c:pt idx="4479">
                  <c:v>47</c:v>
                </c:pt>
                <c:pt idx="4480">
                  <c:v>62</c:v>
                </c:pt>
                <c:pt idx="4481">
                  <c:v>35</c:v>
                </c:pt>
                <c:pt idx="4482">
                  <c:v>47</c:v>
                </c:pt>
                <c:pt idx="4483">
                  <c:v>100</c:v>
                </c:pt>
                <c:pt idx="4484">
                  <c:v>53.56</c:v>
                </c:pt>
                <c:pt idx="4485">
                  <c:v>83</c:v>
                </c:pt>
                <c:pt idx="4486">
                  <c:v>25.75</c:v>
                </c:pt>
                <c:pt idx="4487">
                  <c:v>43.5</c:v>
                </c:pt>
                <c:pt idx="4488">
                  <c:v>77.680000000000007</c:v>
                </c:pt>
                <c:pt idx="4489">
                  <c:v>86</c:v>
                </c:pt>
                <c:pt idx="4490">
                  <c:v>108</c:v>
                </c:pt>
                <c:pt idx="4491">
                  <c:v>39.799999999999997</c:v>
                </c:pt>
                <c:pt idx="4492">
                  <c:v>318</c:v>
                </c:pt>
                <c:pt idx="4493">
                  <c:v>85</c:v>
                </c:pt>
                <c:pt idx="4494">
                  <c:v>98.13</c:v>
                </c:pt>
                <c:pt idx="4495">
                  <c:v>110</c:v>
                </c:pt>
                <c:pt idx="4496">
                  <c:v>50</c:v>
                </c:pt>
                <c:pt idx="4497">
                  <c:v>65</c:v>
                </c:pt>
                <c:pt idx="4498">
                  <c:v>159</c:v>
                </c:pt>
                <c:pt idx="4499">
                  <c:v>65.400000000000006</c:v>
                </c:pt>
                <c:pt idx="4500">
                  <c:v>41</c:v>
                </c:pt>
                <c:pt idx="4501">
                  <c:v>85</c:v>
                </c:pt>
                <c:pt idx="4502">
                  <c:v>47.88</c:v>
                </c:pt>
                <c:pt idx="4503">
                  <c:v>110</c:v>
                </c:pt>
                <c:pt idx="4504">
                  <c:v>104</c:v>
                </c:pt>
                <c:pt idx="4505">
                  <c:v>39</c:v>
                </c:pt>
                <c:pt idx="4506">
                  <c:v>55</c:v>
                </c:pt>
                <c:pt idx="4507">
                  <c:v>40.44</c:v>
                </c:pt>
                <c:pt idx="4508">
                  <c:v>88</c:v>
                </c:pt>
                <c:pt idx="4509">
                  <c:v>62.81</c:v>
                </c:pt>
                <c:pt idx="4510">
                  <c:v>69</c:v>
                </c:pt>
                <c:pt idx="4511">
                  <c:v>40.17</c:v>
                </c:pt>
                <c:pt idx="4512">
                  <c:v>113</c:v>
                </c:pt>
                <c:pt idx="4513">
                  <c:v>40.43</c:v>
                </c:pt>
                <c:pt idx="4514">
                  <c:v>44.9</c:v>
                </c:pt>
                <c:pt idx="4515">
                  <c:v>43</c:v>
                </c:pt>
                <c:pt idx="4516">
                  <c:v>55</c:v>
                </c:pt>
                <c:pt idx="4517">
                  <c:v>35</c:v>
                </c:pt>
                <c:pt idx="4518">
                  <c:v>41</c:v>
                </c:pt>
                <c:pt idx="4519">
                  <c:v>16.5</c:v>
                </c:pt>
                <c:pt idx="4520">
                  <c:v>29.46</c:v>
                </c:pt>
                <c:pt idx="4521">
                  <c:v>71.64</c:v>
                </c:pt>
                <c:pt idx="4522">
                  <c:v>67.150000000000006</c:v>
                </c:pt>
                <c:pt idx="4523">
                  <c:v>34.99</c:v>
                </c:pt>
                <c:pt idx="4524">
                  <c:v>68</c:v>
                </c:pt>
                <c:pt idx="4525">
                  <c:v>90</c:v>
                </c:pt>
                <c:pt idx="4526">
                  <c:v>33</c:v>
                </c:pt>
                <c:pt idx="4527">
                  <c:v>43</c:v>
                </c:pt>
                <c:pt idx="4528">
                  <c:v>49.27</c:v>
                </c:pt>
                <c:pt idx="4529">
                  <c:v>75</c:v>
                </c:pt>
                <c:pt idx="4530">
                  <c:v>55</c:v>
                </c:pt>
                <c:pt idx="4531">
                  <c:v>55</c:v>
                </c:pt>
                <c:pt idx="4532">
                  <c:v>20</c:v>
                </c:pt>
                <c:pt idx="4533">
                  <c:v>68.8</c:v>
                </c:pt>
                <c:pt idx="4534">
                  <c:v>68.5</c:v>
                </c:pt>
                <c:pt idx="4535">
                  <c:v>93</c:v>
                </c:pt>
                <c:pt idx="4536">
                  <c:v>66.165000000000006</c:v>
                </c:pt>
                <c:pt idx="4537">
                  <c:v>99</c:v>
                </c:pt>
                <c:pt idx="4538">
                  <c:v>75</c:v>
                </c:pt>
                <c:pt idx="4539">
                  <c:v>67</c:v>
                </c:pt>
                <c:pt idx="4540">
                  <c:v>51.91</c:v>
                </c:pt>
                <c:pt idx="4541">
                  <c:v>41.82</c:v>
                </c:pt>
                <c:pt idx="4542">
                  <c:v>55</c:v>
                </c:pt>
                <c:pt idx="4543">
                  <c:v>47</c:v>
                </c:pt>
                <c:pt idx="4544">
                  <c:v>61</c:v>
                </c:pt>
                <c:pt idx="4545">
                  <c:v>40.6</c:v>
                </c:pt>
                <c:pt idx="4546">
                  <c:v>46</c:v>
                </c:pt>
                <c:pt idx="4547">
                  <c:v>64.39</c:v>
                </c:pt>
                <c:pt idx="4548">
                  <c:v>45</c:v>
                </c:pt>
                <c:pt idx="4549">
                  <c:v>50</c:v>
                </c:pt>
                <c:pt idx="4550">
                  <c:v>47.86</c:v>
                </c:pt>
                <c:pt idx="4551">
                  <c:v>64</c:v>
                </c:pt>
                <c:pt idx="4552">
                  <c:v>30</c:v>
                </c:pt>
                <c:pt idx="4553">
                  <c:v>37.28</c:v>
                </c:pt>
                <c:pt idx="4554">
                  <c:v>129</c:v>
                </c:pt>
                <c:pt idx="4555">
                  <c:v>60</c:v>
                </c:pt>
                <c:pt idx="4556">
                  <c:v>117</c:v>
                </c:pt>
                <c:pt idx="4557">
                  <c:v>42.6</c:v>
                </c:pt>
                <c:pt idx="4558">
                  <c:v>80</c:v>
                </c:pt>
                <c:pt idx="4559">
                  <c:v>95</c:v>
                </c:pt>
                <c:pt idx="4560">
                  <c:v>33.5</c:v>
                </c:pt>
                <c:pt idx="4561">
                  <c:v>49</c:v>
                </c:pt>
                <c:pt idx="4562">
                  <c:v>90</c:v>
                </c:pt>
                <c:pt idx="4563">
                  <c:v>49.9</c:v>
                </c:pt>
                <c:pt idx="4564">
                  <c:v>69</c:v>
                </c:pt>
                <c:pt idx="4565">
                  <c:v>53.49</c:v>
                </c:pt>
                <c:pt idx="4566">
                  <c:v>77.680000000000007</c:v>
                </c:pt>
                <c:pt idx="4567">
                  <c:v>82</c:v>
                </c:pt>
                <c:pt idx="4568">
                  <c:v>95</c:v>
                </c:pt>
                <c:pt idx="4569">
                  <c:v>139</c:v>
                </c:pt>
                <c:pt idx="4570">
                  <c:v>32</c:v>
                </c:pt>
                <c:pt idx="4571">
                  <c:v>68</c:v>
                </c:pt>
                <c:pt idx="4572">
                  <c:v>200</c:v>
                </c:pt>
                <c:pt idx="4573">
                  <c:v>160</c:v>
                </c:pt>
                <c:pt idx="4574">
                  <c:v>30</c:v>
                </c:pt>
                <c:pt idx="4575">
                  <c:v>260</c:v>
                </c:pt>
                <c:pt idx="4576">
                  <c:v>90</c:v>
                </c:pt>
                <c:pt idx="4577">
                  <c:v>55</c:v>
                </c:pt>
                <c:pt idx="4578">
                  <c:v>58.27</c:v>
                </c:pt>
                <c:pt idx="4579">
                  <c:v>49.81</c:v>
                </c:pt>
                <c:pt idx="4580">
                  <c:v>57</c:v>
                </c:pt>
                <c:pt idx="4581">
                  <c:v>75</c:v>
                </c:pt>
                <c:pt idx="4582">
                  <c:v>65.7</c:v>
                </c:pt>
                <c:pt idx="4583">
                  <c:v>35</c:v>
                </c:pt>
                <c:pt idx="4584">
                  <c:v>68</c:v>
                </c:pt>
                <c:pt idx="4585">
                  <c:v>86</c:v>
                </c:pt>
                <c:pt idx="4586">
                  <c:v>76.45</c:v>
                </c:pt>
                <c:pt idx="4587">
                  <c:v>33</c:v>
                </c:pt>
                <c:pt idx="4588">
                  <c:v>50</c:v>
                </c:pt>
                <c:pt idx="4589">
                  <c:v>42</c:v>
                </c:pt>
                <c:pt idx="4590">
                  <c:v>33.5</c:v>
                </c:pt>
                <c:pt idx="4591">
                  <c:v>69</c:v>
                </c:pt>
                <c:pt idx="4592">
                  <c:v>55</c:v>
                </c:pt>
                <c:pt idx="4593">
                  <c:v>98</c:v>
                </c:pt>
                <c:pt idx="4594">
                  <c:v>42</c:v>
                </c:pt>
                <c:pt idx="4595">
                  <c:v>45</c:v>
                </c:pt>
                <c:pt idx="4596">
                  <c:v>51</c:v>
                </c:pt>
                <c:pt idx="4597">
                  <c:v>47</c:v>
                </c:pt>
                <c:pt idx="4598">
                  <c:v>60</c:v>
                </c:pt>
                <c:pt idx="4599">
                  <c:v>70</c:v>
                </c:pt>
                <c:pt idx="4600">
                  <c:v>85</c:v>
                </c:pt>
                <c:pt idx="4601">
                  <c:v>57</c:v>
                </c:pt>
                <c:pt idx="4602">
                  <c:v>82</c:v>
                </c:pt>
                <c:pt idx="4603">
                  <c:v>117</c:v>
                </c:pt>
                <c:pt idx="4604">
                  <c:v>84</c:v>
                </c:pt>
                <c:pt idx="4605">
                  <c:v>35</c:v>
                </c:pt>
                <c:pt idx="4606">
                  <c:v>53</c:v>
                </c:pt>
                <c:pt idx="4607">
                  <c:v>38.33</c:v>
                </c:pt>
                <c:pt idx="4608">
                  <c:v>35</c:v>
                </c:pt>
                <c:pt idx="4609">
                  <c:v>85</c:v>
                </c:pt>
                <c:pt idx="4610">
                  <c:v>85</c:v>
                </c:pt>
                <c:pt idx="4611">
                  <c:v>59</c:v>
                </c:pt>
                <c:pt idx="4612">
                  <c:v>65</c:v>
                </c:pt>
                <c:pt idx="4613">
                  <c:v>76</c:v>
                </c:pt>
                <c:pt idx="4614">
                  <c:v>230</c:v>
                </c:pt>
                <c:pt idx="4615">
                  <c:v>60</c:v>
                </c:pt>
                <c:pt idx="4616">
                  <c:v>150</c:v>
                </c:pt>
                <c:pt idx="4617">
                  <c:v>60</c:v>
                </c:pt>
                <c:pt idx="4618">
                  <c:v>160</c:v>
                </c:pt>
                <c:pt idx="4619">
                  <c:v>42</c:v>
                </c:pt>
                <c:pt idx="4620">
                  <c:v>78</c:v>
                </c:pt>
                <c:pt idx="4621">
                  <c:v>46</c:v>
                </c:pt>
                <c:pt idx="4622">
                  <c:v>73.594999999999999</c:v>
                </c:pt>
                <c:pt idx="4623">
                  <c:v>45</c:v>
                </c:pt>
                <c:pt idx="4624">
                  <c:v>67.39</c:v>
                </c:pt>
                <c:pt idx="4625">
                  <c:v>74</c:v>
                </c:pt>
                <c:pt idx="4626">
                  <c:v>42</c:v>
                </c:pt>
                <c:pt idx="4627">
                  <c:v>86</c:v>
                </c:pt>
                <c:pt idx="4628">
                  <c:v>69</c:v>
                </c:pt>
                <c:pt idx="4629">
                  <c:v>59</c:v>
                </c:pt>
                <c:pt idx="4630">
                  <c:v>85</c:v>
                </c:pt>
                <c:pt idx="4631">
                  <c:v>65.11</c:v>
                </c:pt>
                <c:pt idx="4632">
                  <c:v>57</c:v>
                </c:pt>
                <c:pt idx="4633">
                  <c:v>45</c:v>
                </c:pt>
                <c:pt idx="4634">
                  <c:v>46</c:v>
                </c:pt>
                <c:pt idx="4635">
                  <c:v>34.56</c:v>
                </c:pt>
                <c:pt idx="4636">
                  <c:v>31.5</c:v>
                </c:pt>
                <c:pt idx="4637">
                  <c:v>53.67</c:v>
                </c:pt>
                <c:pt idx="4638">
                  <c:v>42.81</c:v>
                </c:pt>
                <c:pt idx="4639">
                  <c:v>112</c:v>
                </c:pt>
                <c:pt idx="4640">
                  <c:v>16.600000000000001</c:v>
                </c:pt>
                <c:pt idx="4641">
                  <c:v>85</c:v>
                </c:pt>
                <c:pt idx="4642">
                  <c:v>38</c:v>
                </c:pt>
                <c:pt idx="4643">
                  <c:v>64.86</c:v>
                </c:pt>
                <c:pt idx="4644">
                  <c:v>69</c:v>
                </c:pt>
                <c:pt idx="4645">
                  <c:v>110</c:v>
                </c:pt>
                <c:pt idx="4646">
                  <c:v>169</c:v>
                </c:pt>
                <c:pt idx="4647">
                  <c:v>66.5</c:v>
                </c:pt>
                <c:pt idx="4648">
                  <c:v>37</c:v>
                </c:pt>
                <c:pt idx="4649">
                  <c:v>36</c:v>
                </c:pt>
                <c:pt idx="4650">
                  <c:v>138</c:v>
                </c:pt>
                <c:pt idx="4651">
                  <c:v>86</c:v>
                </c:pt>
                <c:pt idx="4652">
                  <c:v>54.4</c:v>
                </c:pt>
                <c:pt idx="4653">
                  <c:v>53</c:v>
                </c:pt>
                <c:pt idx="4654">
                  <c:v>120</c:v>
                </c:pt>
                <c:pt idx="4655">
                  <c:v>83</c:v>
                </c:pt>
                <c:pt idx="4656">
                  <c:v>76</c:v>
                </c:pt>
                <c:pt idx="4657">
                  <c:v>44.284999999999997</c:v>
                </c:pt>
                <c:pt idx="4658">
                  <c:v>30</c:v>
                </c:pt>
                <c:pt idx="4659">
                  <c:v>100</c:v>
                </c:pt>
                <c:pt idx="4660">
                  <c:v>65</c:v>
                </c:pt>
                <c:pt idx="4661">
                  <c:v>49.95</c:v>
                </c:pt>
                <c:pt idx="4662">
                  <c:v>145</c:v>
                </c:pt>
                <c:pt idx="4663">
                  <c:v>130</c:v>
                </c:pt>
                <c:pt idx="4664">
                  <c:v>15</c:v>
                </c:pt>
                <c:pt idx="4665">
                  <c:v>15</c:v>
                </c:pt>
                <c:pt idx="4666">
                  <c:v>52</c:v>
                </c:pt>
                <c:pt idx="4667">
                  <c:v>46</c:v>
                </c:pt>
                <c:pt idx="4668">
                  <c:v>90</c:v>
                </c:pt>
                <c:pt idx="4669">
                  <c:v>66</c:v>
                </c:pt>
                <c:pt idx="4670">
                  <c:v>39</c:v>
                </c:pt>
                <c:pt idx="4671">
                  <c:v>28.274999999999999</c:v>
                </c:pt>
                <c:pt idx="4672">
                  <c:v>42</c:v>
                </c:pt>
                <c:pt idx="4673">
                  <c:v>25</c:v>
                </c:pt>
                <c:pt idx="4674">
                  <c:v>33.64</c:v>
                </c:pt>
                <c:pt idx="4675">
                  <c:v>19</c:v>
                </c:pt>
                <c:pt idx="4676">
                  <c:v>66</c:v>
                </c:pt>
                <c:pt idx="4677">
                  <c:v>35</c:v>
                </c:pt>
                <c:pt idx="4678">
                  <c:v>52.5</c:v>
                </c:pt>
                <c:pt idx="4679">
                  <c:v>78</c:v>
                </c:pt>
                <c:pt idx="4680">
                  <c:v>130</c:v>
                </c:pt>
                <c:pt idx="4681">
                  <c:v>100</c:v>
                </c:pt>
                <c:pt idx="4682">
                  <c:v>65</c:v>
                </c:pt>
                <c:pt idx="4683">
                  <c:v>37</c:v>
                </c:pt>
                <c:pt idx="4684">
                  <c:v>75</c:v>
                </c:pt>
                <c:pt idx="4685">
                  <c:v>55</c:v>
                </c:pt>
                <c:pt idx="4686">
                  <c:v>67.23</c:v>
                </c:pt>
                <c:pt idx="4687">
                  <c:v>65</c:v>
                </c:pt>
                <c:pt idx="4688">
                  <c:v>127</c:v>
                </c:pt>
                <c:pt idx="4689">
                  <c:v>179</c:v>
                </c:pt>
                <c:pt idx="4690">
                  <c:v>85.5</c:v>
                </c:pt>
                <c:pt idx="4691">
                  <c:v>93</c:v>
                </c:pt>
                <c:pt idx="4692">
                  <c:v>78</c:v>
                </c:pt>
                <c:pt idx="4693">
                  <c:v>42.69</c:v>
                </c:pt>
                <c:pt idx="4694">
                  <c:v>76.23</c:v>
                </c:pt>
                <c:pt idx="4695">
                  <c:v>49</c:v>
                </c:pt>
                <c:pt idx="4696">
                  <c:v>17</c:v>
                </c:pt>
                <c:pt idx="4697">
                  <c:v>125</c:v>
                </c:pt>
                <c:pt idx="4698">
                  <c:v>100</c:v>
                </c:pt>
                <c:pt idx="4699">
                  <c:v>29.45</c:v>
                </c:pt>
                <c:pt idx="4700">
                  <c:v>58</c:v>
                </c:pt>
                <c:pt idx="4701">
                  <c:v>120</c:v>
                </c:pt>
                <c:pt idx="4702">
                  <c:v>35</c:v>
                </c:pt>
                <c:pt idx="4703">
                  <c:v>25</c:v>
                </c:pt>
                <c:pt idx="4704">
                  <c:v>220</c:v>
                </c:pt>
                <c:pt idx="4705">
                  <c:v>48.95</c:v>
                </c:pt>
                <c:pt idx="4706">
                  <c:v>41</c:v>
                </c:pt>
                <c:pt idx="4707">
                  <c:v>152</c:v>
                </c:pt>
                <c:pt idx="4708">
                  <c:v>25</c:v>
                </c:pt>
                <c:pt idx="4709">
                  <c:v>60</c:v>
                </c:pt>
                <c:pt idx="4710">
                  <c:v>206</c:v>
                </c:pt>
                <c:pt idx="4711">
                  <c:v>96.87</c:v>
                </c:pt>
                <c:pt idx="4712">
                  <c:v>131</c:v>
                </c:pt>
                <c:pt idx="4713">
                  <c:v>46</c:v>
                </c:pt>
                <c:pt idx="4714">
                  <c:v>40</c:v>
                </c:pt>
                <c:pt idx="4715">
                  <c:v>30</c:v>
                </c:pt>
                <c:pt idx="4716">
                  <c:v>73</c:v>
                </c:pt>
                <c:pt idx="4717">
                  <c:v>130</c:v>
                </c:pt>
                <c:pt idx="4718">
                  <c:v>125</c:v>
                </c:pt>
                <c:pt idx="4719">
                  <c:v>19.899999999999999</c:v>
                </c:pt>
                <c:pt idx="4720">
                  <c:v>59</c:v>
                </c:pt>
                <c:pt idx="4721">
                  <c:v>44</c:v>
                </c:pt>
                <c:pt idx="4722">
                  <c:v>49</c:v>
                </c:pt>
                <c:pt idx="4723">
                  <c:v>54.5</c:v>
                </c:pt>
                <c:pt idx="4724">
                  <c:v>65</c:v>
                </c:pt>
                <c:pt idx="4725">
                  <c:v>32</c:v>
                </c:pt>
                <c:pt idx="4726">
                  <c:v>95</c:v>
                </c:pt>
                <c:pt idx="4727">
                  <c:v>29.7</c:v>
                </c:pt>
                <c:pt idx="4728">
                  <c:v>70</c:v>
                </c:pt>
                <c:pt idx="4729">
                  <c:v>72</c:v>
                </c:pt>
                <c:pt idx="4730">
                  <c:v>64</c:v>
                </c:pt>
                <c:pt idx="4731">
                  <c:v>75</c:v>
                </c:pt>
                <c:pt idx="4732">
                  <c:v>55.55</c:v>
                </c:pt>
                <c:pt idx="4733">
                  <c:v>45.91</c:v>
                </c:pt>
                <c:pt idx="4734">
                  <c:v>99</c:v>
                </c:pt>
                <c:pt idx="4735">
                  <c:v>65</c:v>
                </c:pt>
                <c:pt idx="4736">
                  <c:v>204</c:v>
                </c:pt>
                <c:pt idx="4737">
                  <c:v>125</c:v>
                </c:pt>
                <c:pt idx="4738">
                  <c:v>42</c:v>
                </c:pt>
                <c:pt idx="4739">
                  <c:v>59</c:v>
                </c:pt>
                <c:pt idx="4740">
                  <c:v>61.33</c:v>
                </c:pt>
                <c:pt idx="4741">
                  <c:v>67</c:v>
                </c:pt>
                <c:pt idx="4742">
                  <c:v>27</c:v>
                </c:pt>
                <c:pt idx="4743">
                  <c:v>141</c:v>
                </c:pt>
                <c:pt idx="4744">
                  <c:v>56.24</c:v>
                </c:pt>
                <c:pt idx="4745">
                  <c:v>70</c:v>
                </c:pt>
                <c:pt idx="4746">
                  <c:v>59</c:v>
                </c:pt>
                <c:pt idx="4747">
                  <c:v>100</c:v>
                </c:pt>
                <c:pt idx="4748">
                  <c:v>69</c:v>
                </c:pt>
                <c:pt idx="4749">
                  <c:v>90</c:v>
                </c:pt>
                <c:pt idx="4750">
                  <c:v>54</c:v>
                </c:pt>
                <c:pt idx="4751">
                  <c:v>150</c:v>
                </c:pt>
                <c:pt idx="4752">
                  <c:v>62.55</c:v>
                </c:pt>
                <c:pt idx="4753">
                  <c:v>78</c:v>
                </c:pt>
                <c:pt idx="4754">
                  <c:v>58</c:v>
                </c:pt>
                <c:pt idx="4755">
                  <c:v>190</c:v>
                </c:pt>
                <c:pt idx="4756">
                  <c:v>85.73</c:v>
                </c:pt>
                <c:pt idx="4757">
                  <c:v>80</c:v>
                </c:pt>
                <c:pt idx="4758">
                  <c:v>85</c:v>
                </c:pt>
                <c:pt idx="4759">
                  <c:v>100</c:v>
                </c:pt>
                <c:pt idx="4760">
                  <c:v>57</c:v>
                </c:pt>
                <c:pt idx="4761">
                  <c:v>60</c:v>
                </c:pt>
                <c:pt idx="4762">
                  <c:v>208</c:v>
                </c:pt>
                <c:pt idx="4763">
                  <c:v>65</c:v>
                </c:pt>
                <c:pt idx="4764">
                  <c:v>113</c:v>
                </c:pt>
                <c:pt idx="4765">
                  <c:v>160</c:v>
                </c:pt>
                <c:pt idx="4766">
                  <c:v>46.79</c:v>
                </c:pt>
                <c:pt idx="4767">
                  <c:v>55</c:v>
                </c:pt>
                <c:pt idx="4768">
                  <c:v>55.55</c:v>
                </c:pt>
                <c:pt idx="4769">
                  <c:v>180</c:v>
                </c:pt>
                <c:pt idx="4770">
                  <c:v>53</c:v>
                </c:pt>
                <c:pt idx="4771">
                  <c:v>100</c:v>
                </c:pt>
                <c:pt idx="4772">
                  <c:v>29.44</c:v>
                </c:pt>
                <c:pt idx="4773">
                  <c:v>139.5</c:v>
                </c:pt>
                <c:pt idx="4774">
                  <c:v>37</c:v>
                </c:pt>
                <c:pt idx="4775">
                  <c:v>59.6</c:v>
                </c:pt>
                <c:pt idx="4776">
                  <c:v>95</c:v>
                </c:pt>
                <c:pt idx="4777">
                  <c:v>59</c:v>
                </c:pt>
                <c:pt idx="4778">
                  <c:v>30</c:v>
                </c:pt>
                <c:pt idx="4779">
                  <c:v>58</c:v>
                </c:pt>
                <c:pt idx="4780">
                  <c:v>43</c:v>
                </c:pt>
                <c:pt idx="4781">
                  <c:v>36</c:v>
                </c:pt>
                <c:pt idx="4782">
                  <c:v>48.06</c:v>
                </c:pt>
                <c:pt idx="4783">
                  <c:v>32</c:v>
                </c:pt>
                <c:pt idx="4784">
                  <c:v>110</c:v>
                </c:pt>
                <c:pt idx="4785">
                  <c:v>101</c:v>
                </c:pt>
                <c:pt idx="4786">
                  <c:v>57</c:v>
                </c:pt>
                <c:pt idx="4787">
                  <c:v>50</c:v>
                </c:pt>
                <c:pt idx="4788">
                  <c:v>30.75</c:v>
                </c:pt>
                <c:pt idx="4789">
                  <c:v>145</c:v>
                </c:pt>
                <c:pt idx="4790">
                  <c:v>58</c:v>
                </c:pt>
                <c:pt idx="4791">
                  <c:v>57.6</c:v>
                </c:pt>
                <c:pt idx="4792">
                  <c:v>29.25</c:v>
                </c:pt>
                <c:pt idx="4793">
                  <c:v>122</c:v>
                </c:pt>
                <c:pt idx="4794">
                  <c:v>54</c:v>
                </c:pt>
                <c:pt idx="4795">
                  <c:v>30.43</c:v>
                </c:pt>
                <c:pt idx="4796">
                  <c:v>75</c:v>
                </c:pt>
                <c:pt idx="4797">
                  <c:v>90</c:v>
                </c:pt>
                <c:pt idx="4798">
                  <c:v>76.180000000000007</c:v>
                </c:pt>
                <c:pt idx="4799">
                  <c:v>57</c:v>
                </c:pt>
                <c:pt idx="4800">
                  <c:v>95</c:v>
                </c:pt>
                <c:pt idx="4801">
                  <c:v>75</c:v>
                </c:pt>
                <c:pt idx="4802">
                  <c:v>42.9</c:v>
                </c:pt>
                <c:pt idx="4803">
                  <c:v>86.91</c:v>
                </c:pt>
                <c:pt idx="4804">
                  <c:v>40</c:v>
                </c:pt>
                <c:pt idx="4805">
                  <c:v>46.5</c:v>
                </c:pt>
                <c:pt idx="4806">
                  <c:v>71.03</c:v>
                </c:pt>
                <c:pt idx="4807">
                  <c:v>82</c:v>
                </c:pt>
                <c:pt idx="4808">
                  <c:v>75</c:v>
                </c:pt>
                <c:pt idx="4809">
                  <c:v>111</c:v>
                </c:pt>
                <c:pt idx="4810">
                  <c:v>46</c:v>
                </c:pt>
                <c:pt idx="4811">
                  <c:v>80</c:v>
                </c:pt>
                <c:pt idx="4812">
                  <c:v>82</c:v>
                </c:pt>
                <c:pt idx="4813">
                  <c:v>44.5</c:v>
                </c:pt>
                <c:pt idx="4814">
                  <c:v>53.8</c:v>
                </c:pt>
                <c:pt idx="4815">
                  <c:v>110</c:v>
                </c:pt>
                <c:pt idx="4816">
                  <c:v>40</c:v>
                </c:pt>
                <c:pt idx="4817">
                  <c:v>60</c:v>
                </c:pt>
                <c:pt idx="4818">
                  <c:v>60</c:v>
                </c:pt>
                <c:pt idx="4819">
                  <c:v>37</c:v>
                </c:pt>
                <c:pt idx="4820">
                  <c:v>41.3</c:v>
                </c:pt>
                <c:pt idx="4821">
                  <c:v>47</c:v>
                </c:pt>
                <c:pt idx="4822">
                  <c:v>51</c:v>
                </c:pt>
                <c:pt idx="4823">
                  <c:v>130</c:v>
                </c:pt>
                <c:pt idx="4824">
                  <c:v>32.15</c:v>
                </c:pt>
                <c:pt idx="4825">
                  <c:v>44</c:v>
                </c:pt>
                <c:pt idx="4826">
                  <c:v>165</c:v>
                </c:pt>
                <c:pt idx="4827">
                  <c:v>28.41</c:v>
                </c:pt>
                <c:pt idx="4828">
                  <c:v>54</c:v>
                </c:pt>
                <c:pt idx="4829">
                  <c:v>105</c:v>
                </c:pt>
                <c:pt idx="4830">
                  <c:v>138</c:v>
                </c:pt>
                <c:pt idx="4831">
                  <c:v>43</c:v>
                </c:pt>
                <c:pt idx="4832">
                  <c:v>52.33</c:v>
                </c:pt>
                <c:pt idx="4833">
                  <c:v>68.5</c:v>
                </c:pt>
                <c:pt idx="4834">
                  <c:v>55.79</c:v>
                </c:pt>
                <c:pt idx="4835">
                  <c:v>71</c:v>
                </c:pt>
                <c:pt idx="4836">
                  <c:v>95</c:v>
                </c:pt>
                <c:pt idx="4837">
                  <c:v>110</c:v>
                </c:pt>
                <c:pt idx="4838">
                  <c:v>38.5</c:v>
                </c:pt>
                <c:pt idx="4839">
                  <c:v>54</c:v>
                </c:pt>
                <c:pt idx="4840">
                  <c:v>170</c:v>
                </c:pt>
                <c:pt idx="4841">
                  <c:v>55</c:v>
                </c:pt>
                <c:pt idx="4842">
                  <c:v>111</c:v>
                </c:pt>
                <c:pt idx="4843">
                  <c:v>75</c:v>
                </c:pt>
                <c:pt idx="4844">
                  <c:v>99</c:v>
                </c:pt>
                <c:pt idx="4845">
                  <c:v>125</c:v>
                </c:pt>
                <c:pt idx="4846">
                  <c:v>50</c:v>
                </c:pt>
                <c:pt idx="4847">
                  <c:v>48</c:v>
                </c:pt>
                <c:pt idx="4848">
                  <c:v>86.58</c:v>
                </c:pt>
                <c:pt idx="4849">
                  <c:v>84.18</c:v>
                </c:pt>
                <c:pt idx="4850">
                  <c:v>55.25</c:v>
                </c:pt>
                <c:pt idx="4851">
                  <c:v>80</c:v>
                </c:pt>
                <c:pt idx="4852">
                  <c:v>105</c:v>
                </c:pt>
                <c:pt idx="4853">
                  <c:v>35</c:v>
                </c:pt>
                <c:pt idx="4854">
                  <c:v>38.44</c:v>
                </c:pt>
                <c:pt idx="4855">
                  <c:v>251.5</c:v>
                </c:pt>
                <c:pt idx="4856">
                  <c:v>55</c:v>
                </c:pt>
                <c:pt idx="4857">
                  <c:v>49</c:v>
                </c:pt>
                <c:pt idx="4858">
                  <c:v>22</c:v>
                </c:pt>
                <c:pt idx="4859">
                  <c:v>55</c:v>
                </c:pt>
                <c:pt idx="4860">
                  <c:v>135</c:v>
                </c:pt>
                <c:pt idx="4861">
                  <c:v>58</c:v>
                </c:pt>
                <c:pt idx="4862">
                  <c:v>42</c:v>
                </c:pt>
                <c:pt idx="4863">
                  <c:v>62</c:v>
                </c:pt>
                <c:pt idx="4864">
                  <c:v>77.5</c:v>
                </c:pt>
                <c:pt idx="4865">
                  <c:v>100</c:v>
                </c:pt>
                <c:pt idx="4866">
                  <c:v>118</c:v>
                </c:pt>
                <c:pt idx="4867">
                  <c:v>58</c:v>
                </c:pt>
                <c:pt idx="4868">
                  <c:v>57.15</c:v>
                </c:pt>
                <c:pt idx="4869">
                  <c:v>52</c:v>
                </c:pt>
                <c:pt idx="4870">
                  <c:v>58</c:v>
                </c:pt>
                <c:pt idx="4871">
                  <c:v>55</c:v>
                </c:pt>
                <c:pt idx="4872">
                  <c:v>44</c:v>
                </c:pt>
                <c:pt idx="4873">
                  <c:v>30.715</c:v>
                </c:pt>
                <c:pt idx="4874">
                  <c:v>97</c:v>
                </c:pt>
                <c:pt idx="4875">
                  <c:v>49.35</c:v>
                </c:pt>
                <c:pt idx="4876">
                  <c:v>84</c:v>
                </c:pt>
                <c:pt idx="4877">
                  <c:v>100</c:v>
                </c:pt>
                <c:pt idx="4878">
                  <c:v>120</c:v>
                </c:pt>
                <c:pt idx="4879">
                  <c:v>78.650000000000006</c:v>
                </c:pt>
                <c:pt idx="4880">
                  <c:v>58</c:v>
                </c:pt>
                <c:pt idx="4881">
                  <c:v>110</c:v>
                </c:pt>
                <c:pt idx="4882">
                  <c:v>54.24</c:v>
                </c:pt>
                <c:pt idx="4883">
                  <c:v>30</c:v>
                </c:pt>
                <c:pt idx="4884">
                  <c:v>55</c:v>
                </c:pt>
                <c:pt idx="4885">
                  <c:v>37.6</c:v>
                </c:pt>
                <c:pt idx="4886">
                  <c:v>45</c:v>
                </c:pt>
                <c:pt idx="4887">
                  <c:v>45</c:v>
                </c:pt>
                <c:pt idx="4888">
                  <c:v>34.130000000000003</c:v>
                </c:pt>
                <c:pt idx="4889">
                  <c:v>79.19</c:v>
                </c:pt>
                <c:pt idx="4890">
                  <c:v>68</c:v>
                </c:pt>
                <c:pt idx="4891">
                  <c:v>52.43</c:v>
                </c:pt>
                <c:pt idx="4892">
                  <c:v>107</c:v>
                </c:pt>
                <c:pt idx="4893">
                  <c:v>135</c:v>
                </c:pt>
                <c:pt idx="4894">
                  <c:v>65</c:v>
                </c:pt>
                <c:pt idx="4895">
                  <c:v>45.75</c:v>
                </c:pt>
                <c:pt idx="4896">
                  <c:v>56</c:v>
                </c:pt>
                <c:pt idx="4897">
                  <c:v>115.89</c:v>
                </c:pt>
                <c:pt idx="4898">
                  <c:v>47.88</c:v>
                </c:pt>
                <c:pt idx="4899">
                  <c:v>329</c:v>
                </c:pt>
                <c:pt idx="4900">
                  <c:v>62.4</c:v>
                </c:pt>
                <c:pt idx="4901">
                  <c:v>37.85</c:v>
                </c:pt>
                <c:pt idx="4902">
                  <c:v>41</c:v>
                </c:pt>
                <c:pt idx="4903">
                  <c:v>54.8</c:v>
                </c:pt>
                <c:pt idx="4904">
                  <c:v>39.369999999999997</c:v>
                </c:pt>
                <c:pt idx="4905">
                  <c:v>41.2</c:v>
                </c:pt>
                <c:pt idx="4906">
                  <c:v>115</c:v>
                </c:pt>
                <c:pt idx="4907">
                  <c:v>106</c:v>
                </c:pt>
                <c:pt idx="4908">
                  <c:v>46.6</c:v>
                </c:pt>
                <c:pt idx="4909">
                  <c:v>58</c:v>
                </c:pt>
                <c:pt idx="4910">
                  <c:v>56</c:v>
                </c:pt>
                <c:pt idx="4911">
                  <c:v>36</c:v>
                </c:pt>
                <c:pt idx="4912">
                  <c:v>85</c:v>
                </c:pt>
                <c:pt idx="4913">
                  <c:v>66</c:v>
                </c:pt>
                <c:pt idx="4914">
                  <c:v>75</c:v>
                </c:pt>
                <c:pt idx="4915">
                  <c:v>69</c:v>
                </c:pt>
                <c:pt idx="4916">
                  <c:v>175</c:v>
                </c:pt>
                <c:pt idx="4917">
                  <c:v>70</c:v>
                </c:pt>
                <c:pt idx="4918">
                  <c:v>52</c:v>
                </c:pt>
                <c:pt idx="4919">
                  <c:v>75</c:v>
                </c:pt>
                <c:pt idx="4920">
                  <c:v>83</c:v>
                </c:pt>
                <c:pt idx="4921">
                  <c:v>75</c:v>
                </c:pt>
                <c:pt idx="4922">
                  <c:v>39</c:v>
                </c:pt>
                <c:pt idx="4923">
                  <c:v>65</c:v>
                </c:pt>
                <c:pt idx="4924">
                  <c:v>65</c:v>
                </c:pt>
                <c:pt idx="4925">
                  <c:v>34</c:v>
                </c:pt>
                <c:pt idx="4926">
                  <c:v>42</c:v>
                </c:pt>
                <c:pt idx="4927">
                  <c:v>38.409999999999997</c:v>
                </c:pt>
                <c:pt idx="4928">
                  <c:v>116</c:v>
                </c:pt>
                <c:pt idx="4929">
                  <c:v>52</c:v>
                </c:pt>
                <c:pt idx="4930">
                  <c:v>25.38</c:v>
                </c:pt>
                <c:pt idx="4931">
                  <c:v>57</c:v>
                </c:pt>
                <c:pt idx="4932">
                  <c:v>67.73</c:v>
                </c:pt>
                <c:pt idx="4933">
                  <c:v>268.5</c:v>
                </c:pt>
                <c:pt idx="4934">
                  <c:v>50</c:v>
                </c:pt>
                <c:pt idx="4935">
                  <c:v>200</c:v>
                </c:pt>
                <c:pt idx="4936">
                  <c:v>190</c:v>
                </c:pt>
                <c:pt idx="4937">
                  <c:v>80</c:v>
                </c:pt>
                <c:pt idx="4938">
                  <c:v>110</c:v>
                </c:pt>
                <c:pt idx="4939">
                  <c:v>80</c:v>
                </c:pt>
                <c:pt idx="4940">
                  <c:v>85</c:v>
                </c:pt>
                <c:pt idx="4941">
                  <c:v>81</c:v>
                </c:pt>
                <c:pt idx="4942">
                  <c:v>52</c:v>
                </c:pt>
                <c:pt idx="4943">
                  <c:v>69.5</c:v>
                </c:pt>
                <c:pt idx="4944">
                  <c:v>57.91</c:v>
                </c:pt>
                <c:pt idx="4945">
                  <c:v>160</c:v>
                </c:pt>
                <c:pt idx="4946">
                  <c:v>150</c:v>
                </c:pt>
                <c:pt idx="4947">
                  <c:v>75</c:v>
                </c:pt>
                <c:pt idx="4948">
                  <c:v>42</c:v>
                </c:pt>
                <c:pt idx="4949">
                  <c:v>50</c:v>
                </c:pt>
                <c:pt idx="4950">
                  <c:v>50</c:v>
                </c:pt>
                <c:pt idx="4951">
                  <c:v>32.49</c:v>
                </c:pt>
                <c:pt idx="4952">
                  <c:v>57.2</c:v>
                </c:pt>
                <c:pt idx="4953">
                  <c:v>56.99</c:v>
                </c:pt>
                <c:pt idx="4954">
                  <c:v>50</c:v>
                </c:pt>
                <c:pt idx="4955">
                  <c:v>93</c:v>
                </c:pt>
                <c:pt idx="4956">
                  <c:v>34.299999999999997</c:v>
                </c:pt>
                <c:pt idx="4957">
                  <c:v>119</c:v>
                </c:pt>
                <c:pt idx="4958">
                  <c:v>150</c:v>
                </c:pt>
                <c:pt idx="4959">
                  <c:v>47</c:v>
                </c:pt>
                <c:pt idx="4960">
                  <c:v>50</c:v>
                </c:pt>
                <c:pt idx="4961">
                  <c:v>55</c:v>
                </c:pt>
                <c:pt idx="4962">
                  <c:v>75.599999999999994</c:v>
                </c:pt>
                <c:pt idx="4963">
                  <c:v>62</c:v>
                </c:pt>
                <c:pt idx="4964">
                  <c:v>93</c:v>
                </c:pt>
                <c:pt idx="4965">
                  <c:v>60</c:v>
                </c:pt>
                <c:pt idx="4966">
                  <c:v>42</c:v>
                </c:pt>
                <c:pt idx="4967">
                  <c:v>95.1</c:v>
                </c:pt>
                <c:pt idx="4968">
                  <c:v>62.8</c:v>
                </c:pt>
                <c:pt idx="4969">
                  <c:v>75</c:v>
                </c:pt>
                <c:pt idx="4970">
                  <c:v>53</c:v>
                </c:pt>
                <c:pt idx="4971">
                  <c:v>58.99</c:v>
                </c:pt>
                <c:pt idx="4972">
                  <c:v>28.88</c:v>
                </c:pt>
                <c:pt idx="4973">
                  <c:v>95</c:v>
                </c:pt>
                <c:pt idx="4974">
                  <c:v>28.88</c:v>
                </c:pt>
                <c:pt idx="4975">
                  <c:v>150</c:v>
                </c:pt>
                <c:pt idx="4976">
                  <c:v>145</c:v>
                </c:pt>
                <c:pt idx="4977">
                  <c:v>50</c:v>
                </c:pt>
                <c:pt idx="4978">
                  <c:v>46</c:v>
                </c:pt>
                <c:pt idx="4979">
                  <c:v>75</c:v>
                </c:pt>
                <c:pt idx="4980">
                  <c:v>37.72</c:v>
                </c:pt>
                <c:pt idx="4981">
                  <c:v>55</c:v>
                </c:pt>
                <c:pt idx="4982">
                  <c:v>135</c:v>
                </c:pt>
                <c:pt idx="4983">
                  <c:v>135</c:v>
                </c:pt>
                <c:pt idx="4984">
                  <c:v>160</c:v>
                </c:pt>
                <c:pt idx="4985">
                  <c:v>32.25</c:v>
                </c:pt>
                <c:pt idx="4986">
                  <c:v>52.5</c:v>
                </c:pt>
                <c:pt idx="4987">
                  <c:v>15.5</c:v>
                </c:pt>
                <c:pt idx="4988">
                  <c:v>50.58</c:v>
                </c:pt>
                <c:pt idx="4989">
                  <c:v>26</c:v>
                </c:pt>
                <c:pt idx="4990">
                  <c:v>100</c:v>
                </c:pt>
                <c:pt idx="4991">
                  <c:v>82</c:v>
                </c:pt>
                <c:pt idx="4992">
                  <c:v>60</c:v>
                </c:pt>
                <c:pt idx="4993">
                  <c:v>53</c:v>
                </c:pt>
                <c:pt idx="4994">
                  <c:v>49</c:v>
                </c:pt>
                <c:pt idx="4995">
                  <c:v>46</c:v>
                </c:pt>
                <c:pt idx="4996">
                  <c:v>78.3</c:v>
                </c:pt>
                <c:pt idx="4997">
                  <c:v>65</c:v>
                </c:pt>
                <c:pt idx="4998">
                  <c:v>78</c:v>
                </c:pt>
                <c:pt idx="4999">
                  <c:v>93.5</c:v>
                </c:pt>
                <c:pt idx="5000">
                  <c:v>75</c:v>
                </c:pt>
                <c:pt idx="5001">
                  <c:v>120</c:v>
                </c:pt>
                <c:pt idx="5002">
                  <c:v>125</c:v>
                </c:pt>
                <c:pt idx="5003">
                  <c:v>46</c:v>
                </c:pt>
                <c:pt idx="5004">
                  <c:v>56</c:v>
                </c:pt>
                <c:pt idx="5005">
                  <c:v>40.39</c:v>
                </c:pt>
                <c:pt idx="5006">
                  <c:v>94</c:v>
                </c:pt>
                <c:pt idx="5007">
                  <c:v>68</c:v>
                </c:pt>
                <c:pt idx="5008">
                  <c:v>125</c:v>
                </c:pt>
                <c:pt idx="5009">
                  <c:v>62</c:v>
                </c:pt>
                <c:pt idx="5010">
                  <c:v>95</c:v>
                </c:pt>
                <c:pt idx="5011">
                  <c:v>133</c:v>
                </c:pt>
                <c:pt idx="5012">
                  <c:v>28.88</c:v>
                </c:pt>
                <c:pt idx="5013">
                  <c:v>50</c:v>
                </c:pt>
                <c:pt idx="5014">
                  <c:v>245</c:v>
                </c:pt>
                <c:pt idx="5015">
                  <c:v>105</c:v>
                </c:pt>
                <c:pt idx="5016">
                  <c:v>73</c:v>
                </c:pt>
                <c:pt idx="5017">
                  <c:v>60</c:v>
                </c:pt>
                <c:pt idx="5018">
                  <c:v>92</c:v>
                </c:pt>
                <c:pt idx="5019">
                  <c:v>49.8</c:v>
                </c:pt>
                <c:pt idx="5020">
                  <c:v>47</c:v>
                </c:pt>
                <c:pt idx="5021">
                  <c:v>55</c:v>
                </c:pt>
                <c:pt idx="5022">
                  <c:v>23</c:v>
                </c:pt>
                <c:pt idx="5023">
                  <c:v>48.48</c:v>
                </c:pt>
                <c:pt idx="5024">
                  <c:v>130</c:v>
                </c:pt>
                <c:pt idx="5025">
                  <c:v>53</c:v>
                </c:pt>
                <c:pt idx="5026">
                  <c:v>75</c:v>
                </c:pt>
                <c:pt idx="5027">
                  <c:v>125</c:v>
                </c:pt>
                <c:pt idx="5028">
                  <c:v>90</c:v>
                </c:pt>
                <c:pt idx="5029">
                  <c:v>55</c:v>
                </c:pt>
                <c:pt idx="5030">
                  <c:v>54.35</c:v>
                </c:pt>
                <c:pt idx="5031">
                  <c:v>55</c:v>
                </c:pt>
                <c:pt idx="5032">
                  <c:v>180</c:v>
                </c:pt>
                <c:pt idx="5033">
                  <c:v>65</c:v>
                </c:pt>
                <c:pt idx="5034">
                  <c:v>78</c:v>
                </c:pt>
                <c:pt idx="5035">
                  <c:v>45.9</c:v>
                </c:pt>
                <c:pt idx="5036">
                  <c:v>76</c:v>
                </c:pt>
                <c:pt idx="5037">
                  <c:v>110</c:v>
                </c:pt>
                <c:pt idx="5038">
                  <c:v>52.45</c:v>
                </c:pt>
                <c:pt idx="5039">
                  <c:v>50</c:v>
                </c:pt>
                <c:pt idx="5040">
                  <c:v>150</c:v>
                </c:pt>
                <c:pt idx="5041">
                  <c:v>71</c:v>
                </c:pt>
                <c:pt idx="5042">
                  <c:v>72.5</c:v>
                </c:pt>
                <c:pt idx="5043">
                  <c:v>102</c:v>
                </c:pt>
                <c:pt idx="5044">
                  <c:v>22.5</c:v>
                </c:pt>
                <c:pt idx="5045">
                  <c:v>250</c:v>
                </c:pt>
                <c:pt idx="5046">
                  <c:v>48</c:v>
                </c:pt>
                <c:pt idx="5047">
                  <c:v>165</c:v>
                </c:pt>
                <c:pt idx="5048">
                  <c:v>75</c:v>
                </c:pt>
                <c:pt idx="5049">
                  <c:v>125</c:v>
                </c:pt>
                <c:pt idx="5050">
                  <c:v>32.5</c:v>
                </c:pt>
                <c:pt idx="5051">
                  <c:v>49.5</c:v>
                </c:pt>
                <c:pt idx="5052">
                  <c:v>55.5</c:v>
                </c:pt>
                <c:pt idx="5053">
                  <c:v>90</c:v>
                </c:pt>
                <c:pt idx="5054">
                  <c:v>303</c:v>
                </c:pt>
                <c:pt idx="5055">
                  <c:v>33.64</c:v>
                </c:pt>
                <c:pt idx="5056">
                  <c:v>35.11</c:v>
                </c:pt>
                <c:pt idx="5057">
                  <c:v>88</c:v>
                </c:pt>
                <c:pt idx="5058">
                  <c:v>17</c:v>
                </c:pt>
                <c:pt idx="5059">
                  <c:v>89</c:v>
                </c:pt>
                <c:pt idx="5060">
                  <c:v>85.73</c:v>
                </c:pt>
                <c:pt idx="5061">
                  <c:v>100</c:v>
                </c:pt>
                <c:pt idx="5062">
                  <c:v>22</c:v>
                </c:pt>
                <c:pt idx="5063">
                  <c:v>155</c:v>
                </c:pt>
                <c:pt idx="5064">
                  <c:v>34</c:v>
                </c:pt>
                <c:pt idx="5065">
                  <c:v>90</c:v>
                </c:pt>
                <c:pt idx="5066">
                  <c:v>250</c:v>
                </c:pt>
                <c:pt idx="5067">
                  <c:v>42</c:v>
                </c:pt>
                <c:pt idx="5068">
                  <c:v>75</c:v>
                </c:pt>
                <c:pt idx="5069">
                  <c:v>154</c:v>
                </c:pt>
                <c:pt idx="5070">
                  <c:v>125</c:v>
                </c:pt>
                <c:pt idx="5071">
                  <c:v>130</c:v>
                </c:pt>
                <c:pt idx="5072">
                  <c:v>47</c:v>
                </c:pt>
                <c:pt idx="5073">
                  <c:v>67.12</c:v>
                </c:pt>
                <c:pt idx="5074">
                  <c:v>160</c:v>
                </c:pt>
                <c:pt idx="5075">
                  <c:v>90</c:v>
                </c:pt>
                <c:pt idx="5076">
                  <c:v>133</c:v>
                </c:pt>
                <c:pt idx="5077">
                  <c:v>92</c:v>
                </c:pt>
                <c:pt idx="5078">
                  <c:v>74.400000000000006</c:v>
                </c:pt>
                <c:pt idx="5079">
                  <c:v>40.17</c:v>
                </c:pt>
                <c:pt idx="5080">
                  <c:v>108</c:v>
                </c:pt>
                <c:pt idx="5081">
                  <c:v>58</c:v>
                </c:pt>
                <c:pt idx="5082">
                  <c:v>59.99</c:v>
                </c:pt>
                <c:pt idx="5083">
                  <c:v>40</c:v>
                </c:pt>
                <c:pt idx="5084">
                  <c:v>30.29</c:v>
                </c:pt>
                <c:pt idx="5085">
                  <c:v>55</c:v>
                </c:pt>
                <c:pt idx="5086">
                  <c:v>93</c:v>
                </c:pt>
                <c:pt idx="5087">
                  <c:v>60</c:v>
                </c:pt>
                <c:pt idx="5088">
                  <c:v>43</c:v>
                </c:pt>
                <c:pt idx="5089">
                  <c:v>45</c:v>
                </c:pt>
                <c:pt idx="5090">
                  <c:v>26</c:v>
                </c:pt>
                <c:pt idx="5091">
                  <c:v>50</c:v>
                </c:pt>
                <c:pt idx="5092">
                  <c:v>168</c:v>
                </c:pt>
                <c:pt idx="5093">
                  <c:v>125</c:v>
                </c:pt>
                <c:pt idx="5094">
                  <c:v>57</c:v>
                </c:pt>
                <c:pt idx="5095">
                  <c:v>72</c:v>
                </c:pt>
                <c:pt idx="5096">
                  <c:v>40.89</c:v>
                </c:pt>
                <c:pt idx="5097">
                  <c:v>43.5</c:v>
                </c:pt>
                <c:pt idx="5098">
                  <c:v>135</c:v>
                </c:pt>
                <c:pt idx="5099">
                  <c:v>49.27</c:v>
                </c:pt>
                <c:pt idx="5100">
                  <c:v>60</c:v>
                </c:pt>
                <c:pt idx="5101">
                  <c:v>100</c:v>
                </c:pt>
                <c:pt idx="5102">
                  <c:v>65</c:v>
                </c:pt>
                <c:pt idx="5103">
                  <c:v>61</c:v>
                </c:pt>
                <c:pt idx="5104">
                  <c:v>46</c:v>
                </c:pt>
                <c:pt idx="5105">
                  <c:v>33</c:v>
                </c:pt>
                <c:pt idx="5106">
                  <c:v>135</c:v>
                </c:pt>
                <c:pt idx="5107">
                  <c:v>190</c:v>
                </c:pt>
                <c:pt idx="5108">
                  <c:v>56</c:v>
                </c:pt>
                <c:pt idx="5109">
                  <c:v>45</c:v>
                </c:pt>
                <c:pt idx="5110">
                  <c:v>105</c:v>
                </c:pt>
                <c:pt idx="5111">
                  <c:v>149</c:v>
                </c:pt>
                <c:pt idx="5112">
                  <c:v>79</c:v>
                </c:pt>
                <c:pt idx="5113">
                  <c:v>40</c:v>
                </c:pt>
                <c:pt idx="5114">
                  <c:v>90</c:v>
                </c:pt>
                <c:pt idx="5115">
                  <c:v>86</c:v>
                </c:pt>
                <c:pt idx="5116">
                  <c:v>50</c:v>
                </c:pt>
                <c:pt idx="5117">
                  <c:v>98</c:v>
                </c:pt>
                <c:pt idx="5118">
                  <c:v>70</c:v>
                </c:pt>
                <c:pt idx="5119">
                  <c:v>65</c:v>
                </c:pt>
                <c:pt idx="5120">
                  <c:v>75</c:v>
                </c:pt>
                <c:pt idx="5121">
                  <c:v>52</c:v>
                </c:pt>
                <c:pt idx="5122">
                  <c:v>48.87</c:v>
                </c:pt>
                <c:pt idx="5123">
                  <c:v>56</c:v>
                </c:pt>
                <c:pt idx="5124">
                  <c:v>39.33</c:v>
                </c:pt>
                <c:pt idx="5125">
                  <c:v>92</c:v>
                </c:pt>
                <c:pt idx="5126">
                  <c:v>40.47</c:v>
                </c:pt>
                <c:pt idx="5127">
                  <c:v>84.29</c:v>
                </c:pt>
                <c:pt idx="5128">
                  <c:v>150</c:v>
                </c:pt>
                <c:pt idx="5129">
                  <c:v>32.78</c:v>
                </c:pt>
                <c:pt idx="5130">
                  <c:v>45</c:v>
                </c:pt>
                <c:pt idx="5131">
                  <c:v>105</c:v>
                </c:pt>
                <c:pt idx="5132">
                  <c:v>50</c:v>
                </c:pt>
                <c:pt idx="5133">
                  <c:v>58</c:v>
                </c:pt>
                <c:pt idx="5134">
                  <c:v>60.44</c:v>
                </c:pt>
                <c:pt idx="5135">
                  <c:v>55</c:v>
                </c:pt>
                <c:pt idx="5136">
                  <c:v>62</c:v>
                </c:pt>
                <c:pt idx="5137">
                  <c:v>26.91</c:v>
                </c:pt>
                <c:pt idx="5138">
                  <c:v>45</c:v>
                </c:pt>
                <c:pt idx="5139">
                  <c:v>65</c:v>
                </c:pt>
                <c:pt idx="5140">
                  <c:v>119</c:v>
                </c:pt>
                <c:pt idx="5141">
                  <c:v>85</c:v>
                </c:pt>
                <c:pt idx="5142">
                  <c:v>65</c:v>
                </c:pt>
                <c:pt idx="5143">
                  <c:v>42</c:v>
                </c:pt>
                <c:pt idx="5144">
                  <c:v>51</c:v>
                </c:pt>
                <c:pt idx="5145">
                  <c:v>55</c:v>
                </c:pt>
                <c:pt idx="5146">
                  <c:v>160</c:v>
                </c:pt>
                <c:pt idx="5147">
                  <c:v>150</c:v>
                </c:pt>
                <c:pt idx="5148">
                  <c:v>29.5</c:v>
                </c:pt>
                <c:pt idx="5149">
                  <c:v>89</c:v>
                </c:pt>
                <c:pt idx="5150">
                  <c:v>83</c:v>
                </c:pt>
                <c:pt idx="5151">
                  <c:v>39.799999999999997</c:v>
                </c:pt>
                <c:pt idx="5152">
                  <c:v>55</c:v>
                </c:pt>
                <c:pt idx="5153">
                  <c:v>37.200000000000003</c:v>
                </c:pt>
                <c:pt idx="5154">
                  <c:v>140</c:v>
                </c:pt>
                <c:pt idx="5155">
                  <c:v>60</c:v>
                </c:pt>
                <c:pt idx="5156">
                  <c:v>76</c:v>
                </c:pt>
                <c:pt idx="5157">
                  <c:v>63.5</c:v>
                </c:pt>
                <c:pt idx="5158">
                  <c:v>65</c:v>
                </c:pt>
                <c:pt idx="5159">
                  <c:v>90</c:v>
                </c:pt>
                <c:pt idx="5160">
                  <c:v>155</c:v>
                </c:pt>
                <c:pt idx="5161">
                  <c:v>142</c:v>
                </c:pt>
                <c:pt idx="5162">
                  <c:v>43</c:v>
                </c:pt>
                <c:pt idx="5163">
                  <c:v>67</c:v>
                </c:pt>
                <c:pt idx="5164">
                  <c:v>76.02</c:v>
                </c:pt>
                <c:pt idx="5165">
                  <c:v>95</c:v>
                </c:pt>
                <c:pt idx="5166">
                  <c:v>65</c:v>
                </c:pt>
                <c:pt idx="5167">
                  <c:v>154.5</c:v>
                </c:pt>
                <c:pt idx="5168">
                  <c:v>103</c:v>
                </c:pt>
                <c:pt idx="5169">
                  <c:v>53</c:v>
                </c:pt>
                <c:pt idx="5170">
                  <c:v>111</c:v>
                </c:pt>
                <c:pt idx="5171">
                  <c:v>46.13</c:v>
                </c:pt>
                <c:pt idx="5172">
                  <c:v>37</c:v>
                </c:pt>
                <c:pt idx="5173">
                  <c:v>61</c:v>
                </c:pt>
                <c:pt idx="5174">
                  <c:v>77.88</c:v>
                </c:pt>
                <c:pt idx="5175">
                  <c:v>110</c:v>
                </c:pt>
                <c:pt idx="5176">
                  <c:v>46.13</c:v>
                </c:pt>
                <c:pt idx="5177">
                  <c:v>46</c:v>
                </c:pt>
                <c:pt idx="5178">
                  <c:v>78</c:v>
                </c:pt>
                <c:pt idx="5179">
                  <c:v>155</c:v>
                </c:pt>
                <c:pt idx="5180">
                  <c:v>130</c:v>
                </c:pt>
                <c:pt idx="5181">
                  <c:v>80</c:v>
                </c:pt>
                <c:pt idx="5182">
                  <c:v>105</c:v>
                </c:pt>
                <c:pt idx="5183">
                  <c:v>120</c:v>
                </c:pt>
                <c:pt idx="5184">
                  <c:v>84</c:v>
                </c:pt>
                <c:pt idx="5185">
                  <c:v>130</c:v>
                </c:pt>
                <c:pt idx="5186">
                  <c:v>39.33</c:v>
                </c:pt>
                <c:pt idx="5187">
                  <c:v>98</c:v>
                </c:pt>
                <c:pt idx="5188">
                  <c:v>92</c:v>
                </c:pt>
                <c:pt idx="5189">
                  <c:v>55</c:v>
                </c:pt>
                <c:pt idx="5190">
                  <c:v>76</c:v>
                </c:pt>
                <c:pt idx="5191">
                  <c:v>47</c:v>
                </c:pt>
                <c:pt idx="5192">
                  <c:v>180</c:v>
                </c:pt>
                <c:pt idx="5193">
                  <c:v>60</c:v>
                </c:pt>
                <c:pt idx="5194">
                  <c:v>60</c:v>
                </c:pt>
                <c:pt idx="5195">
                  <c:v>64</c:v>
                </c:pt>
                <c:pt idx="5196">
                  <c:v>54.59</c:v>
                </c:pt>
                <c:pt idx="5197">
                  <c:v>48.33</c:v>
                </c:pt>
                <c:pt idx="5198">
                  <c:v>58</c:v>
                </c:pt>
                <c:pt idx="5199">
                  <c:v>90</c:v>
                </c:pt>
                <c:pt idx="5200">
                  <c:v>150</c:v>
                </c:pt>
                <c:pt idx="5201">
                  <c:v>60</c:v>
                </c:pt>
                <c:pt idx="5202">
                  <c:v>51.5</c:v>
                </c:pt>
                <c:pt idx="5203">
                  <c:v>136</c:v>
                </c:pt>
                <c:pt idx="5204">
                  <c:v>92.13</c:v>
                </c:pt>
                <c:pt idx="5205">
                  <c:v>80</c:v>
                </c:pt>
                <c:pt idx="5206">
                  <c:v>65</c:v>
                </c:pt>
                <c:pt idx="5207">
                  <c:v>55.38</c:v>
                </c:pt>
                <c:pt idx="5208">
                  <c:v>79</c:v>
                </c:pt>
                <c:pt idx="5209">
                  <c:v>67</c:v>
                </c:pt>
                <c:pt idx="5210">
                  <c:v>56</c:v>
                </c:pt>
                <c:pt idx="5211">
                  <c:v>27</c:v>
                </c:pt>
                <c:pt idx="5212">
                  <c:v>17.5</c:v>
                </c:pt>
                <c:pt idx="5213">
                  <c:v>25</c:v>
                </c:pt>
                <c:pt idx="5214">
                  <c:v>16.45</c:v>
                </c:pt>
                <c:pt idx="5215">
                  <c:v>44</c:v>
                </c:pt>
                <c:pt idx="5216">
                  <c:v>68</c:v>
                </c:pt>
                <c:pt idx="5217">
                  <c:v>158.5</c:v>
                </c:pt>
                <c:pt idx="5218">
                  <c:v>73</c:v>
                </c:pt>
                <c:pt idx="5219">
                  <c:v>65</c:v>
                </c:pt>
                <c:pt idx="5220">
                  <c:v>24</c:v>
                </c:pt>
                <c:pt idx="5221">
                  <c:v>50</c:v>
                </c:pt>
                <c:pt idx="5222">
                  <c:v>58</c:v>
                </c:pt>
                <c:pt idx="5223">
                  <c:v>329</c:v>
                </c:pt>
                <c:pt idx="5224">
                  <c:v>70.444999999999993</c:v>
                </c:pt>
                <c:pt idx="5225">
                  <c:v>53</c:v>
                </c:pt>
                <c:pt idx="5226">
                  <c:v>130</c:v>
                </c:pt>
                <c:pt idx="5227">
                  <c:v>46.5</c:v>
                </c:pt>
                <c:pt idx="5228">
                  <c:v>40.9</c:v>
                </c:pt>
                <c:pt idx="5229">
                  <c:v>55</c:v>
                </c:pt>
                <c:pt idx="5230">
                  <c:v>54</c:v>
                </c:pt>
                <c:pt idx="5231">
                  <c:v>65</c:v>
                </c:pt>
                <c:pt idx="5232">
                  <c:v>44.17</c:v>
                </c:pt>
                <c:pt idx="5233">
                  <c:v>95</c:v>
                </c:pt>
                <c:pt idx="5234">
                  <c:v>39</c:v>
                </c:pt>
                <c:pt idx="5235">
                  <c:v>56.4</c:v>
                </c:pt>
                <c:pt idx="5236">
                  <c:v>47</c:v>
                </c:pt>
                <c:pt idx="5237">
                  <c:v>75.97</c:v>
                </c:pt>
                <c:pt idx="5238">
                  <c:v>158</c:v>
                </c:pt>
                <c:pt idx="5239">
                  <c:v>115</c:v>
                </c:pt>
                <c:pt idx="5240">
                  <c:v>58</c:v>
                </c:pt>
                <c:pt idx="5241">
                  <c:v>51.5</c:v>
                </c:pt>
                <c:pt idx="5242">
                  <c:v>24</c:v>
                </c:pt>
                <c:pt idx="5243">
                  <c:v>50</c:v>
                </c:pt>
                <c:pt idx="5244">
                  <c:v>180</c:v>
                </c:pt>
                <c:pt idx="5245">
                  <c:v>26.9</c:v>
                </c:pt>
                <c:pt idx="5246">
                  <c:v>27</c:v>
                </c:pt>
                <c:pt idx="5247">
                  <c:v>50</c:v>
                </c:pt>
                <c:pt idx="5248">
                  <c:v>56</c:v>
                </c:pt>
                <c:pt idx="5249">
                  <c:v>121</c:v>
                </c:pt>
                <c:pt idx="5250">
                  <c:v>51</c:v>
                </c:pt>
                <c:pt idx="5251">
                  <c:v>58</c:v>
                </c:pt>
                <c:pt idx="5252">
                  <c:v>49</c:v>
                </c:pt>
                <c:pt idx="5253">
                  <c:v>64</c:v>
                </c:pt>
                <c:pt idx="5254">
                  <c:v>35</c:v>
                </c:pt>
                <c:pt idx="5255">
                  <c:v>33.92</c:v>
                </c:pt>
                <c:pt idx="5256">
                  <c:v>260</c:v>
                </c:pt>
                <c:pt idx="5257">
                  <c:v>38</c:v>
                </c:pt>
                <c:pt idx="5258">
                  <c:v>75</c:v>
                </c:pt>
                <c:pt idx="5259">
                  <c:v>47.57</c:v>
                </c:pt>
                <c:pt idx="5260">
                  <c:v>59</c:v>
                </c:pt>
                <c:pt idx="5261">
                  <c:v>53.76</c:v>
                </c:pt>
                <c:pt idx="5262">
                  <c:v>34.555</c:v>
                </c:pt>
                <c:pt idx="5263">
                  <c:v>99</c:v>
                </c:pt>
                <c:pt idx="5264">
                  <c:v>95</c:v>
                </c:pt>
                <c:pt idx="5265">
                  <c:v>58</c:v>
                </c:pt>
                <c:pt idx="5266">
                  <c:v>45.87</c:v>
                </c:pt>
                <c:pt idx="5267">
                  <c:v>90</c:v>
                </c:pt>
                <c:pt idx="5268">
                  <c:v>88</c:v>
                </c:pt>
                <c:pt idx="5269">
                  <c:v>30.88</c:v>
                </c:pt>
                <c:pt idx="5270">
                  <c:v>80</c:v>
                </c:pt>
                <c:pt idx="5271">
                  <c:v>87</c:v>
                </c:pt>
                <c:pt idx="5272">
                  <c:v>25</c:v>
                </c:pt>
                <c:pt idx="5273">
                  <c:v>43</c:v>
                </c:pt>
                <c:pt idx="5274">
                  <c:v>87</c:v>
                </c:pt>
                <c:pt idx="5275">
                  <c:v>73</c:v>
                </c:pt>
                <c:pt idx="5276">
                  <c:v>70</c:v>
                </c:pt>
                <c:pt idx="5277">
                  <c:v>39.99</c:v>
                </c:pt>
                <c:pt idx="5278">
                  <c:v>42</c:v>
                </c:pt>
                <c:pt idx="5279">
                  <c:v>65</c:v>
                </c:pt>
                <c:pt idx="5280">
                  <c:v>35.5</c:v>
                </c:pt>
                <c:pt idx="5281">
                  <c:v>28</c:v>
                </c:pt>
                <c:pt idx="5282">
                  <c:v>78.650000000000006</c:v>
                </c:pt>
                <c:pt idx="5283">
                  <c:v>68</c:v>
                </c:pt>
                <c:pt idx="5284">
                  <c:v>85</c:v>
                </c:pt>
                <c:pt idx="5285">
                  <c:v>101</c:v>
                </c:pt>
                <c:pt idx="5286">
                  <c:v>36.6</c:v>
                </c:pt>
                <c:pt idx="5287">
                  <c:v>54</c:v>
                </c:pt>
                <c:pt idx="5288">
                  <c:v>70</c:v>
                </c:pt>
                <c:pt idx="5289">
                  <c:v>41</c:v>
                </c:pt>
                <c:pt idx="5290">
                  <c:v>185</c:v>
                </c:pt>
                <c:pt idx="5291">
                  <c:v>65</c:v>
                </c:pt>
                <c:pt idx="5292">
                  <c:v>59.2</c:v>
                </c:pt>
                <c:pt idx="5293">
                  <c:v>153</c:v>
                </c:pt>
                <c:pt idx="5294">
                  <c:v>45</c:v>
                </c:pt>
                <c:pt idx="5295">
                  <c:v>65</c:v>
                </c:pt>
                <c:pt idx="5296">
                  <c:v>53.55</c:v>
                </c:pt>
                <c:pt idx="5297">
                  <c:v>77</c:v>
                </c:pt>
                <c:pt idx="5298">
                  <c:v>90</c:v>
                </c:pt>
                <c:pt idx="5299">
                  <c:v>52</c:v>
                </c:pt>
                <c:pt idx="5300">
                  <c:v>36</c:v>
                </c:pt>
                <c:pt idx="5301">
                  <c:v>35.270000000000003</c:v>
                </c:pt>
                <c:pt idx="5302">
                  <c:v>65</c:v>
                </c:pt>
                <c:pt idx="5303">
                  <c:v>65</c:v>
                </c:pt>
                <c:pt idx="5304">
                  <c:v>106</c:v>
                </c:pt>
                <c:pt idx="5305">
                  <c:v>99</c:v>
                </c:pt>
                <c:pt idx="5306">
                  <c:v>68</c:v>
                </c:pt>
                <c:pt idx="5307">
                  <c:v>60</c:v>
                </c:pt>
                <c:pt idx="5308">
                  <c:v>68.400000000000006</c:v>
                </c:pt>
                <c:pt idx="5309">
                  <c:v>77.5</c:v>
                </c:pt>
                <c:pt idx="5310">
                  <c:v>48</c:v>
                </c:pt>
                <c:pt idx="5311">
                  <c:v>145</c:v>
                </c:pt>
                <c:pt idx="5312">
                  <c:v>36</c:v>
                </c:pt>
                <c:pt idx="5313">
                  <c:v>36.5</c:v>
                </c:pt>
                <c:pt idx="5314">
                  <c:v>82.62</c:v>
                </c:pt>
                <c:pt idx="5315">
                  <c:v>75</c:v>
                </c:pt>
                <c:pt idx="5316">
                  <c:v>45</c:v>
                </c:pt>
                <c:pt idx="5317">
                  <c:v>62</c:v>
                </c:pt>
                <c:pt idx="5318">
                  <c:v>113</c:v>
                </c:pt>
                <c:pt idx="5319">
                  <c:v>131</c:v>
                </c:pt>
                <c:pt idx="5320">
                  <c:v>90</c:v>
                </c:pt>
                <c:pt idx="5321">
                  <c:v>67.319999999999993</c:v>
                </c:pt>
                <c:pt idx="5322">
                  <c:v>42</c:v>
                </c:pt>
                <c:pt idx="5323">
                  <c:v>46.5</c:v>
                </c:pt>
                <c:pt idx="5324">
                  <c:v>34</c:v>
                </c:pt>
                <c:pt idx="5325">
                  <c:v>36</c:v>
                </c:pt>
                <c:pt idx="5326">
                  <c:v>55</c:v>
                </c:pt>
                <c:pt idx="5327">
                  <c:v>131</c:v>
                </c:pt>
                <c:pt idx="5328">
                  <c:v>40</c:v>
                </c:pt>
                <c:pt idx="5329">
                  <c:v>37</c:v>
                </c:pt>
                <c:pt idx="5330">
                  <c:v>100</c:v>
                </c:pt>
                <c:pt idx="5331">
                  <c:v>75.17</c:v>
                </c:pt>
                <c:pt idx="5332">
                  <c:v>48</c:v>
                </c:pt>
                <c:pt idx="5333">
                  <c:v>46</c:v>
                </c:pt>
                <c:pt idx="5334">
                  <c:v>110</c:v>
                </c:pt>
                <c:pt idx="5335">
                  <c:v>40.44</c:v>
                </c:pt>
                <c:pt idx="5336">
                  <c:v>108</c:v>
                </c:pt>
                <c:pt idx="5337">
                  <c:v>60</c:v>
                </c:pt>
                <c:pt idx="5338">
                  <c:v>27</c:v>
                </c:pt>
                <c:pt idx="5339">
                  <c:v>42</c:v>
                </c:pt>
                <c:pt idx="5340">
                  <c:v>60</c:v>
                </c:pt>
                <c:pt idx="5341">
                  <c:v>30.215</c:v>
                </c:pt>
                <c:pt idx="5342">
                  <c:v>135</c:v>
                </c:pt>
                <c:pt idx="5343">
                  <c:v>59</c:v>
                </c:pt>
                <c:pt idx="5344">
                  <c:v>156</c:v>
                </c:pt>
                <c:pt idx="5345">
                  <c:v>135</c:v>
                </c:pt>
                <c:pt idx="5346">
                  <c:v>52.5</c:v>
                </c:pt>
                <c:pt idx="5347">
                  <c:v>69</c:v>
                </c:pt>
                <c:pt idx="5348">
                  <c:v>87</c:v>
                </c:pt>
                <c:pt idx="5349">
                  <c:v>75</c:v>
                </c:pt>
                <c:pt idx="5350">
                  <c:v>57</c:v>
                </c:pt>
                <c:pt idx="5351">
                  <c:v>65</c:v>
                </c:pt>
                <c:pt idx="5352">
                  <c:v>51.5</c:v>
                </c:pt>
                <c:pt idx="5353">
                  <c:v>38.49</c:v>
                </c:pt>
                <c:pt idx="5354">
                  <c:v>58</c:v>
                </c:pt>
                <c:pt idx="5355">
                  <c:v>46.76</c:v>
                </c:pt>
                <c:pt idx="5356">
                  <c:v>55</c:v>
                </c:pt>
                <c:pt idx="5357">
                  <c:v>34.82</c:v>
                </c:pt>
                <c:pt idx="5358">
                  <c:v>44</c:v>
                </c:pt>
                <c:pt idx="5359">
                  <c:v>42</c:v>
                </c:pt>
                <c:pt idx="5360">
                  <c:v>125</c:v>
                </c:pt>
                <c:pt idx="5361">
                  <c:v>90.63</c:v>
                </c:pt>
                <c:pt idx="5362">
                  <c:v>148</c:v>
                </c:pt>
                <c:pt idx="5363">
                  <c:v>104</c:v>
                </c:pt>
                <c:pt idx="5364">
                  <c:v>116</c:v>
                </c:pt>
                <c:pt idx="5365">
                  <c:v>80</c:v>
                </c:pt>
                <c:pt idx="5366">
                  <c:v>38</c:v>
                </c:pt>
                <c:pt idx="5367">
                  <c:v>64</c:v>
                </c:pt>
                <c:pt idx="5368">
                  <c:v>89</c:v>
                </c:pt>
                <c:pt idx="5369">
                  <c:v>69</c:v>
                </c:pt>
                <c:pt idx="5370">
                  <c:v>56.13</c:v>
                </c:pt>
                <c:pt idx="5371">
                  <c:v>93.15</c:v>
                </c:pt>
                <c:pt idx="5372">
                  <c:v>57.5</c:v>
                </c:pt>
                <c:pt idx="5373">
                  <c:v>29</c:v>
                </c:pt>
                <c:pt idx="5374">
                  <c:v>62</c:v>
                </c:pt>
                <c:pt idx="5375">
                  <c:v>50</c:v>
                </c:pt>
                <c:pt idx="5376">
                  <c:v>35</c:v>
                </c:pt>
                <c:pt idx="5377">
                  <c:v>71.89</c:v>
                </c:pt>
                <c:pt idx="5378">
                  <c:v>90</c:v>
                </c:pt>
                <c:pt idx="5379">
                  <c:v>130</c:v>
                </c:pt>
                <c:pt idx="5380">
                  <c:v>16.45</c:v>
                </c:pt>
                <c:pt idx="5381">
                  <c:v>44</c:v>
                </c:pt>
                <c:pt idx="5382">
                  <c:v>82</c:v>
                </c:pt>
                <c:pt idx="5383">
                  <c:v>129</c:v>
                </c:pt>
                <c:pt idx="5384">
                  <c:v>46.5</c:v>
                </c:pt>
                <c:pt idx="5385">
                  <c:v>45</c:v>
                </c:pt>
                <c:pt idx="5386">
                  <c:v>280</c:v>
                </c:pt>
                <c:pt idx="5387">
                  <c:v>125</c:v>
                </c:pt>
                <c:pt idx="5388">
                  <c:v>125</c:v>
                </c:pt>
                <c:pt idx="5389">
                  <c:v>80</c:v>
                </c:pt>
                <c:pt idx="5390">
                  <c:v>63</c:v>
                </c:pt>
                <c:pt idx="5391">
                  <c:v>88</c:v>
                </c:pt>
                <c:pt idx="5392">
                  <c:v>195</c:v>
                </c:pt>
                <c:pt idx="5393">
                  <c:v>45</c:v>
                </c:pt>
                <c:pt idx="5394">
                  <c:v>100</c:v>
                </c:pt>
                <c:pt idx="5395">
                  <c:v>150</c:v>
                </c:pt>
                <c:pt idx="5396">
                  <c:v>130</c:v>
                </c:pt>
                <c:pt idx="5397">
                  <c:v>140</c:v>
                </c:pt>
                <c:pt idx="5398">
                  <c:v>43.94</c:v>
                </c:pt>
                <c:pt idx="5399">
                  <c:v>72.540000000000006</c:v>
                </c:pt>
                <c:pt idx="5400">
                  <c:v>48</c:v>
                </c:pt>
                <c:pt idx="5401">
                  <c:v>145</c:v>
                </c:pt>
                <c:pt idx="5402">
                  <c:v>59</c:v>
                </c:pt>
                <c:pt idx="5403">
                  <c:v>73.5</c:v>
                </c:pt>
                <c:pt idx="5404">
                  <c:v>75</c:v>
                </c:pt>
                <c:pt idx="5405">
                  <c:v>85</c:v>
                </c:pt>
                <c:pt idx="5406">
                  <c:v>165</c:v>
                </c:pt>
                <c:pt idx="5407">
                  <c:v>46</c:v>
                </c:pt>
                <c:pt idx="5408">
                  <c:v>152</c:v>
                </c:pt>
                <c:pt idx="5409">
                  <c:v>108</c:v>
                </c:pt>
                <c:pt idx="5410">
                  <c:v>65</c:v>
                </c:pt>
                <c:pt idx="5411">
                  <c:v>72</c:v>
                </c:pt>
                <c:pt idx="5412">
                  <c:v>85</c:v>
                </c:pt>
                <c:pt idx="5413">
                  <c:v>55</c:v>
                </c:pt>
                <c:pt idx="5414">
                  <c:v>48</c:v>
                </c:pt>
                <c:pt idx="5415">
                  <c:v>85</c:v>
                </c:pt>
                <c:pt idx="5416">
                  <c:v>44</c:v>
                </c:pt>
                <c:pt idx="5417">
                  <c:v>33</c:v>
                </c:pt>
                <c:pt idx="5418">
                  <c:v>140</c:v>
                </c:pt>
                <c:pt idx="5419">
                  <c:v>45</c:v>
                </c:pt>
                <c:pt idx="5420">
                  <c:v>49.35</c:v>
                </c:pt>
                <c:pt idx="5421">
                  <c:v>155</c:v>
                </c:pt>
                <c:pt idx="5422">
                  <c:v>110</c:v>
                </c:pt>
                <c:pt idx="5423">
                  <c:v>38.33</c:v>
                </c:pt>
                <c:pt idx="5424">
                  <c:v>38.130000000000003</c:v>
                </c:pt>
                <c:pt idx="5425">
                  <c:v>40.72</c:v>
                </c:pt>
                <c:pt idx="5426">
                  <c:v>61</c:v>
                </c:pt>
                <c:pt idx="5427">
                  <c:v>85.4</c:v>
                </c:pt>
                <c:pt idx="5428">
                  <c:v>41</c:v>
                </c:pt>
                <c:pt idx="5429">
                  <c:v>83</c:v>
                </c:pt>
                <c:pt idx="5430">
                  <c:v>16.899999999999999</c:v>
                </c:pt>
                <c:pt idx="5431">
                  <c:v>70.930000000000007</c:v>
                </c:pt>
                <c:pt idx="5432">
                  <c:v>58.4</c:v>
                </c:pt>
                <c:pt idx="5433">
                  <c:v>120</c:v>
                </c:pt>
                <c:pt idx="5434">
                  <c:v>43</c:v>
                </c:pt>
                <c:pt idx="5435">
                  <c:v>40</c:v>
                </c:pt>
                <c:pt idx="5436">
                  <c:v>75</c:v>
                </c:pt>
                <c:pt idx="5437">
                  <c:v>93</c:v>
                </c:pt>
                <c:pt idx="5438">
                  <c:v>135</c:v>
                </c:pt>
                <c:pt idx="5439">
                  <c:v>98</c:v>
                </c:pt>
                <c:pt idx="5440">
                  <c:v>95</c:v>
                </c:pt>
                <c:pt idx="5441">
                  <c:v>74</c:v>
                </c:pt>
                <c:pt idx="5442">
                  <c:v>150</c:v>
                </c:pt>
                <c:pt idx="5443">
                  <c:v>115</c:v>
                </c:pt>
                <c:pt idx="5444">
                  <c:v>140</c:v>
                </c:pt>
                <c:pt idx="5445">
                  <c:v>32</c:v>
                </c:pt>
                <c:pt idx="5446">
                  <c:v>30</c:v>
                </c:pt>
                <c:pt idx="5447">
                  <c:v>115</c:v>
                </c:pt>
                <c:pt idx="5448">
                  <c:v>37</c:v>
                </c:pt>
                <c:pt idx="5449">
                  <c:v>48.53</c:v>
                </c:pt>
                <c:pt idx="5450">
                  <c:v>37</c:v>
                </c:pt>
                <c:pt idx="5451">
                  <c:v>91</c:v>
                </c:pt>
                <c:pt idx="5452">
                  <c:v>80</c:v>
                </c:pt>
                <c:pt idx="5453">
                  <c:v>75</c:v>
                </c:pt>
                <c:pt idx="5454">
                  <c:v>85</c:v>
                </c:pt>
                <c:pt idx="5455">
                  <c:v>59</c:v>
                </c:pt>
                <c:pt idx="5456">
                  <c:v>82</c:v>
                </c:pt>
                <c:pt idx="5457">
                  <c:v>68</c:v>
                </c:pt>
                <c:pt idx="5458">
                  <c:v>26</c:v>
                </c:pt>
                <c:pt idx="5459">
                  <c:v>120</c:v>
                </c:pt>
                <c:pt idx="5460">
                  <c:v>145</c:v>
                </c:pt>
                <c:pt idx="5461">
                  <c:v>146</c:v>
                </c:pt>
                <c:pt idx="5462">
                  <c:v>60</c:v>
                </c:pt>
                <c:pt idx="5463">
                  <c:v>50</c:v>
                </c:pt>
                <c:pt idx="5464">
                  <c:v>75</c:v>
                </c:pt>
                <c:pt idx="5465">
                  <c:v>80</c:v>
                </c:pt>
                <c:pt idx="5466">
                  <c:v>58</c:v>
                </c:pt>
                <c:pt idx="5467">
                  <c:v>16</c:v>
                </c:pt>
                <c:pt idx="5468">
                  <c:v>44</c:v>
                </c:pt>
                <c:pt idx="5469">
                  <c:v>35.07</c:v>
                </c:pt>
                <c:pt idx="5470">
                  <c:v>56</c:v>
                </c:pt>
                <c:pt idx="5471">
                  <c:v>45</c:v>
                </c:pt>
                <c:pt idx="5472">
                  <c:v>69</c:v>
                </c:pt>
                <c:pt idx="5473">
                  <c:v>75</c:v>
                </c:pt>
                <c:pt idx="5474">
                  <c:v>65</c:v>
                </c:pt>
                <c:pt idx="5475">
                  <c:v>157.5</c:v>
                </c:pt>
                <c:pt idx="5476">
                  <c:v>82</c:v>
                </c:pt>
                <c:pt idx="5477">
                  <c:v>62.38</c:v>
                </c:pt>
                <c:pt idx="5478">
                  <c:v>42</c:v>
                </c:pt>
                <c:pt idx="5479">
                  <c:v>65</c:v>
                </c:pt>
                <c:pt idx="5480">
                  <c:v>114</c:v>
                </c:pt>
                <c:pt idx="5481">
                  <c:v>86.26</c:v>
                </c:pt>
                <c:pt idx="5482">
                  <c:v>69.75</c:v>
                </c:pt>
                <c:pt idx="5483">
                  <c:v>45</c:v>
                </c:pt>
                <c:pt idx="5484">
                  <c:v>52</c:v>
                </c:pt>
                <c:pt idx="5485">
                  <c:v>42</c:v>
                </c:pt>
                <c:pt idx="5486">
                  <c:v>45</c:v>
                </c:pt>
                <c:pt idx="5487">
                  <c:v>85</c:v>
                </c:pt>
                <c:pt idx="5488">
                  <c:v>120</c:v>
                </c:pt>
                <c:pt idx="5489">
                  <c:v>79.55</c:v>
                </c:pt>
                <c:pt idx="5490">
                  <c:v>40</c:v>
                </c:pt>
                <c:pt idx="5491">
                  <c:v>39.5</c:v>
                </c:pt>
                <c:pt idx="5492">
                  <c:v>100</c:v>
                </c:pt>
                <c:pt idx="5493">
                  <c:v>150</c:v>
                </c:pt>
                <c:pt idx="5494">
                  <c:v>66.5</c:v>
                </c:pt>
                <c:pt idx="5495">
                  <c:v>72</c:v>
                </c:pt>
                <c:pt idx="5496">
                  <c:v>49.6</c:v>
                </c:pt>
                <c:pt idx="5497">
                  <c:v>79</c:v>
                </c:pt>
                <c:pt idx="5498">
                  <c:v>111</c:v>
                </c:pt>
                <c:pt idx="5499">
                  <c:v>64.5</c:v>
                </c:pt>
                <c:pt idx="5500">
                  <c:v>50</c:v>
                </c:pt>
                <c:pt idx="5501">
                  <c:v>86</c:v>
                </c:pt>
                <c:pt idx="5502">
                  <c:v>80</c:v>
                </c:pt>
                <c:pt idx="5503">
                  <c:v>128</c:v>
                </c:pt>
                <c:pt idx="5504">
                  <c:v>75</c:v>
                </c:pt>
                <c:pt idx="5505">
                  <c:v>47</c:v>
                </c:pt>
                <c:pt idx="5506">
                  <c:v>65</c:v>
                </c:pt>
                <c:pt idx="5507">
                  <c:v>45.56</c:v>
                </c:pt>
                <c:pt idx="5508">
                  <c:v>28.57</c:v>
                </c:pt>
                <c:pt idx="5509">
                  <c:v>90</c:v>
                </c:pt>
                <c:pt idx="5510">
                  <c:v>27.68</c:v>
                </c:pt>
                <c:pt idx="5511">
                  <c:v>36</c:v>
                </c:pt>
                <c:pt idx="5512">
                  <c:v>190</c:v>
                </c:pt>
                <c:pt idx="5513">
                  <c:v>45</c:v>
                </c:pt>
                <c:pt idx="5514">
                  <c:v>64.98</c:v>
                </c:pt>
                <c:pt idx="5515">
                  <c:v>56</c:v>
                </c:pt>
                <c:pt idx="5516">
                  <c:v>33</c:v>
                </c:pt>
                <c:pt idx="5517">
                  <c:v>21</c:v>
                </c:pt>
                <c:pt idx="5518">
                  <c:v>230</c:v>
                </c:pt>
                <c:pt idx="5519">
                  <c:v>42</c:v>
                </c:pt>
                <c:pt idx="5520">
                  <c:v>180</c:v>
                </c:pt>
                <c:pt idx="5521">
                  <c:v>58</c:v>
                </c:pt>
                <c:pt idx="5522">
                  <c:v>74</c:v>
                </c:pt>
                <c:pt idx="5523">
                  <c:v>70</c:v>
                </c:pt>
                <c:pt idx="5524">
                  <c:v>75</c:v>
                </c:pt>
                <c:pt idx="5525">
                  <c:v>58</c:v>
                </c:pt>
                <c:pt idx="5526">
                  <c:v>53.35</c:v>
                </c:pt>
                <c:pt idx="5527">
                  <c:v>48</c:v>
                </c:pt>
                <c:pt idx="5528">
                  <c:v>56</c:v>
                </c:pt>
                <c:pt idx="5529">
                  <c:v>50.8</c:v>
                </c:pt>
                <c:pt idx="5530">
                  <c:v>57</c:v>
                </c:pt>
                <c:pt idx="5531">
                  <c:v>50</c:v>
                </c:pt>
                <c:pt idx="5532">
                  <c:v>95</c:v>
                </c:pt>
                <c:pt idx="5533">
                  <c:v>80</c:v>
                </c:pt>
                <c:pt idx="5534">
                  <c:v>125</c:v>
                </c:pt>
                <c:pt idx="5535">
                  <c:v>25</c:v>
                </c:pt>
                <c:pt idx="5536">
                  <c:v>53</c:v>
                </c:pt>
                <c:pt idx="5537">
                  <c:v>23</c:v>
                </c:pt>
                <c:pt idx="5538">
                  <c:v>85</c:v>
                </c:pt>
                <c:pt idx="5539">
                  <c:v>40.200000000000003</c:v>
                </c:pt>
                <c:pt idx="5540">
                  <c:v>75</c:v>
                </c:pt>
                <c:pt idx="5541">
                  <c:v>80</c:v>
                </c:pt>
                <c:pt idx="5542">
                  <c:v>123</c:v>
                </c:pt>
                <c:pt idx="5543">
                  <c:v>42.7</c:v>
                </c:pt>
                <c:pt idx="5544">
                  <c:v>60</c:v>
                </c:pt>
                <c:pt idx="5545">
                  <c:v>22</c:v>
                </c:pt>
                <c:pt idx="5546">
                  <c:v>70</c:v>
                </c:pt>
                <c:pt idx="5547">
                  <c:v>198</c:v>
                </c:pt>
                <c:pt idx="5548">
                  <c:v>60</c:v>
                </c:pt>
                <c:pt idx="5549">
                  <c:v>44.24</c:v>
                </c:pt>
                <c:pt idx="5550">
                  <c:v>85</c:v>
                </c:pt>
                <c:pt idx="5551">
                  <c:v>35</c:v>
                </c:pt>
                <c:pt idx="5552">
                  <c:v>110</c:v>
                </c:pt>
                <c:pt idx="5553">
                  <c:v>135</c:v>
                </c:pt>
                <c:pt idx="5554">
                  <c:v>33.840000000000003</c:v>
                </c:pt>
                <c:pt idx="5555">
                  <c:v>90</c:v>
                </c:pt>
                <c:pt idx="5556">
                  <c:v>34.65</c:v>
                </c:pt>
                <c:pt idx="5557">
                  <c:v>50</c:v>
                </c:pt>
                <c:pt idx="5558">
                  <c:v>100</c:v>
                </c:pt>
                <c:pt idx="5559">
                  <c:v>60</c:v>
                </c:pt>
                <c:pt idx="5560">
                  <c:v>75</c:v>
                </c:pt>
                <c:pt idx="5561">
                  <c:v>45</c:v>
                </c:pt>
                <c:pt idx="5562">
                  <c:v>58.86</c:v>
                </c:pt>
                <c:pt idx="5563">
                  <c:v>44</c:v>
                </c:pt>
                <c:pt idx="5564">
                  <c:v>47</c:v>
                </c:pt>
                <c:pt idx="5565">
                  <c:v>75</c:v>
                </c:pt>
                <c:pt idx="5566">
                  <c:v>120</c:v>
                </c:pt>
                <c:pt idx="5567">
                  <c:v>138</c:v>
                </c:pt>
                <c:pt idx="5568">
                  <c:v>87</c:v>
                </c:pt>
                <c:pt idx="5569">
                  <c:v>24.86</c:v>
                </c:pt>
                <c:pt idx="5570">
                  <c:v>130</c:v>
                </c:pt>
                <c:pt idx="5571">
                  <c:v>79</c:v>
                </c:pt>
                <c:pt idx="5572">
                  <c:v>140</c:v>
                </c:pt>
                <c:pt idx="5573">
                  <c:v>67</c:v>
                </c:pt>
                <c:pt idx="5574">
                  <c:v>125</c:v>
                </c:pt>
                <c:pt idx="5575">
                  <c:v>34.82</c:v>
                </c:pt>
                <c:pt idx="5576">
                  <c:v>177</c:v>
                </c:pt>
                <c:pt idx="5577">
                  <c:v>40.549999999999997</c:v>
                </c:pt>
                <c:pt idx="5578">
                  <c:v>41.51</c:v>
                </c:pt>
                <c:pt idx="5579">
                  <c:v>115</c:v>
                </c:pt>
                <c:pt idx="5580">
                  <c:v>72.02</c:v>
                </c:pt>
                <c:pt idx="5581">
                  <c:v>99.26</c:v>
                </c:pt>
                <c:pt idx="5582">
                  <c:v>65</c:v>
                </c:pt>
                <c:pt idx="5583">
                  <c:v>44</c:v>
                </c:pt>
                <c:pt idx="5584">
                  <c:v>79.8</c:v>
                </c:pt>
                <c:pt idx="5585">
                  <c:v>130</c:v>
                </c:pt>
                <c:pt idx="5586">
                  <c:v>47.25</c:v>
                </c:pt>
                <c:pt idx="5587">
                  <c:v>79</c:v>
                </c:pt>
                <c:pt idx="5588">
                  <c:v>29.47</c:v>
                </c:pt>
                <c:pt idx="5589">
                  <c:v>125</c:v>
                </c:pt>
                <c:pt idx="5590">
                  <c:v>43</c:v>
                </c:pt>
                <c:pt idx="5591">
                  <c:v>90</c:v>
                </c:pt>
                <c:pt idx="5592">
                  <c:v>68</c:v>
                </c:pt>
                <c:pt idx="5593">
                  <c:v>139</c:v>
                </c:pt>
                <c:pt idx="5594">
                  <c:v>19.5</c:v>
                </c:pt>
                <c:pt idx="5595">
                  <c:v>65</c:v>
                </c:pt>
                <c:pt idx="5596">
                  <c:v>132</c:v>
                </c:pt>
                <c:pt idx="5597">
                  <c:v>59.76</c:v>
                </c:pt>
                <c:pt idx="5598">
                  <c:v>68</c:v>
                </c:pt>
                <c:pt idx="5599">
                  <c:v>64.5</c:v>
                </c:pt>
                <c:pt idx="5600">
                  <c:v>55</c:v>
                </c:pt>
                <c:pt idx="5601">
                  <c:v>50.79</c:v>
                </c:pt>
                <c:pt idx="5602">
                  <c:v>47.25</c:v>
                </c:pt>
                <c:pt idx="5603">
                  <c:v>68.5</c:v>
                </c:pt>
                <c:pt idx="5604">
                  <c:v>35</c:v>
                </c:pt>
                <c:pt idx="5605">
                  <c:v>43</c:v>
                </c:pt>
                <c:pt idx="5606">
                  <c:v>96.51</c:v>
                </c:pt>
                <c:pt idx="5607">
                  <c:v>43.79</c:v>
                </c:pt>
                <c:pt idx="5608">
                  <c:v>57</c:v>
                </c:pt>
                <c:pt idx="5609">
                  <c:v>53</c:v>
                </c:pt>
                <c:pt idx="5610">
                  <c:v>58</c:v>
                </c:pt>
                <c:pt idx="5611">
                  <c:v>48</c:v>
                </c:pt>
                <c:pt idx="5612">
                  <c:v>60</c:v>
                </c:pt>
                <c:pt idx="5613">
                  <c:v>100</c:v>
                </c:pt>
                <c:pt idx="5614">
                  <c:v>40</c:v>
                </c:pt>
                <c:pt idx="5615">
                  <c:v>75</c:v>
                </c:pt>
                <c:pt idx="5616">
                  <c:v>30</c:v>
                </c:pt>
                <c:pt idx="5617">
                  <c:v>128</c:v>
                </c:pt>
                <c:pt idx="5618">
                  <c:v>200</c:v>
                </c:pt>
                <c:pt idx="5619">
                  <c:v>60</c:v>
                </c:pt>
                <c:pt idx="5620">
                  <c:v>32.49</c:v>
                </c:pt>
                <c:pt idx="5621">
                  <c:v>154</c:v>
                </c:pt>
                <c:pt idx="5622">
                  <c:v>112</c:v>
                </c:pt>
                <c:pt idx="5623">
                  <c:v>90</c:v>
                </c:pt>
                <c:pt idx="5624">
                  <c:v>101</c:v>
                </c:pt>
                <c:pt idx="5625">
                  <c:v>50</c:v>
                </c:pt>
                <c:pt idx="5626">
                  <c:v>67</c:v>
                </c:pt>
                <c:pt idx="5627">
                  <c:v>69</c:v>
                </c:pt>
                <c:pt idx="5628">
                  <c:v>90</c:v>
                </c:pt>
                <c:pt idx="5629">
                  <c:v>64</c:v>
                </c:pt>
                <c:pt idx="5630">
                  <c:v>60</c:v>
                </c:pt>
                <c:pt idx="5631">
                  <c:v>50.854999999999997</c:v>
                </c:pt>
                <c:pt idx="5632">
                  <c:v>40</c:v>
                </c:pt>
                <c:pt idx="5633">
                  <c:v>80</c:v>
                </c:pt>
                <c:pt idx="5634">
                  <c:v>142</c:v>
                </c:pt>
                <c:pt idx="5635">
                  <c:v>39</c:v>
                </c:pt>
                <c:pt idx="5636">
                  <c:v>56</c:v>
                </c:pt>
                <c:pt idx="5637">
                  <c:v>27</c:v>
                </c:pt>
                <c:pt idx="5638">
                  <c:v>40</c:v>
                </c:pt>
                <c:pt idx="5639">
                  <c:v>86.5</c:v>
                </c:pt>
                <c:pt idx="5640">
                  <c:v>65</c:v>
                </c:pt>
                <c:pt idx="5641">
                  <c:v>110</c:v>
                </c:pt>
                <c:pt idx="5642">
                  <c:v>95</c:v>
                </c:pt>
                <c:pt idx="5643">
                  <c:v>58</c:v>
                </c:pt>
                <c:pt idx="5644">
                  <c:v>60</c:v>
                </c:pt>
                <c:pt idx="5645">
                  <c:v>65</c:v>
                </c:pt>
                <c:pt idx="5646">
                  <c:v>98</c:v>
                </c:pt>
                <c:pt idx="5647">
                  <c:v>45.6</c:v>
                </c:pt>
                <c:pt idx="5648">
                  <c:v>63</c:v>
                </c:pt>
                <c:pt idx="5649">
                  <c:v>280</c:v>
                </c:pt>
                <c:pt idx="5650">
                  <c:v>46.9</c:v>
                </c:pt>
                <c:pt idx="5651">
                  <c:v>75</c:v>
                </c:pt>
                <c:pt idx="5652">
                  <c:v>43.82</c:v>
                </c:pt>
                <c:pt idx="5653">
                  <c:v>105</c:v>
                </c:pt>
                <c:pt idx="5654">
                  <c:v>85</c:v>
                </c:pt>
                <c:pt idx="5655">
                  <c:v>44.8</c:v>
                </c:pt>
                <c:pt idx="5656">
                  <c:v>145</c:v>
                </c:pt>
                <c:pt idx="5657">
                  <c:v>72</c:v>
                </c:pt>
                <c:pt idx="5658">
                  <c:v>53</c:v>
                </c:pt>
                <c:pt idx="5659">
                  <c:v>62</c:v>
                </c:pt>
                <c:pt idx="5660">
                  <c:v>65</c:v>
                </c:pt>
                <c:pt idx="5661">
                  <c:v>325</c:v>
                </c:pt>
                <c:pt idx="5662">
                  <c:v>100</c:v>
                </c:pt>
                <c:pt idx="5663">
                  <c:v>32.630000000000003</c:v>
                </c:pt>
                <c:pt idx="5664">
                  <c:v>75</c:v>
                </c:pt>
                <c:pt idx="5665">
                  <c:v>152</c:v>
                </c:pt>
                <c:pt idx="5666">
                  <c:v>175</c:v>
                </c:pt>
                <c:pt idx="5667">
                  <c:v>43.32</c:v>
                </c:pt>
                <c:pt idx="5668">
                  <c:v>125</c:v>
                </c:pt>
                <c:pt idx="5669">
                  <c:v>31.48</c:v>
                </c:pt>
                <c:pt idx="5670">
                  <c:v>39.950000000000003</c:v>
                </c:pt>
                <c:pt idx="5671">
                  <c:v>57</c:v>
                </c:pt>
                <c:pt idx="5672">
                  <c:v>60</c:v>
                </c:pt>
                <c:pt idx="5673">
                  <c:v>48</c:v>
                </c:pt>
                <c:pt idx="5674">
                  <c:v>32</c:v>
                </c:pt>
                <c:pt idx="5675">
                  <c:v>68.099999999999994</c:v>
                </c:pt>
                <c:pt idx="5676">
                  <c:v>75.48</c:v>
                </c:pt>
                <c:pt idx="5677">
                  <c:v>125</c:v>
                </c:pt>
                <c:pt idx="5678">
                  <c:v>60</c:v>
                </c:pt>
                <c:pt idx="5679">
                  <c:v>116</c:v>
                </c:pt>
                <c:pt idx="5680">
                  <c:v>78</c:v>
                </c:pt>
                <c:pt idx="5681">
                  <c:v>40.22</c:v>
                </c:pt>
                <c:pt idx="5682">
                  <c:v>45</c:v>
                </c:pt>
                <c:pt idx="5683">
                  <c:v>55</c:v>
                </c:pt>
                <c:pt idx="5684">
                  <c:v>90</c:v>
                </c:pt>
                <c:pt idx="5685">
                  <c:v>99</c:v>
                </c:pt>
                <c:pt idx="5686">
                  <c:v>42.5</c:v>
                </c:pt>
                <c:pt idx="5687">
                  <c:v>38.19</c:v>
                </c:pt>
                <c:pt idx="5688">
                  <c:v>100</c:v>
                </c:pt>
                <c:pt idx="5689">
                  <c:v>149</c:v>
                </c:pt>
                <c:pt idx="5690">
                  <c:v>57</c:v>
                </c:pt>
                <c:pt idx="5691">
                  <c:v>45</c:v>
                </c:pt>
                <c:pt idx="5692">
                  <c:v>60</c:v>
                </c:pt>
                <c:pt idx="5693">
                  <c:v>68</c:v>
                </c:pt>
                <c:pt idx="5694">
                  <c:v>17</c:v>
                </c:pt>
                <c:pt idx="5695">
                  <c:v>55</c:v>
                </c:pt>
                <c:pt idx="5696">
                  <c:v>76</c:v>
                </c:pt>
                <c:pt idx="5697">
                  <c:v>54</c:v>
                </c:pt>
                <c:pt idx="5698">
                  <c:v>25</c:v>
                </c:pt>
                <c:pt idx="5699">
                  <c:v>104</c:v>
                </c:pt>
                <c:pt idx="5700">
                  <c:v>55.44</c:v>
                </c:pt>
                <c:pt idx="5701">
                  <c:v>73</c:v>
                </c:pt>
                <c:pt idx="5702">
                  <c:v>43.13</c:v>
                </c:pt>
                <c:pt idx="5703">
                  <c:v>45.2</c:v>
                </c:pt>
                <c:pt idx="5704">
                  <c:v>71.5</c:v>
                </c:pt>
                <c:pt idx="5705">
                  <c:v>38</c:v>
                </c:pt>
                <c:pt idx="5706">
                  <c:v>90</c:v>
                </c:pt>
                <c:pt idx="5707">
                  <c:v>59.52</c:v>
                </c:pt>
                <c:pt idx="5708">
                  <c:v>50</c:v>
                </c:pt>
                <c:pt idx="5709">
                  <c:v>120</c:v>
                </c:pt>
                <c:pt idx="5710">
                  <c:v>110</c:v>
                </c:pt>
                <c:pt idx="5711">
                  <c:v>53.33</c:v>
                </c:pt>
                <c:pt idx="5712">
                  <c:v>46</c:v>
                </c:pt>
                <c:pt idx="5713">
                  <c:v>49.5</c:v>
                </c:pt>
                <c:pt idx="5714">
                  <c:v>100</c:v>
                </c:pt>
                <c:pt idx="5715">
                  <c:v>82</c:v>
                </c:pt>
                <c:pt idx="5716">
                  <c:v>76</c:v>
                </c:pt>
                <c:pt idx="5717">
                  <c:v>56</c:v>
                </c:pt>
                <c:pt idx="5718">
                  <c:v>50.19</c:v>
                </c:pt>
                <c:pt idx="5719">
                  <c:v>53.9</c:v>
                </c:pt>
                <c:pt idx="5720">
                  <c:v>150</c:v>
                </c:pt>
                <c:pt idx="5721">
                  <c:v>150</c:v>
                </c:pt>
                <c:pt idx="5722">
                  <c:v>125</c:v>
                </c:pt>
                <c:pt idx="5723">
                  <c:v>98</c:v>
                </c:pt>
                <c:pt idx="5724">
                  <c:v>105</c:v>
                </c:pt>
                <c:pt idx="5725">
                  <c:v>42</c:v>
                </c:pt>
                <c:pt idx="5726">
                  <c:v>65</c:v>
                </c:pt>
                <c:pt idx="5727">
                  <c:v>43</c:v>
                </c:pt>
                <c:pt idx="5728">
                  <c:v>95</c:v>
                </c:pt>
                <c:pt idx="5729">
                  <c:v>72</c:v>
                </c:pt>
                <c:pt idx="5730">
                  <c:v>68.62</c:v>
                </c:pt>
                <c:pt idx="5731">
                  <c:v>75</c:v>
                </c:pt>
                <c:pt idx="5732">
                  <c:v>38.15</c:v>
                </c:pt>
                <c:pt idx="5733">
                  <c:v>74</c:v>
                </c:pt>
                <c:pt idx="5734">
                  <c:v>28</c:v>
                </c:pt>
                <c:pt idx="5735">
                  <c:v>27</c:v>
                </c:pt>
                <c:pt idx="5736">
                  <c:v>41</c:v>
                </c:pt>
                <c:pt idx="5737">
                  <c:v>65</c:v>
                </c:pt>
                <c:pt idx="5738">
                  <c:v>110</c:v>
                </c:pt>
                <c:pt idx="5739">
                  <c:v>118</c:v>
                </c:pt>
                <c:pt idx="5740">
                  <c:v>77.27</c:v>
                </c:pt>
                <c:pt idx="5741">
                  <c:v>110</c:v>
                </c:pt>
                <c:pt idx="5742">
                  <c:v>54.99</c:v>
                </c:pt>
                <c:pt idx="5743">
                  <c:v>82</c:v>
                </c:pt>
                <c:pt idx="5744">
                  <c:v>51.48</c:v>
                </c:pt>
                <c:pt idx="5745">
                  <c:v>54</c:v>
                </c:pt>
                <c:pt idx="5746">
                  <c:v>21</c:v>
                </c:pt>
                <c:pt idx="5747">
                  <c:v>36.54</c:v>
                </c:pt>
                <c:pt idx="5748">
                  <c:v>77.5</c:v>
                </c:pt>
                <c:pt idx="5749">
                  <c:v>100</c:v>
                </c:pt>
                <c:pt idx="5750">
                  <c:v>70</c:v>
                </c:pt>
                <c:pt idx="5751">
                  <c:v>43</c:v>
                </c:pt>
                <c:pt idx="5752">
                  <c:v>61.28</c:v>
                </c:pt>
                <c:pt idx="5753">
                  <c:v>95</c:v>
                </c:pt>
                <c:pt idx="5754">
                  <c:v>85.61</c:v>
                </c:pt>
                <c:pt idx="5755">
                  <c:v>98</c:v>
                </c:pt>
                <c:pt idx="5756">
                  <c:v>16.45</c:v>
                </c:pt>
                <c:pt idx="5757">
                  <c:v>57</c:v>
                </c:pt>
                <c:pt idx="5758">
                  <c:v>67</c:v>
                </c:pt>
                <c:pt idx="5759">
                  <c:v>32.92</c:v>
                </c:pt>
                <c:pt idx="5760">
                  <c:v>50</c:v>
                </c:pt>
                <c:pt idx="5761">
                  <c:v>160</c:v>
                </c:pt>
                <c:pt idx="5762">
                  <c:v>39</c:v>
                </c:pt>
                <c:pt idx="5763">
                  <c:v>25.29</c:v>
                </c:pt>
                <c:pt idx="5764">
                  <c:v>95</c:v>
                </c:pt>
                <c:pt idx="5765">
                  <c:v>80</c:v>
                </c:pt>
                <c:pt idx="5766">
                  <c:v>27.5</c:v>
                </c:pt>
                <c:pt idx="5767">
                  <c:v>82</c:v>
                </c:pt>
                <c:pt idx="5768">
                  <c:v>105</c:v>
                </c:pt>
                <c:pt idx="5769">
                  <c:v>66</c:v>
                </c:pt>
                <c:pt idx="5770">
                  <c:v>55</c:v>
                </c:pt>
                <c:pt idx="5771">
                  <c:v>70</c:v>
                </c:pt>
                <c:pt idx="5772">
                  <c:v>129</c:v>
                </c:pt>
                <c:pt idx="5773">
                  <c:v>55</c:v>
                </c:pt>
                <c:pt idx="5774">
                  <c:v>51</c:v>
                </c:pt>
                <c:pt idx="5775">
                  <c:v>40.6</c:v>
                </c:pt>
                <c:pt idx="5776">
                  <c:v>62.5</c:v>
                </c:pt>
                <c:pt idx="5777">
                  <c:v>50.19</c:v>
                </c:pt>
                <c:pt idx="5778">
                  <c:v>55</c:v>
                </c:pt>
                <c:pt idx="5779">
                  <c:v>99</c:v>
                </c:pt>
                <c:pt idx="5780">
                  <c:v>55</c:v>
                </c:pt>
                <c:pt idx="5781">
                  <c:v>75</c:v>
                </c:pt>
                <c:pt idx="5782">
                  <c:v>165</c:v>
                </c:pt>
                <c:pt idx="5783">
                  <c:v>43</c:v>
                </c:pt>
                <c:pt idx="5784">
                  <c:v>55</c:v>
                </c:pt>
                <c:pt idx="5785">
                  <c:v>150</c:v>
                </c:pt>
                <c:pt idx="5786">
                  <c:v>117</c:v>
                </c:pt>
                <c:pt idx="5787">
                  <c:v>58</c:v>
                </c:pt>
                <c:pt idx="5788">
                  <c:v>43.61</c:v>
                </c:pt>
                <c:pt idx="5789">
                  <c:v>175</c:v>
                </c:pt>
                <c:pt idx="5790">
                  <c:v>47</c:v>
                </c:pt>
                <c:pt idx="5791">
                  <c:v>125</c:v>
                </c:pt>
                <c:pt idx="5792">
                  <c:v>178</c:v>
                </c:pt>
                <c:pt idx="5793">
                  <c:v>60</c:v>
                </c:pt>
                <c:pt idx="5794">
                  <c:v>15</c:v>
                </c:pt>
                <c:pt idx="5795">
                  <c:v>95</c:v>
                </c:pt>
                <c:pt idx="5796">
                  <c:v>104</c:v>
                </c:pt>
                <c:pt idx="5797">
                  <c:v>136</c:v>
                </c:pt>
                <c:pt idx="5798">
                  <c:v>79</c:v>
                </c:pt>
                <c:pt idx="5799">
                  <c:v>59</c:v>
                </c:pt>
                <c:pt idx="5800">
                  <c:v>80</c:v>
                </c:pt>
                <c:pt idx="5801">
                  <c:v>40</c:v>
                </c:pt>
                <c:pt idx="5802">
                  <c:v>88</c:v>
                </c:pt>
                <c:pt idx="5803">
                  <c:v>69</c:v>
                </c:pt>
                <c:pt idx="5804">
                  <c:v>49</c:v>
                </c:pt>
                <c:pt idx="5805">
                  <c:v>62</c:v>
                </c:pt>
                <c:pt idx="5806">
                  <c:v>61</c:v>
                </c:pt>
                <c:pt idx="5807">
                  <c:v>35</c:v>
                </c:pt>
                <c:pt idx="5808">
                  <c:v>75</c:v>
                </c:pt>
                <c:pt idx="5809">
                  <c:v>12.5</c:v>
                </c:pt>
                <c:pt idx="5810">
                  <c:v>95</c:v>
                </c:pt>
                <c:pt idx="5811">
                  <c:v>47.25</c:v>
                </c:pt>
                <c:pt idx="5812">
                  <c:v>60</c:v>
                </c:pt>
                <c:pt idx="5813">
                  <c:v>68</c:v>
                </c:pt>
                <c:pt idx="5814">
                  <c:v>70</c:v>
                </c:pt>
                <c:pt idx="5815">
                  <c:v>39</c:v>
                </c:pt>
                <c:pt idx="5816">
                  <c:v>61.26</c:v>
                </c:pt>
                <c:pt idx="5817">
                  <c:v>99.13</c:v>
                </c:pt>
                <c:pt idx="5818">
                  <c:v>60</c:v>
                </c:pt>
                <c:pt idx="5819">
                  <c:v>88</c:v>
                </c:pt>
                <c:pt idx="5820">
                  <c:v>34.770000000000003</c:v>
                </c:pt>
                <c:pt idx="5821">
                  <c:v>63</c:v>
                </c:pt>
                <c:pt idx="5822">
                  <c:v>65</c:v>
                </c:pt>
                <c:pt idx="5823">
                  <c:v>65</c:v>
                </c:pt>
                <c:pt idx="5824">
                  <c:v>55</c:v>
                </c:pt>
                <c:pt idx="5825">
                  <c:v>39.9</c:v>
                </c:pt>
                <c:pt idx="5826">
                  <c:v>111</c:v>
                </c:pt>
                <c:pt idx="5827">
                  <c:v>67</c:v>
                </c:pt>
                <c:pt idx="5828">
                  <c:v>46</c:v>
                </c:pt>
                <c:pt idx="5829">
                  <c:v>25</c:v>
                </c:pt>
                <c:pt idx="5830">
                  <c:v>70</c:v>
                </c:pt>
                <c:pt idx="5831">
                  <c:v>50.87</c:v>
                </c:pt>
                <c:pt idx="5832">
                  <c:v>65</c:v>
                </c:pt>
                <c:pt idx="5833">
                  <c:v>54</c:v>
                </c:pt>
                <c:pt idx="5834">
                  <c:v>52</c:v>
                </c:pt>
                <c:pt idx="5835">
                  <c:v>31</c:v>
                </c:pt>
                <c:pt idx="5836">
                  <c:v>34</c:v>
                </c:pt>
                <c:pt idx="5837">
                  <c:v>110</c:v>
                </c:pt>
                <c:pt idx="5838">
                  <c:v>65</c:v>
                </c:pt>
                <c:pt idx="5839">
                  <c:v>80</c:v>
                </c:pt>
                <c:pt idx="5840">
                  <c:v>49</c:v>
                </c:pt>
                <c:pt idx="5841">
                  <c:v>88</c:v>
                </c:pt>
                <c:pt idx="5842">
                  <c:v>68</c:v>
                </c:pt>
                <c:pt idx="5843">
                  <c:v>31.37</c:v>
                </c:pt>
                <c:pt idx="5844">
                  <c:v>42.59</c:v>
                </c:pt>
                <c:pt idx="5845">
                  <c:v>65</c:v>
                </c:pt>
                <c:pt idx="5846">
                  <c:v>45</c:v>
                </c:pt>
                <c:pt idx="5847">
                  <c:v>110</c:v>
                </c:pt>
                <c:pt idx="5848">
                  <c:v>25.65</c:v>
                </c:pt>
                <c:pt idx="5849">
                  <c:v>80</c:v>
                </c:pt>
                <c:pt idx="5850">
                  <c:v>46.76</c:v>
                </c:pt>
                <c:pt idx="5851">
                  <c:v>133</c:v>
                </c:pt>
                <c:pt idx="5852">
                  <c:v>220</c:v>
                </c:pt>
                <c:pt idx="5853">
                  <c:v>85</c:v>
                </c:pt>
                <c:pt idx="5854">
                  <c:v>32</c:v>
                </c:pt>
                <c:pt idx="5855">
                  <c:v>110</c:v>
                </c:pt>
                <c:pt idx="5856">
                  <c:v>54</c:v>
                </c:pt>
                <c:pt idx="5857">
                  <c:v>41</c:v>
                </c:pt>
                <c:pt idx="5858">
                  <c:v>125</c:v>
                </c:pt>
                <c:pt idx="5859">
                  <c:v>220</c:v>
                </c:pt>
                <c:pt idx="5860">
                  <c:v>40.6</c:v>
                </c:pt>
                <c:pt idx="5861">
                  <c:v>64.400000000000006</c:v>
                </c:pt>
                <c:pt idx="5862">
                  <c:v>56.58</c:v>
                </c:pt>
                <c:pt idx="5863">
                  <c:v>80</c:v>
                </c:pt>
                <c:pt idx="5864">
                  <c:v>50</c:v>
                </c:pt>
                <c:pt idx="5865">
                  <c:v>42</c:v>
                </c:pt>
                <c:pt idx="5866">
                  <c:v>57.23</c:v>
                </c:pt>
                <c:pt idx="5867">
                  <c:v>72</c:v>
                </c:pt>
                <c:pt idx="5868">
                  <c:v>75</c:v>
                </c:pt>
                <c:pt idx="5869">
                  <c:v>75</c:v>
                </c:pt>
                <c:pt idx="5870">
                  <c:v>40</c:v>
                </c:pt>
                <c:pt idx="5871">
                  <c:v>200</c:v>
                </c:pt>
                <c:pt idx="5872">
                  <c:v>82</c:v>
                </c:pt>
                <c:pt idx="5873">
                  <c:v>59</c:v>
                </c:pt>
                <c:pt idx="5874">
                  <c:v>65.8</c:v>
                </c:pt>
                <c:pt idx="5875">
                  <c:v>72</c:v>
                </c:pt>
                <c:pt idx="5876">
                  <c:v>45</c:v>
                </c:pt>
                <c:pt idx="5877">
                  <c:v>156</c:v>
                </c:pt>
                <c:pt idx="5878">
                  <c:v>70</c:v>
                </c:pt>
                <c:pt idx="5879">
                  <c:v>60</c:v>
                </c:pt>
                <c:pt idx="5880">
                  <c:v>78.2</c:v>
                </c:pt>
                <c:pt idx="5881">
                  <c:v>39</c:v>
                </c:pt>
                <c:pt idx="5882">
                  <c:v>120</c:v>
                </c:pt>
                <c:pt idx="5883">
                  <c:v>65</c:v>
                </c:pt>
                <c:pt idx="5884">
                  <c:v>67</c:v>
                </c:pt>
                <c:pt idx="5885">
                  <c:v>90</c:v>
                </c:pt>
                <c:pt idx="5886">
                  <c:v>62</c:v>
                </c:pt>
                <c:pt idx="5887">
                  <c:v>52</c:v>
                </c:pt>
                <c:pt idx="5888">
                  <c:v>53.5</c:v>
                </c:pt>
                <c:pt idx="5889">
                  <c:v>130</c:v>
                </c:pt>
                <c:pt idx="5890">
                  <c:v>88</c:v>
                </c:pt>
                <c:pt idx="5891">
                  <c:v>36</c:v>
                </c:pt>
                <c:pt idx="5892">
                  <c:v>50</c:v>
                </c:pt>
                <c:pt idx="5893">
                  <c:v>85</c:v>
                </c:pt>
                <c:pt idx="5894">
                  <c:v>23.5</c:v>
                </c:pt>
                <c:pt idx="5895">
                  <c:v>42.59</c:v>
                </c:pt>
                <c:pt idx="5896">
                  <c:v>65</c:v>
                </c:pt>
                <c:pt idx="5897">
                  <c:v>16</c:v>
                </c:pt>
                <c:pt idx="5898">
                  <c:v>52</c:v>
                </c:pt>
                <c:pt idx="5899">
                  <c:v>56</c:v>
                </c:pt>
                <c:pt idx="5900">
                  <c:v>75</c:v>
                </c:pt>
                <c:pt idx="5901">
                  <c:v>71</c:v>
                </c:pt>
                <c:pt idx="5902">
                  <c:v>75</c:v>
                </c:pt>
                <c:pt idx="5903">
                  <c:v>75</c:v>
                </c:pt>
                <c:pt idx="5904">
                  <c:v>102</c:v>
                </c:pt>
                <c:pt idx="5905">
                  <c:v>49.8</c:v>
                </c:pt>
                <c:pt idx="5906">
                  <c:v>175</c:v>
                </c:pt>
                <c:pt idx="5907">
                  <c:v>37</c:v>
                </c:pt>
                <c:pt idx="5908">
                  <c:v>45</c:v>
                </c:pt>
                <c:pt idx="5909">
                  <c:v>38</c:v>
                </c:pt>
                <c:pt idx="5910">
                  <c:v>100</c:v>
                </c:pt>
                <c:pt idx="5911">
                  <c:v>145</c:v>
                </c:pt>
                <c:pt idx="5912">
                  <c:v>107</c:v>
                </c:pt>
                <c:pt idx="5913">
                  <c:v>43.6</c:v>
                </c:pt>
                <c:pt idx="5914">
                  <c:v>48</c:v>
                </c:pt>
                <c:pt idx="5915">
                  <c:v>49</c:v>
                </c:pt>
                <c:pt idx="5916">
                  <c:v>65</c:v>
                </c:pt>
                <c:pt idx="5917">
                  <c:v>66</c:v>
                </c:pt>
                <c:pt idx="5918">
                  <c:v>240</c:v>
                </c:pt>
                <c:pt idx="5919">
                  <c:v>165</c:v>
                </c:pt>
                <c:pt idx="5920">
                  <c:v>125</c:v>
                </c:pt>
                <c:pt idx="5921">
                  <c:v>60</c:v>
                </c:pt>
                <c:pt idx="5922">
                  <c:v>37.83</c:v>
                </c:pt>
                <c:pt idx="5923">
                  <c:v>60</c:v>
                </c:pt>
                <c:pt idx="5924">
                  <c:v>66.5</c:v>
                </c:pt>
                <c:pt idx="5925">
                  <c:v>52.5</c:v>
                </c:pt>
                <c:pt idx="5926">
                  <c:v>80.260000000000005</c:v>
                </c:pt>
                <c:pt idx="5927">
                  <c:v>92</c:v>
                </c:pt>
                <c:pt idx="5928">
                  <c:v>67.400000000000006</c:v>
                </c:pt>
                <c:pt idx="5929">
                  <c:v>250</c:v>
                </c:pt>
                <c:pt idx="5930">
                  <c:v>195</c:v>
                </c:pt>
                <c:pt idx="5931">
                  <c:v>70.650000000000006</c:v>
                </c:pt>
                <c:pt idx="5932">
                  <c:v>38</c:v>
                </c:pt>
                <c:pt idx="5933">
                  <c:v>79</c:v>
                </c:pt>
                <c:pt idx="5934">
                  <c:v>50</c:v>
                </c:pt>
                <c:pt idx="5935">
                  <c:v>140</c:v>
                </c:pt>
                <c:pt idx="5936">
                  <c:v>47</c:v>
                </c:pt>
                <c:pt idx="5937">
                  <c:v>51.5</c:v>
                </c:pt>
                <c:pt idx="5938">
                  <c:v>92</c:v>
                </c:pt>
                <c:pt idx="5939">
                  <c:v>67</c:v>
                </c:pt>
                <c:pt idx="5940">
                  <c:v>140</c:v>
                </c:pt>
                <c:pt idx="5941">
                  <c:v>53</c:v>
                </c:pt>
                <c:pt idx="5942">
                  <c:v>190</c:v>
                </c:pt>
                <c:pt idx="5943">
                  <c:v>75</c:v>
                </c:pt>
                <c:pt idx="5944">
                  <c:v>60</c:v>
                </c:pt>
                <c:pt idx="5945">
                  <c:v>93</c:v>
                </c:pt>
                <c:pt idx="5946">
                  <c:v>75</c:v>
                </c:pt>
                <c:pt idx="5947">
                  <c:v>120</c:v>
                </c:pt>
                <c:pt idx="5948">
                  <c:v>34.5</c:v>
                </c:pt>
                <c:pt idx="5949">
                  <c:v>51.98</c:v>
                </c:pt>
                <c:pt idx="5950">
                  <c:v>70.39</c:v>
                </c:pt>
                <c:pt idx="5951">
                  <c:v>35</c:v>
                </c:pt>
                <c:pt idx="5952">
                  <c:v>65</c:v>
                </c:pt>
                <c:pt idx="5953">
                  <c:v>56</c:v>
                </c:pt>
                <c:pt idx="5954">
                  <c:v>122</c:v>
                </c:pt>
                <c:pt idx="5955">
                  <c:v>84</c:v>
                </c:pt>
                <c:pt idx="5956">
                  <c:v>16</c:v>
                </c:pt>
                <c:pt idx="5957">
                  <c:v>60</c:v>
                </c:pt>
                <c:pt idx="5958">
                  <c:v>54</c:v>
                </c:pt>
                <c:pt idx="5959">
                  <c:v>45</c:v>
                </c:pt>
                <c:pt idx="5960">
                  <c:v>54</c:v>
                </c:pt>
                <c:pt idx="5961">
                  <c:v>41.16</c:v>
                </c:pt>
                <c:pt idx="5962">
                  <c:v>50</c:v>
                </c:pt>
                <c:pt idx="5963">
                  <c:v>33</c:v>
                </c:pt>
                <c:pt idx="5964">
                  <c:v>45</c:v>
                </c:pt>
                <c:pt idx="5965">
                  <c:v>42.5</c:v>
                </c:pt>
                <c:pt idx="5966">
                  <c:v>37</c:v>
                </c:pt>
                <c:pt idx="5967">
                  <c:v>55.5</c:v>
                </c:pt>
                <c:pt idx="5968">
                  <c:v>70.209999999999994</c:v>
                </c:pt>
                <c:pt idx="5969">
                  <c:v>69</c:v>
                </c:pt>
                <c:pt idx="5970">
                  <c:v>95</c:v>
                </c:pt>
                <c:pt idx="5971">
                  <c:v>58</c:v>
                </c:pt>
                <c:pt idx="5972">
                  <c:v>57.9</c:v>
                </c:pt>
                <c:pt idx="5973">
                  <c:v>57</c:v>
                </c:pt>
                <c:pt idx="5974">
                  <c:v>31.95</c:v>
                </c:pt>
                <c:pt idx="5975">
                  <c:v>55</c:v>
                </c:pt>
                <c:pt idx="5976">
                  <c:v>51</c:v>
                </c:pt>
                <c:pt idx="5977">
                  <c:v>55</c:v>
                </c:pt>
                <c:pt idx="5978">
                  <c:v>32</c:v>
                </c:pt>
                <c:pt idx="5979">
                  <c:v>16.45</c:v>
                </c:pt>
                <c:pt idx="5980">
                  <c:v>36</c:v>
                </c:pt>
                <c:pt idx="5981">
                  <c:v>43.2</c:v>
                </c:pt>
                <c:pt idx="5982">
                  <c:v>65</c:v>
                </c:pt>
                <c:pt idx="5983">
                  <c:v>42</c:v>
                </c:pt>
                <c:pt idx="5984">
                  <c:v>75</c:v>
                </c:pt>
                <c:pt idx="5985">
                  <c:v>50</c:v>
                </c:pt>
                <c:pt idx="5986">
                  <c:v>80</c:v>
                </c:pt>
                <c:pt idx="5987">
                  <c:v>41.1</c:v>
                </c:pt>
                <c:pt idx="5988">
                  <c:v>90</c:v>
                </c:pt>
                <c:pt idx="5989">
                  <c:v>65.5</c:v>
                </c:pt>
                <c:pt idx="5990">
                  <c:v>63.5</c:v>
                </c:pt>
                <c:pt idx="5991">
                  <c:v>88</c:v>
                </c:pt>
                <c:pt idx="5992">
                  <c:v>102</c:v>
                </c:pt>
                <c:pt idx="5993">
                  <c:v>45</c:v>
                </c:pt>
                <c:pt idx="5994">
                  <c:v>240</c:v>
                </c:pt>
                <c:pt idx="5995">
                  <c:v>49</c:v>
                </c:pt>
                <c:pt idx="5996">
                  <c:v>29.95</c:v>
                </c:pt>
                <c:pt idx="5997">
                  <c:v>85</c:v>
                </c:pt>
                <c:pt idx="5998">
                  <c:v>47</c:v>
                </c:pt>
                <c:pt idx="5999">
                  <c:v>66</c:v>
                </c:pt>
                <c:pt idx="6000">
                  <c:v>120</c:v>
                </c:pt>
                <c:pt idx="6001">
                  <c:v>115</c:v>
                </c:pt>
                <c:pt idx="6002">
                  <c:v>46.1</c:v>
                </c:pt>
                <c:pt idx="6003">
                  <c:v>50.125</c:v>
                </c:pt>
                <c:pt idx="6004">
                  <c:v>129</c:v>
                </c:pt>
                <c:pt idx="6005">
                  <c:v>135</c:v>
                </c:pt>
                <c:pt idx="6006">
                  <c:v>38</c:v>
                </c:pt>
                <c:pt idx="6007">
                  <c:v>125</c:v>
                </c:pt>
                <c:pt idx="6008">
                  <c:v>47</c:v>
                </c:pt>
                <c:pt idx="6009">
                  <c:v>45</c:v>
                </c:pt>
                <c:pt idx="6010">
                  <c:v>60</c:v>
                </c:pt>
                <c:pt idx="6011">
                  <c:v>65</c:v>
                </c:pt>
                <c:pt idx="6012">
                  <c:v>88</c:v>
                </c:pt>
                <c:pt idx="6013">
                  <c:v>30</c:v>
                </c:pt>
                <c:pt idx="6014">
                  <c:v>83.87</c:v>
                </c:pt>
                <c:pt idx="6015">
                  <c:v>45</c:v>
                </c:pt>
                <c:pt idx="6016">
                  <c:v>68</c:v>
                </c:pt>
                <c:pt idx="6017">
                  <c:v>135</c:v>
                </c:pt>
                <c:pt idx="6018">
                  <c:v>90</c:v>
                </c:pt>
                <c:pt idx="6019">
                  <c:v>43.16</c:v>
                </c:pt>
                <c:pt idx="6020">
                  <c:v>47.59</c:v>
                </c:pt>
                <c:pt idx="6021">
                  <c:v>60</c:v>
                </c:pt>
                <c:pt idx="6022">
                  <c:v>29.97</c:v>
                </c:pt>
                <c:pt idx="6023">
                  <c:v>50</c:v>
                </c:pt>
                <c:pt idx="6024">
                  <c:v>78</c:v>
                </c:pt>
                <c:pt idx="6025">
                  <c:v>50</c:v>
                </c:pt>
                <c:pt idx="6026">
                  <c:v>52</c:v>
                </c:pt>
                <c:pt idx="6027">
                  <c:v>72</c:v>
                </c:pt>
                <c:pt idx="6028">
                  <c:v>180</c:v>
                </c:pt>
                <c:pt idx="6029">
                  <c:v>48.6</c:v>
                </c:pt>
                <c:pt idx="6030">
                  <c:v>47</c:v>
                </c:pt>
                <c:pt idx="6031">
                  <c:v>115</c:v>
                </c:pt>
                <c:pt idx="6032">
                  <c:v>61</c:v>
                </c:pt>
                <c:pt idx="6033">
                  <c:v>65</c:v>
                </c:pt>
                <c:pt idx="6034">
                  <c:v>160</c:v>
                </c:pt>
                <c:pt idx="6035">
                  <c:v>130</c:v>
                </c:pt>
                <c:pt idx="6036">
                  <c:v>70</c:v>
                </c:pt>
                <c:pt idx="6037">
                  <c:v>45</c:v>
                </c:pt>
                <c:pt idx="6038">
                  <c:v>85</c:v>
                </c:pt>
                <c:pt idx="6039">
                  <c:v>62</c:v>
                </c:pt>
                <c:pt idx="6040">
                  <c:v>60</c:v>
                </c:pt>
                <c:pt idx="6041">
                  <c:v>74</c:v>
                </c:pt>
                <c:pt idx="6042">
                  <c:v>52</c:v>
                </c:pt>
                <c:pt idx="6043">
                  <c:v>70</c:v>
                </c:pt>
                <c:pt idx="6044">
                  <c:v>50</c:v>
                </c:pt>
                <c:pt idx="6045">
                  <c:v>38</c:v>
                </c:pt>
                <c:pt idx="6046">
                  <c:v>105</c:v>
                </c:pt>
                <c:pt idx="6047">
                  <c:v>165</c:v>
                </c:pt>
                <c:pt idx="6048">
                  <c:v>130</c:v>
                </c:pt>
                <c:pt idx="6049">
                  <c:v>76</c:v>
                </c:pt>
                <c:pt idx="6050">
                  <c:v>45</c:v>
                </c:pt>
                <c:pt idx="6051">
                  <c:v>90</c:v>
                </c:pt>
                <c:pt idx="6052">
                  <c:v>52.85</c:v>
                </c:pt>
                <c:pt idx="6053">
                  <c:v>105</c:v>
                </c:pt>
                <c:pt idx="6054">
                  <c:v>52</c:v>
                </c:pt>
                <c:pt idx="6055">
                  <c:v>58</c:v>
                </c:pt>
                <c:pt idx="6056">
                  <c:v>60</c:v>
                </c:pt>
                <c:pt idx="6057">
                  <c:v>48.79</c:v>
                </c:pt>
                <c:pt idx="6058">
                  <c:v>44.4</c:v>
                </c:pt>
                <c:pt idx="6059">
                  <c:v>135</c:v>
                </c:pt>
                <c:pt idx="6060">
                  <c:v>105</c:v>
                </c:pt>
                <c:pt idx="6061">
                  <c:v>55</c:v>
                </c:pt>
                <c:pt idx="6062">
                  <c:v>42</c:v>
                </c:pt>
                <c:pt idx="6063">
                  <c:v>63</c:v>
                </c:pt>
                <c:pt idx="6064">
                  <c:v>53.99</c:v>
                </c:pt>
                <c:pt idx="6065">
                  <c:v>35</c:v>
                </c:pt>
                <c:pt idx="6066">
                  <c:v>120</c:v>
                </c:pt>
                <c:pt idx="6067">
                  <c:v>60</c:v>
                </c:pt>
                <c:pt idx="6068">
                  <c:v>46</c:v>
                </c:pt>
                <c:pt idx="6069">
                  <c:v>175</c:v>
                </c:pt>
                <c:pt idx="6070">
                  <c:v>65.94</c:v>
                </c:pt>
                <c:pt idx="6071">
                  <c:v>68</c:v>
                </c:pt>
                <c:pt idx="6072">
                  <c:v>40</c:v>
                </c:pt>
                <c:pt idx="6073">
                  <c:v>52</c:v>
                </c:pt>
                <c:pt idx="6074">
                  <c:v>180</c:v>
                </c:pt>
                <c:pt idx="6075">
                  <c:v>68.75</c:v>
                </c:pt>
                <c:pt idx="6076">
                  <c:v>37.619999999999997</c:v>
                </c:pt>
                <c:pt idx="6077">
                  <c:v>85</c:v>
                </c:pt>
                <c:pt idx="6078">
                  <c:v>90</c:v>
                </c:pt>
                <c:pt idx="6079">
                  <c:v>55</c:v>
                </c:pt>
                <c:pt idx="6080">
                  <c:v>60</c:v>
                </c:pt>
                <c:pt idx="6081">
                  <c:v>175</c:v>
                </c:pt>
                <c:pt idx="6082">
                  <c:v>55</c:v>
                </c:pt>
                <c:pt idx="6083">
                  <c:v>140</c:v>
                </c:pt>
                <c:pt idx="6084">
                  <c:v>69</c:v>
                </c:pt>
                <c:pt idx="6085">
                  <c:v>65</c:v>
                </c:pt>
                <c:pt idx="6086">
                  <c:v>49.3</c:v>
                </c:pt>
                <c:pt idx="6087">
                  <c:v>65</c:v>
                </c:pt>
                <c:pt idx="6088">
                  <c:v>45</c:v>
                </c:pt>
                <c:pt idx="6089">
                  <c:v>47</c:v>
                </c:pt>
                <c:pt idx="6090">
                  <c:v>87</c:v>
                </c:pt>
                <c:pt idx="6091">
                  <c:v>67.3</c:v>
                </c:pt>
                <c:pt idx="6092">
                  <c:v>55</c:v>
                </c:pt>
                <c:pt idx="6093">
                  <c:v>73.900000000000006</c:v>
                </c:pt>
                <c:pt idx="6094">
                  <c:v>46</c:v>
                </c:pt>
                <c:pt idx="6095">
                  <c:v>79.900000000000006</c:v>
                </c:pt>
                <c:pt idx="6096">
                  <c:v>90</c:v>
                </c:pt>
                <c:pt idx="6097">
                  <c:v>70</c:v>
                </c:pt>
                <c:pt idx="6098">
                  <c:v>22</c:v>
                </c:pt>
                <c:pt idx="6099">
                  <c:v>51.89</c:v>
                </c:pt>
                <c:pt idx="6100">
                  <c:v>95</c:v>
                </c:pt>
                <c:pt idx="6101">
                  <c:v>50</c:v>
                </c:pt>
                <c:pt idx="6102">
                  <c:v>46</c:v>
                </c:pt>
                <c:pt idx="6103">
                  <c:v>32</c:v>
                </c:pt>
                <c:pt idx="6104">
                  <c:v>83</c:v>
                </c:pt>
                <c:pt idx="6105">
                  <c:v>88.2</c:v>
                </c:pt>
                <c:pt idx="6106">
                  <c:v>70</c:v>
                </c:pt>
                <c:pt idx="6107">
                  <c:v>55</c:v>
                </c:pt>
                <c:pt idx="6108">
                  <c:v>58</c:v>
                </c:pt>
                <c:pt idx="6109">
                  <c:v>210</c:v>
                </c:pt>
                <c:pt idx="6110">
                  <c:v>50</c:v>
                </c:pt>
                <c:pt idx="6111">
                  <c:v>130</c:v>
                </c:pt>
                <c:pt idx="6112">
                  <c:v>66</c:v>
                </c:pt>
                <c:pt idx="6113">
                  <c:v>166</c:v>
                </c:pt>
                <c:pt idx="6114">
                  <c:v>58</c:v>
                </c:pt>
                <c:pt idx="6115">
                  <c:v>74.23</c:v>
                </c:pt>
                <c:pt idx="6116">
                  <c:v>115</c:v>
                </c:pt>
                <c:pt idx="6117">
                  <c:v>70</c:v>
                </c:pt>
                <c:pt idx="6118">
                  <c:v>35.53</c:v>
                </c:pt>
                <c:pt idx="6119">
                  <c:v>31.77</c:v>
                </c:pt>
                <c:pt idx="6120">
                  <c:v>37</c:v>
                </c:pt>
                <c:pt idx="6121">
                  <c:v>150</c:v>
                </c:pt>
                <c:pt idx="6122">
                  <c:v>32.49</c:v>
                </c:pt>
                <c:pt idx="6123">
                  <c:v>55</c:v>
                </c:pt>
                <c:pt idx="6124">
                  <c:v>89</c:v>
                </c:pt>
                <c:pt idx="6125">
                  <c:v>75</c:v>
                </c:pt>
                <c:pt idx="6126">
                  <c:v>125</c:v>
                </c:pt>
                <c:pt idx="6127">
                  <c:v>103</c:v>
                </c:pt>
                <c:pt idx="6128">
                  <c:v>58</c:v>
                </c:pt>
                <c:pt idx="6129">
                  <c:v>68</c:v>
                </c:pt>
                <c:pt idx="6130">
                  <c:v>48</c:v>
                </c:pt>
                <c:pt idx="6131">
                  <c:v>72</c:v>
                </c:pt>
                <c:pt idx="6132">
                  <c:v>57</c:v>
                </c:pt>
                <c:pt idx="6133">
                  <c:v>160</c:v>
                </c:pt>
                <c:pt idx="6134">
                  <c:v>74.180000000000007</c:v>
                </c:pt>
                <c:pt idx="6135">
                  <c:v>55</c:v>
                </c:pt>
                <c:pt idx="6136">
                  <c:v>184</c:v>
                </c:pt>
                <c:pt idx="6137">
                  <c:v>74</c:v>
                </c:pt>
                <c:pt idx="6138">
                  <c:v>42.81</c:v>
                </c:pt>
                <c:pt idx="6139">
                  <c:v>61</c:v>
                </c:pt>
                <c:pt idx="6140">
                  <c:v>37.83</c:v>
                </c:pt>
                <c:pt idx="6141">
                  <c:v>55</c:v>
                </c:pt>
                <c:pt idx="6142">
                  <c:v>100</c:v>
                </c:pt>
                <c:pt idx="6143">
                  <c:v>120</c:v>
                </c:pt>
                <c:pt idx="6144">
                  <c:v>75.97</c:v>
                </c:pt>
                <c:pt idx="6145">
                  <c:v>60</c:v>
                </c:pt>
                <c:pt idx="6146">
                  <c:v>34</c:v>
                </c:pt>
                <c:pt idx="6147">
                  <c:v>46.39</c:v>
                </c:pt>
                <c:pt idx="6148">
                  <c:v>89</c:v>
                </c:pt>
                <c:pt idx="6149">
                  <c:v>80</c:v>
                </c:pt>
                <c:pt idx="6150">
                  <c:v>65</c:v>
                </c:pt>
                <c:pt idx="6151">
                  <c:v>67</c:v>
                </c:pt>
                <c:pt idx="6152">
                  <c:v>70</c:v>
                </c:pt>
                <c:pt idx="6153">
                  <c:v>48</c:v>
                </c:pt>
                <c:pt idx="6154">
                  <c:v>98.18</c:v>
                </c:pt>
                <c:pt idx="6155">
                  <c:v>68</c:v>
                </c:pt>
                <c:pt idx="6156">
                  <c:v>90</c:v>
                </c:pt>
                <c:pt idx="6157">
                  <c:v>48</c:v>
                </c:pt>
                <c:pt idx="6158">
                  <c:v>68.59</c:v>
                </c:pt>
                <c:pt idx="6159">
                  <c:v>39.69</c:v>
                </c:pt>
                <c:pt idx="6160">
                  <c:v>41.3</c:v>
                </c:pt>
                <c:pt idx="6161">
                  <c:v>100</c:v>
                </c:pt>
                <c:pt idx="6162">
                  <c:v>75</c:v>
                </c:pt>
                <c:pt idx="6163">
                  <c:v>56</c:v>
                </c:pt>
                <c:pt idx="6164">
                  <c:v>10</c:v>
                </c:pt>
                <c:pt idx="6165">
                  <c:v>60</c:v>
                </c:pt>
                <c:pt idx="6166">
                  <c:v>160</c:v>
                </c:pt>
                <c:pt idx="6167">
                  <c:v>30.35</c:v>
                </c:pt>
                <c:pt idx="6168">
                  <c:v>109</c:v>
                </c:pt>
                <c:pt idx="6169">
                  <c:v>71.42</c:v>
                </c:pt>
                <c:pt idx="6170">
                  <c:v>58</c:v>
                </c:pt>
                <c:pt idx="6171">
                  <c:v>128</c:v>
                </c:pt>
                <c:pt idx="6172">
                  <c:v>50</c:v>
                </c:pt>
                <c:pt idx="6173">
                  <c:v>125</c:v>
                </c:pt>
                <c:pt idx="6174">
                  <c:v>150</c:v>
                </c:pt>
                <c:pt idx="6175">
                  <c:v>118</c:v>
                </c:pt>
                <c:pt idx="6176">
                  <c:v>98</c:v>
                </c:pt>
                <c:pt idx="6177">
                  <c:v>155</c:v>
                </c:pt>
                <c:pt idx="6178">
                  <c:v>154</c:v>
                </c:pt>
                <c:pt idx="6179">
                  <c:v>72</c:v>
                </c:pt>
                <c:pt idx="6180">
                  <c:v>55.33</c:v>
                </c:pt>
                <c:pt idx="6181">
                  <c:v>47.24</c:v>
                </c:pt>
                <c:pt idx="6182">
                  <c:v>140</c:v>
                </c:pt>
                <c:pt idx="6183">
                  <c:v>79</c:v>
                </c:pt>
                <c:pt idx="6184">
                  <c:v>35</c:v>
                </c:pt>
                <c:pt idx="6185">
                  <c:v>59</c:v>
                </c:pt>
                <c:pt idx="6186">
                  <c:v>150</c:v>
                </c:pt>
                <c:pt idx="6187">
                  <c:v>90</c:v>
                </c:pt>
                <c:pt idx="6188">
                  <c:v>140</c:v>
                </c:pt>
                <c:pt idx="6189">
                  <c:v>45.5</c:v>
                </c:pt>
                <c:pt idx="6190">
                  <c:v>80</c:v>
                </c:pt>
                <c:pt idx="6191">
                  <c:v>56</c:v>
                </c:pt>
                <c:pt idx="6192">
                  <c:v>52</c:v>
                </c:pt>
                <c:pt idx="6193">
                  <c:v>164</c:v>
                </c:pt>
                <c:pt idx="6194">
                  <c:v>120</c:v>
                </c:pt>
                <c:pt idx="6195">
                  <c:v>120</c:v>
                </c:pt>
                <c:pt idx="6196">
                  <c:v>108</c:v>
                </c:pt>
                <c:pt idx="6197">
                  <c:v>120</c:v>
                </c:pt>
                <c:pt idx="6198">
                  <c:v>75</c:v>
                </c:pt>
                <c:pt idx="6199">
                  <c:v>168</c:v>
                </c:pt>
                <c:pt idx="6200">
                  <c:v>55</c:v>
                </c:pt>
                <c:pt idx="6201">
                  <c:v>19.899999999999999</c:v>
                </c:pt>
                <c:pt idx="6202">
                  <c:v>65</c:v>
                </c:pt>
                <c:pt idx="6203">
                  <c:v>44.5</c:v>
                </c:pt>
                <c:pt idx="6204">
                  <c:v>29</c:v>
                </c:pt>
                <c:pt idx="6205">
                  <c:v>75</c:v>
                </c:pt>
                <c:pt idx="6206">
                  <c:v>83</c:v>
                </c:pt>
                <c:pt idx="6207">
                  <c:v>60</c:v>
                </c:pt>
                <c:pt idx="6208">
                  <c:v>36</c:v>
                </c:pt>
                <c:pt idx="6209">
                  <c:v>220</c:v>
                </c:pt>
                <c:pt idx="6210">
                  <c:v>63</c:v>
                </c:pt>
                <c:pt idx="6211">
                  <c:v>47.25</c:v>
                </c:pt>
                <c:pt idx="6212">
                  <c:v>52</c:v>
                </c:pt>
                <c:pt idx="6213">
                  <c:v>85</c:v>
                </c:pt>
                <c:pt idx="6214">
                  <c:v>26.25</c:v>
                </c:pt>
                <c:pt idx="6215">
                  <c:v>61</c:v>
                </c:pt>
                <c:pt idx="6216">
                  <c:v>67</c:v>
                </c:pt>
                <c:pt idx="6217">
                  <c:v>201</c:v>
                </c:pt>
                <c:pt idx="6218">
                  <c:v>70</c:v>
                </c:pt>
                <c:pt idx="6219">
                  <c:v>51.2</c:v>
                </c:pt>
                <c:pt idx="6220">
                  <c:v>33.08</c:v>
                </c:pt>
                <c:pt idx="6221">
                  <c:v>25.84</c:v>
                </c:pt>
                <c:pt idx="6222">
                  <c:v>150</c:v>
                </c:pt>
                <c:pt idx="6223">
                  <c:v>125</c:v>
                </c:pt>
                <c:pt idx="6224">
                  <c:v>34</c:v>
                </c:pt>
                <c:pt idx="6225">
                  <c:v>62</c:v>
                </c:pt>
                <c:pt idx="6226">
                  <c:v>160</c:v>
                </c:pt>
                <c:pt idx="6227">
                  <c:v>80</c:v>
                </c:pt>
                <c:pt idx="6228">
                  <c:v>67</c:v>
                </c:pt>
                <c:pt idx="6229">
                  <c:v>50</c:v>
                </c:pt>
                <c:pt idx="6230">
                  <c:v>150</c:v>
                </c:pt>
                <c:pt idx="6231">
                  <c:v>50</c:v>
                </c:pt>
                <c:pt idx="6232">
                  <c:v>45</c:v>
                </c:pt>
                <c:pt idx="6233">
                  <c:v>62</c:v>
                </c:pt>
                <c:pt idx="6234">
                  <c:v>57.9</c:v>
                </c:pt>
                <c:pt idx="6235">
                  <c:v>54</c:v>
                </c:pt>
                <c:pt idx="6236">
                  <c:v>75</c:v>
                </c:pt>
                <c:pt idx="6237">
                  <c:v>50</c:v>
                </c:pt>
                <c:pt idx="6238">
                  <c:v>33.700000000000003</c:v>
                </c:pt>
                <c:pt idx="6239">
                  <c:v>49.75</c:v>
                </c:pt>
                <c:pt idx="6240">
                  <c:v>115</c:v>
                </c:pt>
                <c:pt idx="6241">
                  <c:v>77</c:v>
                </c:pt>
                <c:pt idx="6242">
                  <c:v>55</c:v>
                </c:pt>
                <c:pt idx="6243">
                  <c:v>150</c:v>
                </c:pt>
                <c:pt idx="6244">
                  <c:v>50</c:v>
                </c:pt>
                <c:pt idx="6245">
                  <c:v>80</c:v>
                </c:pt>
                <c:pt idx="6246">
                  <c:v>90</c:v>
                </c:pt>
                <c:pt idx="6247">
                  <c:v>74.31</c:v>
                </c:pt>
                <c:pt idx="6248">
                  <c:v>58</c:v>
                </c:pt>
                <c:pt idx="6249">
                  <c:v>32</c:v>
                </c:pt>
                <c:pt idx="6250">
                  <c:v>58</c:v>
                </c:pt>
                <c:pt idx="6251">
                  <c:v>70</c:v>
                </c:pt>
                <c:pt idx="6252">
                  <c:v>53.51</c:v>
                </c:pt>
                <c:pt idx="6253">
                  <c:v>200</c:v>
                </c:pt>
                <c:pt idx="6254">
                  <c:v>69</c:v>
                </c:pt>
                <c:pt idx="6255">
                  <c:v>130</c:v>
                </c:pt>
                <c:pt idx="6256">
                  <c:v>250</c:v>
                </c:pt>
                <c:pt idx="6257">
                  <c:v>32</c:v>
                </c:pt>
                <c:pt idx="6258">
                  <c:v>48.72</c:v>
                </c:pt>
                <c:pt idx="6259">
                  <c:v>111</c:v>
                </c:pt>
                <c:pt idx="6260">
                  <c:v>200</c:v>
                </c:pt>
                <c:pt idx="6261">
                  <c:v>49</c:v>
                </c:pt>
                <c:pt idx="6262">
                  <c:v>85</c:v>
                </c:pt>
                <c:pt idx="6263">
                  <c:v>65</c:v>
                </c:pt>
                <c:pt idx="6264">
                  <c:v>125</c:v>
                </c:pt>
                <c:pt idx="6265">
                  <c:v>125</c:v>
                </c:pt>
                <c:pt idx="6266">
                  <c:v>83</c:v>
                </c:pt>
                <c:pt idx="6267">
                  <c:v>138</c:v>
                </c:pt>
                <c:pt idx="6268">
                  <c:v>28</c:v>
                </c:pt>
                <c:pt idx="6269">
                  <c:v>120</c:v>
                </c:pt>
                <c:pt idx="6270">
                  <c:v>70</c:v>
                </c:pt>
                <c:pt idx="6271">
                  <c:v>90</c:v>
                </c:pt>
                <c:pt idx="6272">
                  <c:v>60.75</c:v>
                </c:pt>
                <c:pt idx="6273">
                  <c:v>90</c:v>
                </c:pt>
                <c:pt idx="6274">
                  <c:v>50</c:v>
                </c:pt>
                <c:pt idx="6275">
                  <c:v>80</c:v>
                </c:pt>
                <c:pt idx="6276">
                  <c:v>24.88</c:v>
                </c:pt>
                <c:pt idx="6277">
                  <c:v>90</c:v>
                </c:pt>
                <c:pt idx="6278">
                  <c:v>55</c:v>
                </c:pt>
                <c:pt idx="6279">
                  <c:v>33</c:v>
                </c:pt>
                <c:pt idx="6280">
                  <c:v>72</c:v>
                </c:pt>
                <c:pt idx="6281">
                  <c:v>113</c:v>
                </c:pt>
                <c:pt idx="6282">
                  <c:v>52</c:v>
                </c:pt>
                <c:pt idx="6283">
                  <c:v>50</c:v>
                </c:pt>
                <c:pt idx="6284">
                  <c:v>105</c:v>
                </c:pt>
                <c:pt idx="6285">
                  <c:v>100</c:v>
                </c:pt>
                <c:pt idx="6286">
                  <c:v>54</c:v>
                </c:pt>
                <c:pt idx="6287">
                  <c:v>55</c:v>
                </c:pt>
                <c:pt idx="6288">
                  <c:v>39.9</c:v>
                </c:pt>
                <c:pt idx="6289">
                  <c:v>45</c:v>
                </c:pt>
                <c:pt idx="6290">
                  <c:v>115</c:v>
                </c:pt>
                <c:pt idx="6291">
                  <c:v>78</c:v>
                </c:pt>
                <c:pt idx="6292">
                  <c:v>33.28</c:v>
                </c:pt>
                <c:pt idx="6293">
                  <c:v>82</c:v>
                </c:pt>
                <c:pt idx="6294">
                  <c:v>58.17</c:v>
                </c:pt>
                <c:pt idx="6295">
                  <c:v>94.55</c:v>
                </c:pt>
                <c:pt idx="6296">
                  <c:v>69</c:v>
                </c:pt>
                <c:pt idx="6297">
                  <c:v>95</c:v>
                </c:pt>
                <c:pt idx="6298">
                  <c:v>45</c:v>
                </c:pt>
                <c:pt idx="6299">
                  <c:v>75</c:v>
                </c:pt>
                <c:pt idx="6300">
                  <c:v>32</c:v>
                </c:pt>
                <c:pt idx="6301">
                  <c:v>41.59</c:v>
                </c:pt>
                <c:pt idx="6302">
                  <c:v>36.94</c:v>
                </c:pt>
                <c:pt idx="6303">
                  <c:v>59</c:v>
                </c:pt>
                <c:pt idx="6304">
                  <c:v>98</c:v>
                </c:pt>
                <c:pt idx="6305">
                  <c:v>43</c:v>
                </c:pt>
                <c:pt idx="6306">
                  <c:v>125</c:v>
                </c:pt>
                <c:pt idx="6307">
                  <c:v>75</c:v>
                </c:pt>
                <c:pt idx="6308">
                  <c:v>110</c:v>
                </c:pt>
                <c:pt idx="6309">
                  <c:v>57.84</c:v>
                </c:pt>
                <c:pt idx="6310">
                  <c:v>51.15</c:v>
                </c:pt>
                <c:pt idx="6311">
                  <c:v>100</c:v>
                </c:pt>
                <c:pt idx="6312">
                  <c:v>121</c:v>
                </c:pt>
                <c:pt idx="6313">
                  <c:v>25</c:v>
                </c:pt>
                <c:pt idx="6314">
                  <c:v>60</c:v>
                </c:pt>
                <c:pt idx="6315">
                  <c:v>100</c:v>
                </c:pt>
                <c:pt idx="6316">
                  <c:v>35.284999999999997</c:v>
                </c:pt>
                <c:pt idx="6317">
                  <c:v>36.799999999999997</c:v>
                </c:pt>
                <c:pt idx="6318">
                  <c:v>85</c:v>
                </c:pt>
                <c:pt idx="6319">
                  <c:v>42</c:v>
                </c:pt>
                <c:pt idx="6320">
                  <c:v>40.08</c:v>
                </c:pt>
                <c:pt idx="6321">
                  <c:v>36.21</c:v>
                </c:pt>
                <c:pt idx="6322">
                  <c:v>35.22</c:v>
                </c:pt>
                <c:pt idx="6323">
                  <c:v>40.08</c:v>
                </c:pt>
                <c:pt idx="6324">
                  <c:v>89.04</c:v>
                </c:pt>
                <c:pt idx="6325">
                  <c:v>69.599999999999994</c:v>
                </c:pt>
                <c:pt idx="6326">
                  <c:v>44</c:v>
                </c:pt>
                <c:pt idx="6327">
                  <c:v>65</c:v>
                </c:pt>
                <c:pt idx="6328">
                  <c:v>53.87</c:v>
                </c:pt>
                <c:pt idx="6329">
                  <c:v>84</c:v>
                </c:pt>
                <c:pt idx="6330">
                  <c:v>30</c:v>
                </c:pt>
                <c:pt idx="6331">
                  <c:v>123</c:v>
                </c:pt>
                <c:pt idx="6332">
                  <c:v>70</c:v>
                </c:pt>
                <c:pt idx="6333">
                  <c:v>90</c:v>
                </c:pt>
                <c:pt idx="6334">
                  <c:v>48.95</c:v>
                </c:pt>
                <c:pt idx="6335">
                  <c:v>56</c:v>
                </c:pt>
                <c:pt idx="6336">
                  <c:v>82.89</c:v>
                </c:pt>
                <c:pt idx="6337">
                  <c:v>125</c:v>
                </c:pt>
                <c:pt idx="6338">
                  <c:v>67</c:v>
                </c:pt>
                <c:pt idx="6339">
                  <c:v>36.25</c:v>
                </c:pt>
                <c:pt idx="6340">
                  <c:v>80</c:v>
                </c:pt>
                <c:pt idx="6341">
                  <c:v>41</c:v>
                </c:pt>
                <c:pt idx="6342">
                  <c:v>92</c:v>
                </c:pt>
                <c:pt idx="6343">
                  <c:v>73</c:v>
                </c:pt>
                <c:pt idx="6344">
                  <c:v>251</c:v>
                </c:pt>
                <c:pt idx="6345">
                  <c:v>67</c:v>
                </c:pt>
                <c:pt idx="6346">
                  <c:v>90</c:v>
                </c:pt>
                <c:pt idx="6347">
                  <c:v>95</c:v>
                </c:pt>
                <c:pt idx="6348">
                  <c:v>142</c:v>
                </c:pt>
                <c:pt idx="6349">
                  <c:v>90</c:v>
                </c:pt>
                <c:pt idx="6350">
                  <c:v>150</c:v>
                </c:pt>
                <c:pt idx="6351">
                  <c:v>26</c:v>
                </c:pt>
                <c:pt idx="6352">
                  <c:v>66</c:v>
                </c:pt>
                <c:pt idx="6353">
                  <c:v>47</c:v>
                </c:pt>
                <c:pt idx="6354">
                  <c:v>59.5</c:v>
                </c:pt>
                <c:pt idx="6355">
                  <c:v>55</c:v>
                </c:pt>
                <c:pt idx="6356">
                  <c:v>43</c:v>
                </c:pt>
                <c:pt idx="6357">
                  <c:v>240</c:v>
                </c:pt>
                <c:pt idx="6358">
                  <c:v>85</c:v>
                </c:pt>
                <c:pt idx="6359">
                  <c:v>61</c:v>
                </c:pt>
                <c:pt idx="6360">
                  <c:v>34.49</c:v>
                </c:pt>
                <c:pt idx="6361">
                  <c:v>55</c:v>
                </c:pt>
                <c:pt idx="6362">
                  <c:v>85</c:v>
                </c:pt>
                <c:pt idx="6363">
                  <c:v>126</c:v>
                </c:pt>
                <c:pt idx="6364">
                  <c:v>110</c:v>
                </c:pt>
                <c:pt idx="6365">
                  <c:v>100</c:v>
                </c:pt>
                <c:pt idx="6366">
                  <c:v>150</c:v>
                </c:pt>
                <c:pt idx="6367">
                  <c:v>35</c:v>
                </c:pt>
                <c:pt idx="6368">
                  <c:v>38.534999999999997</c:v>
                </c:pt>
                <c:pt idx="6369">
                  <c:v>70</c:v>
                </c:pt>
                <c:pt idx="6370">
                  <c:v>120</c:v>
                </c:pt>
                <c:pt idx="6371">
                  <c:v>54</c:v>
                </c:pt>
                <c:pt idx="6372">
                  <c:v>55</c:v>
                </c:pt>
                <c:pt idx="6373">
                  <c:v>32.92</c:v>
                </c:pt>
                <c:pt idx="6374">
                  <c:v>45</c:v>
                </c:pt>
                <c:pt idx="6375">
                  <c:v>203</c:v>
                </c:pt>
                <c:pt idx="6376">
                  <c:v>35.5</c:v>
                </c:pt>
                <c:pt idx="6377">
                  <c:v>32</c:v>
                </c:pt>
                <c:pt idx="6378">
                  <c:v>110</c:v>
                </c:pt>
                <c:pt idx="6379">
                  <c:v>47</c:v>
                </c:pt>
                <c:pt idx="6380">
                  <c:v>50</c:v>
                </c:pt>
                <c:pt idx="6381">
                  <c:v>95</c:v>
                </c:pt>
                <c:pt idx="6382">
                  <c:v>52</c:v>
                </c:pt>
                <c:pt idx="6383">
                  <c:v>44</c:v>
                </c:pt>
                <c:pt idx="6384">
                  <c:v>76</c:v>
                </c:pt>
                <c:pt idx="6385">
                  <c:v>88</c:v>
                </c:pt>
                <c:pt idx="6386">
                  <c:v>79.150000000000006</c:v>
                </c:pt>
                <c:pt idx="6387">
                  <c:v>48.27</c:v>
                </c:pt>
                <c:pt idx="6388">
                  <c:v>53.5</c:v>
                </c:pt>
                <c:pt idx="6389">
                  <c:v>35</c:v>
                </c:pt>
                <c:pt idx="6390">
                  <c:v>125</c:v>
                </c:pt>
                <c:pt idx="6391">
                  <c:v>55</c:v>
                </c:pt>
                <c:pt idx="6392">
                  <c:v>37.28</c:v>
                </c:pt>
                <c:pt idx="6393">
                  <c:v>145</c:v>
                </c:pt>
                <c:pt idx="6394">
                  <c:v>36.5</c:v>
                </c:pt>
                <c:pt idx="6395">
                  <c:v>35</c:v>
                </c:pt>
                <c:pt idx="6396">
                  <c:v>54.3</c:v>
                </c:pt>
                <c:pt idx="6397">
                  <c:v>74</c:v>
                </c:pt>
                <c:pt idx="6398">
                  <c:v>52</c:v>
                </c:pt>
                <c:pt idx="6399">
                  <c:v>65</c:v>
                </c:pt>
                <c:pt idx="6400">
                  <c:v>46</c:v>
                </c:pt>
                <c:pt idx="6401">
                  <c:v>122</c:v>
                </c:pt>
                <c:pt idx="6402">
                  <c:v>69</c:v>
                </c:pt>
                <c:pt idx="6403">
                  <c:v>98</c:v>
                </c:pt>
                <c:pt idx="6404">
                  <c:v>81.5</c:v>
                </c:pt>
                <c:pt idx="6405">
                  <c:v>54.92</c:v>
                </c:pt>
                <c:pt idx="6406">
                  <c:v>115</c:v>
                </c:pt>
                <c:pt idx="6407">
                  <c:v>68</c:v>
                </c:pt>
                <c:pt idx="6408">
                  <c:v>80</c:v>
                </c:pt>
                <c:pt idx="6409">
                  <c:v>60.98</c:v>
                </c:pt>
                <c:pt idx="6410">
                  <c:v>37</c:v>
                </c:pt>
                <c:pt idx="6411">
                  <c:v>118</c:v>
                </c:pt>
                <c:pt idx="6412">
                  <c:v>56.8</c:v>
                </c:pt>
                <c:pt idx="6413">
                  <c:v>40</c:v>
                </c:pt>
                <c:pt idx="6414">
                  <c:v>35</c:v>
                </c:pt>
                <c:pt idx="6415">
                  <c:v>100</c:v>
                </c:pt>
                <c:pt idx="6416">
                  <c:v>60.42</c:v>
                </c:pt>
                <c:pt idx="6417">
                  <c:v>55</c:v>
                </c:pt>
                <c:pt idx="6418">
                  <c:v>152</c:v>
                </c:pt>
                <c:pt idx="6419">
                  <c:v>58.58</c:v>
                </c:pt>
                <c:pt idx="6420">
                  <c:v>98.91</c:v>
                </c:pt>
                <c:pt idx="6421">
                  <c:v>89</c:v>
                </c:pt>
                <c:pt idx="6422">
                  <c:v>88</c:v>
                </c:pt>
                <c:pt idx="6423">
                  <c:v>310</c:v>
                </c:pt>
                <c:pt idx="6424">
                  <c:v>62</c:v>
                </c:pt>
                <c:pt idx="6425">
                  <c:v>65</c:v>
                </c:pt>
                <c:pt idx="6426">
                  <c:v>73</c:v>
                </c:pt>
                <c:pt idx="6427">
                  <c:v>60</c:v>
                </c:pt>
                <c:pt idx="6428">
                  <c:v>95</c:v>
                </c:pt>
                <c:pt idx="6429">
                  <c:v>45.5</c:v>
                </c:pt>
                <c:pt idx="6430">
                  <c:v>45</c:v>
                </c:pt>
                <c:pt idx="6431">
                  <c:v>180</c:v>
                </c:pt>
                <c:pt idx="6432">
                  <c:v>95</c:v>
                </c:pt>
                <c:pt idx="6433">
                  <c:v>131</c:v>
                </c:pt>
                <c:pt idx="6434">
                  <c:v>190</c:v>
                </c:pt>
                <c:pt idx="6435">
                  <c:v>15</c:v>
                </c:pt>
                <c:pt idx="6436">
                  <c:v>40</c:v>
                </c:pt>
                <c:pt idx="6437">
                  <c:v>111</c:v>
                </c:pt>
                <c:pt idx="6438">
                  <c:v>80</c:v>
                </c:pt>
                <c:pt idx="6439">
                  <c:v>63</c:v>
                </c:pt>
                <c:pt idx="6440">
                  <c:v>100</c:v>
                </c:pt>
                <c:pt idx="6441">
                  <c:v>39.5</c:v>
                </c:pt>
                <c:pt idx="6442">
                  <c:v>78.5</c:v>
                </c:pt>
                <c:pt idx="6443">
                  <c:v>100</c:v>
                </c:pt>
                <c:pt idx="6444">
                  <c:v>170</c:v>
                </c:pt>
                <c:pt idx="6445">
                  <c:v>82</c:v>
                </c:pt>
                <c:pt idx="6446">
                  <c:v>60</c:v>
                </c:pt>
                <c:pt idx="6447">
                  <c:v>57.6</c:v>
                </c:pt>
                <c:pt idx="6448">
                  <c:v>19.829999999999998</c:v>
                </c:pt>
                <c:pt idx="6449">
                  <c:v>71.38</c:v>
                </c:pt>
                <c:pt idx="6450">
                  <c:v>62</c:v>
                </c:pt>
                <c:pt idx="6451">
                  <c:v>70</c:v>
                </c:pt>
                <c:pt idx="6452">
                  <c:v>18</c:v>
                </c:pt>
                <c:pt idx="6453">
                  <c:v>57</c:v>
                </c:pt>
                <c:pt idx="6454">
                  <c:v>104</c:v>
                </c:pt>
                <c:pt idx="6455">
                  <c:v>90</c:v>
                </c:pt>
                <c:pt idx="6456">
                  <c:v>38</c:v>
                </c:pt>
                <c:pt idx="6457">
                  <c:v>120</c:v>
                </c:pt>
                <c:pt idx="6458">
                  <c:v>26</c:v>
                </c:pt>
                <c:pt idx="6459">
                  <c:v>138</c:v>
                </c:pt>
                <c:pt idx="6460">
                  <c:v>93</c:v>
                </c:pt>
                <c:pt idx="6461">
                  <c:v>40</c:v>
                </c:pt>
                <c:pt idx="6462">
                  <c:v>46</c:v>
                </c:pt>
                <c:pt idx="6463">
                  <c:v>80.48</c:v>
                </c:pt>
                <c:pt idx="6464">
                  <c:v>41</c:v>
                </c:pt>
                <c:pt idx="6465">
                  <c:v>50</c:v>
                </c:pt>
                <c:pt idx="6466">
                  <c:v>97</c:v>
                </c:pt>
                <c:pt idx="6467">
                  <c:v>33</c:v>
                </c:pt>
                <c:pt idx="6468">
                  <c:v>70</c:v>
                </c:pt>
                <c:pt idx="6469">
                  <c:v>42.5</c:v>
                </c:pt>
                <c:pt idx="6470">
                  <c:v>80</c:v>
                </c:pt>
                <c:pt idx="6471">
                  <c:v>90</c:v>
                </c:pt>
                <c:pt idx="6472">
                  <c:v>45.12</c:v>
                </c:pt>
                <c:pt idx="6473">
                  <c:v>35.47</c:v>
                </c:pt>
                <c:pt idx="6474">
                  <c:v>72</c:v>
                </c:pt>
                <c:pt idx="6475">
                  <c:v>68</c:v>
                </c:pt>
                <c:pt idx="6476">
                  <c:v>192</c:v>
                </c:pt>
                <c:pt idx="6477">
                  <c:v>52.76</c:v>
                </c:pt>
                <c:pt idx="6478">
                  <c:v>49</c:v>
                </c:pt>
                <c:pt idx="6479">
                  <c:v>82</c:v>
                </c:pt>
                <c:pt idx="6480">
                  <c:v>60</c:v>
                </c:pt>
                <c:pt idx="6481">
                  <c:v>69</c:v>
                </c:pt>
                <c:pt idx="6482">
                  <c:v>145</c:v>
                </c:pt>
                <c:pt idx="6483">
                  <c:v>197</c:v>
                </c:pt>
                <c:pt idx="6484">
                  <c:v>56.12</c:v>
                </c:pt>
                <c:pt idx="6485">
                  <c:v>45</c:v>
                </c:pt>
                <c:pt idx="6486">
                  <c:v>97</c:v>
                </c:pt>
                <c:pt idx="6487">
                  <c:v>14</c:v>
                </c:pt>
                <c:pt idx="6488">
                  <c:v>68.38</c:v>
                </c:pt>
                <c:pt idx="6489">
                  <c:v>43</c:v>
                </c:pt>
                <c:pt idx="6490">
                  <c:v>47.88</c:v>
                </c:pt>
                <c:pt idx="6491">
                  <c:v>45</c:v>
                </c:pt>
                <c:pt idx="6492">
                  <c:v>49</c:v>
                </c:pt>
                <c:pt idx="6493">
                  <c:v>27</c:v>
                </c:pt>
                <c:pt idx="6494">
                  <c:v>84.86</c:v>
                </c:pt>
                <c:pt idx="6495">
                  <c:v>38.5</c:v>
                </c:pt>
                <c:pt idx="6496">
                  <c:v>96</c:v>
                </c:pt>
                <c:pt idx="6497">
                  <c:v>59</c:v>
                </c:pt>
                <c:pt idx="6498">
                  <c:v>52</c:v>
                </c:pt>
                <c:pt idx="6499">
                  <c:v>50</c:v>
                </c:pt>
                <c:pt idx="6500">
                  <c:v>61</c:v>
                </c:pt>
                <c:pt idx="6501">
                  <c:v>104</c:v>
                </c:pt>
                <c:pt idx="6502">
                  <c:v>18</c:v>
                </c:pt>
                <c:pt idx="6503">
                  <c:v>34.799999999999997</c:v>
                </c:pt>
                <c:pt idx="6504">
                  <c:v>85.125</c:v>
                </c:pt>
                <c:pt idx="6505">
                  <c:v>125</c:v>
                </c:pt>
                <c:pt idx="6506">
                  <c:v>85</c:v>
                </c:pt>
                <c:pt idx="6507">
                  <c:v>100</c:v>
                </c:pt>
                <c:pt idx="6508">
                  <c:v>132</c:v>
                </c:pt>
                <c:pt idx="6509">
                  <c:v>75</c:v>
                </c:pt>
                <c:pt idx="6510">
                  <c:v>58.11</c:v>
                </c:pt>
                <c:pt idx="6511">
                  <c:v>48.72</c:v>
                </c:pt>
                <c:pt idx="6512">
                  <c:v>43.55</c:v>
                </c:pt>
                <c:pt idx="6513">
                  <c:v>175</c:v>
                </c:pt>
                <c:pt idx="6514">
                  <c:v>68.5</c:v>
                </c:pt>
                <c:pt idx="6515">
                  <c:v>19.87</c:v>
                </c:pt>
                <c:pt idx="6516">
                  <c:v>150</c:v>
                </c:pt>
                <c:pt idx="6517">
                  <c:v>200</c:v>
                </c:pt>
                <c:pt idx="6518">
                  <c:v>40</c:v>
                </c:pt>
                <c:pt idx="6519">
                  <c:v>63.85</c:v>
                </c:pt>
                <c:pt idx="6520">
                  <c:v>51.35</c:v>
                </c:pt>
                <c:pt idx="6521">
                  <c:v>60</c:v>
                </c:pt>
                <c:pt idx="6522">
                  <c:v>28</c:v>
                </c:pt>
                <c:pt idx="6523">
                  <c:v>67.77</c:v>
                </c:pt>
                <c:pt idx="6524">
                  <c:v>45</c:v>
                </c:pt>
                <c:pt idx="6525">
                  <c:v>70</c:v>
                </c:pt>
                <c:pt idx="6526">
                  <c:v>90</c:v>
                </c:pt>
                <c:pt idx="6527">
                  <c:v>90</c:v>
                </c:pt>
                <c:pt idx="6528">
                  <c:v>64</c:v>
                </c:pt>
                <c:pt idx="6529">
                  <c:v>70</c:v>
                </c:pt>
                <c:pt idx="6530">
                  <c:v>117</c:v>
                </c:pt>
                <c:pt idx="6531">
                  <c:v>75</c:v>
                </c:pt>
                <c:pt idx="6532">
                  <c:v>150</c:v>
                </c:pt>
                <c:pt idx="6533">
                  <c:v>73</c:v>
                </c:pt>
                <c:pt idx="6534">
                  <c:v>68</c:v>
                </c:pt>
                <c:pt idx="6535">
                  <c:v>40</c:v>
                </c:pt>
                <c:pt idx="6536">
                  <c:v>78</c:v>
                </c:pt>
                <c:pt idx="6537">
                  <c:v>55</c:v>
                </c:pt>
                <c:pt idx="6538">
                  <c:v>30</c:v>
                </c:pt>
                <c:pt idx="6539">
                  <c:v>40</c:v>
                </c:pt>
                <c:pt idx="6540">
                  <c:v>85</c:v>
                </c:pt>
                <c:pt idx="6541">
                  <c:v>43.48</c:v>
                </c:pt>
                <c:pt idx="6542">
                  <c:v>109</c:v>
                </c:pt>
                <c:pt idx="6543">
                  <c:v>90</c:v>
                </c:pt>
                <c:pt idx="6544">
                  <c:v>135</c:v>
                </c:pt>
                <c:pt idx="6545">
                  <c:v>150</c:v>
                </c:pt>
                <c:pt idx="6546">
                  <c:v>90</c:v>
                </c:pt>
                <c:pt idx="6547">
                  <c:v>78</c:v>
                </c:pt>
                <c:pt idx="6548">
                  <c:v>57</c:v>
                </c:pt>
                <c:pt idx="6549">
                  <c:v>37.5</c:v>
                </c:pt>
                <c:pt idx="6550">
                  <c:v>13.31</c:v>
                </c:pt>
                <c:pt idx="6551">
                  <c:v>150</c:v>
                </c:pt>
                <c:pt idx="6552">
                  <c:v>160</c:v>
                </c:pt>
                <c:pt idx="6553">
                  <c:v>53</c:v>
                </c:pt>
                <c:pt idx="6554">
                  <c:v>45</c:v>
                </c:pt>
                <c:pt idx="6555">
                  <c:v>38</c:v>
                </c:pt>
                <c:pt idx="6556">
                  <c:v>340</c:v>
                </c:pt>
                <c:pt idx="6557">
                  <c:v>78</c:v>
                </c:pt>
                <c:pt idx="6558">
                  <c:v>93</c:v>
                </c:pt>
                <c:pt idx="6559">
                  <c:v>120</c:v>
                </c:pt>
                <c:pt idx="6560">
                  <c:v>60</c:v>
                </c:pt>
                <c:pt idx="6561">
                  <c:v>39.25</c:v>
                </c:pt>
                <c:pt idx="6562">
                  <c:v>61</c:v>
                </c:pt>
                <c:pt idx="6563">
                  <c:v>19.899999999999999</c:v>
                </c:pt>
                <c:pt idx="6564">
                  <c:v>60</c:v>
                </c:pt>
                <c:pt idx="6565">
                  <c:v>56.12</c:v>
                </c:pt>
                <c:pt idx="6566">
                  <c:v>52</c:v>
                </c:pt>
                <c:pt idx="6567">
                  <c:v>120</c:v>
                </c:pt>
                <c:pt idx="6568">
                  <c:v>45</c:v>
                </c:pt>
                <c:pt idx="6569">
                  <c:v>35.11</c:v>
                </c:pt>
                <c:pt idx="6570">
                  <c:v>175</c:v>
                </c:pt>
                <c:pt idx="6571">
                  <c:v>77.27</c:v>
                </c:pt>
                <c:pt idx="6572">
                  <c:v>29.35</c:v>
                </c:pt>
                <c:pt idx="6573">
                  <c:v>115</c:v>
                </c:pt>
                <c:pt idx="6574">
                  <c:v>142</c:v>
                </c:pt>
                <c:pt idx="6575">
                  <c:v>95</c:v>
                </c:pt>
                <c:pt idx="6576">
                  <c:v>97</c:v>
                </c:pt>
                <c:pt idx="6577">
                  <c:v>45</c:v>
                </c:pt>
                <c:pt idx="6578">
                  <c:v>160</c:v>
                </c:pt>
                <c:pt idx="6579">
                  <c:v>53.4</c:v>
                </c:pt>
                <c:pt idx="6580">
                  <c:v>229</c:v>
                </c:pt>
                <c:pt idx="6581">
                  <c:v>100</c:v>
                </c:pt>
                <c:pt idx="6582">
                  <c:v>60</c:v>
                </c:pt>
                <c:pt idx="6583">
                  <c:v>41</c:v>
                </c:pt>
                <c:pt idx="6584">
                  <c:v>32</c:v>
                </c:pt>
                <c:pt idx="6585">
                  <c:v>13.5</c:v>
                </c:pt>
                <c:pt idx="6586">
                  <c:v>40</c:v>
                </c:pt>
                <c:pt idx="6587">
                  <c:v>145</c:v>
                </c:pt>
                <c:pt idx="6588">
                  <c:v>33.53</c:v>
                </c:pt>
                <c:pt idx="6589">
                  <c:v>160</c:v>
                </c:pt>
                <c:pt idx="6590">
                  <c:v>159</c:v>
                </c:pt>
                <c:pt idx="6591">
                  <c:v>50</c:v>
                </c:pt>
                <c:pt idx="6592">
                  <c:v>43.5</c:v>
                </c:pt>
                <c:pt idx="6593">
                  <c:v>155</c:v>
                </c:pt>
                <c:pt idx="6594">
                  <c:v>89</c:v>
                </c:pt>
                <c:pt idx="6595">
                  <c:v>50</c:v>
                </c:pt>
                <c:pt idx="6596">
                  <c:v>53</c:v>
                </c:pt>
                <c:pt idx="6597">
                  <c:v>45</c:v>
                </c:pt>
                <c:pt idx="6598">
                  <c:v>60</c:v>
                </c:pt>
                <c:pt idx="6599">
                  <c:v>45</c:v>
                </c:pt>
                <c:pt idx="6600">
                  <c:v>94.71</c:v>
                </c:pt>
                <c:pt idx="6601">
                  <c:v>60</c:v>
                </c:pt>
                <c:pt idx="6602">
                  <c:v>40</c:v>
                </c:pt>
                <c:pt idx="6603">
                  <c:v>62.89</c:v>
                </c:pt>
                <c:pt idx="6604">
                  <c:v>240</c:v>
                </c:pt>
                <c:pt idx="6605">
                  <c:v>35</c:v>
                </c:pt>
                <c:pt idx="6606">
                  <c:v>50</c:v>
                </c:pt>
                <c:pt idx="6607">
                  <c:v>40.43</c:v>
                </c:pt>
                <c:pt idx="6608">
                  <c:v>98</c:v>
                </c:pt>
                <c:pt idx="6609">
                  <c:v>65</c:v>
                </c:pt>
                <c:pt idx="6610">
                  <c:v>98.484999999999999</c:v>
                </c:pt>
                <c:pt idx="6611">
                  <c:v>55</c:v>
                </c:pt>
                <c:pt idx="6612">
                  <c:v>119</c:v>
                </c:pt>
                <c:pt idx="6613">
                  <c:v>20</c:v>
                </c:pt>
                <c:pt idx="6614">
                  <c:v>77</c:v>
                </c:pt>
                <c:pt idx="6615">
                  <c:v>68</c:v>
                </c:pt>
                <c:pt idx="6616">
                  <c:v>89</c:v>
                </c:pt>
                <c:pt idx="6617">
                  <c:v>125</c:v>
                </c:pt>
                <c:pt idx="6618">
                  <c:v>55</c:v>
                </c:pt>
                <c:pt idx="6619">
                  <c:v>46</c:v>
                </c:pt>
                <c:pt idx="6620">
                  <c:v>77</c:v>
                </c:pt>
                <c:pt idx="6621">
                  <c:v>40</c:v>
                </c:pt>
                <c:pt idx="6622">
                  <c:v>60.16</c:v>
                </c:pt>
                <c:pt idx="6623">
                  <c:v>48</c:v>
                </c:pt>
                <c:pt idx="6624">
                  <c:v>44</c:v>
                </c:pt>
                <c:pt idx="6625">
                  <c:v>130</c:v>
                </c:pt>
                <c:pt idx="6626">
                  <c:v>64.8</c:v>
                </c:pt>
                <c:pt idx="6627">
                  <c:v>37.799999999999997</c:v>
                </c:pt>
                <c:pt idx="6628">
                  <c:v>90</c:v>
                </c:pt>
                <c:pt idx="6629">
                  <c:v>40.54</c:v>
                </c:pt>
                <c:pt idx="6630">
                  <c:v>180</c:v>
                </c:pt>
                <c:pt idx="6631">
                  <c:v>41</c:v>
                </c:pt>
                <c:pt idx="6632">
                  <c:v>87</c:v>
                </c:pt>
                <c:pt idx="6633">
                  <c:v>49</c:v>
                </c:pt>
                <c:pt idx="6634">
                  <c:v>65</c:v>
                </c:pt>
                <c:pt idx="6635">
                  <c:v>45.4</c:v>
                </c:pt>
                <c:pt idx="6636">
                  <c:v>75</c:v>
                </c:pt>
                <c:pt idx="6637">
                  <c:v>34</c:v>
                </c:pt>
                <c:pt idx="6638">
                  <c:v>26.63</c:v>
                </c:pt>
                <c:pt idx="6639">
                  <c:v>97</c:v>
                </c:pt>
                <c:pt idx="6640">
                  <c:v>45</c:v>
                </c:pt>
                <c:pt idx="6641">
                  <c:v>86</c:v>
                </c:pt>
                <c:pt idx="6642">
                  <c:v>48.45</c:v>
                </c:pt>
                <c:pt idx="6643">
                  <c:v>85</c:v>
                </c:pt>
                <c:pt idx="6644">
                  <c:v>170</c:v>
                </c:pt>
                <c:pt idx="6645">
                  <c:v>39.85</c:v>
                </c:pt>
                <c:pt idx="6646">
                  <c:v>55</c:v>
                </c:pt>
                <c:pt idx="6647">
                  <c:v>142</c:v>
                </c:pt>
                <c:pt idx="6648">
                  <c:v>62.63</c:v>
                </c:pt>
                <c:pt idx="6649">
                  <c:v>30.84</c:v>
                </c:pt>
                <c:pt idx="6650">
                  <c:v>70</c:v>
                </c:pt>
                <c:pt idx="6651">
                  <c:v>47</c:v>
                </c:pt>
                <c:pt idx="6652">
                  <c:v>35</c:v>
                </c:pt>
                <c:pt idx="6653">
                  <c:v>67.48</c:v>
                </c:pt>
                <c:pt idx="6654">
                  <c:v>34</c:v>
                </c:pt>
                <c:pt idx="6655">
                  <c:v>49.97</c:v>
                </c:pt>
                <c:pt idx="6656">
                  <c:v>60</c:v>
                </c:pt>
                <c:pt idx="6657">
                  <c:v>50</c:v>
                </c:pt>
                <c:pt idx="6658">
                  <c:v>180</c:v>
                </c:pt>
                <c:pt idx="6659">
                  <c:v>86</c:v>
                </c:pt>
                <c:pt idx="6660">
                  <c:v>81</c:v>
                </c:pt>
                <c:pt idx="6661">
                  <c:v>48.6</c:v>
                </c:pt>
                <c:pt idx="6662">
                  <c:v>42</c:v>
                </c:pt>
                <c:pt idx="6663">
                  <c:v>40</c:v>
                </c:pt>
                <c:pt idx="6664">
                  <c:v>33.6</c:v>
                </c:pt>
                <c:pt idx="6665">
                  <c:v>19.55</c:v>
                </c:pt>
                <c:pt idx="6666">
                  <c:v>80</c:v>
                </c:pt>
                <c:pt idx="6667">
                  <c:v>36</c:v>
                </c:pt>
                <c:pt idx="6668">
                  <c:v>88</c:v>
                </c:pt>
                <c:pt idx="6669">
                  <c:v>300</c:v>
                </c:pt>
                <c:pt idx="6670">
                  <c:v>90</c:v>
                </c:pt>
                <c:pt idx="6671">
                  <c:v>46</c:v>
                </c:pt>
                <c:pt idx="6672">
                  <c:v>130</c:v>
                </c:pt>
                <c:pt idx="6673">
                  <c:v>71.55</c:v>
                </c:pt>
                <c:pt idx="6674">
                  <c:v>41.21</c:v>
                </c:pt>
                <c:pt idx="6675">
                  <c:v>75</c:v>
                </c:pt>
                <c:pt idx="6676">
                  <c:v>60</c:v>
                </c:pt>
                <c:pt idx="6677">
                  <c:v>201</c:v>
                </c:pt>
                <c:pt idx="6678">
                  <c:v>175</c:v>
                </c:pt>
                <c:pt idx="6679">
                  <c:v>40.54</c:v>
                </c:pt>
                <c:pt idx="6680">
                  <c:v>90</c:v>
                </c:pt>
                <c:pt idx="6681">
                  <c:v>47.57</c:v>
                </c:pt>
                <c:pt idx="6682">
                  <c:v>72</c:v>
                </c:pt>
                <c:pt idx="6683">
                  <c:v>47</c:v>
                </c:pt>
                <c:pt idx="6684">
                  <c:v>110</c:v>
                </c:pt>
                <c:pt idx="6685">
                  <c:v>100</c:v>
                </c:pt>
                <c:pt idx="6686">
                  <c:v>48</c:v>
                </c:pt>
                <c:pt idx="6687">
                  <c:v>60.65</c:v>
                </c:pt>
                <c:pt idx="6688">
                  <c:v>45</c:v>
                </c:pt>
                <c:pt idx="6689">
                  <c:v>53.58</c:v>
                </c:pt>
                <c:pt idx="6690">
                  <c:v>100</c:v>
                </c:pt>
                <c:pt idx="6691">
                  <c:v>113</c:v>
                </c:pt>
                <c:pt idx="6692">
                  <c:v>83</c:v>
                </c:pt>
                <c:pt idx="6693">
                  <c:v>60</c:v>
                </c:pt>
                <c:pt idx="6694">
                  <c:v>50</c:v>
                </c:pt>
                <c:pt idx="6695">
                  <c:v>77.989999999999995</c:v>
                </c:pt>
                <c:pt idx="6696">
                  <c:v>94.84</c:v>
                </c:pt>
                <c:pt idx="6697">
                  <c:v>103</c:v>
                </c:pt>
                <c:pt idx="6698">
                  <c:v>20</c:v>
                </c:pt>
                <c:pt idx="6699">
                  <c:v>100</c:v>
                </c:pt>
                <c:pt idx="6700">
                  <c:v>51.77</c:v>
                </c:pt>
                <c:pt idx="6701">
                  <c:v>23.5</c:v>
                </c:pt>
                <c:pt idx="6702">
                  <c:v>65</c:v>
                </c:pt>
                <c:pt idx="6703">
                  <c:v>110</c:v>
                </c:pt>
                <c:pt idx="6704">
                  <c:v>55</c:v>
                </c:pt>
                <c:pt idx="6705">
                  <c:v>55</c:v>
                </c:pt>
                <c:pt idx="6706">
                  <c:v>128</c:v>
                </c:pt>
                <c:pt idx="6707">
                  <c:v>160</c:v>
                </c:pt>
                <c:pt idx="6708">
                  <c:v>59</c:v>
                </c:pt>
                <c:pt idx="6709">
                  <c:v>110</c:v>
                </c:pt>
                <c:pt idx="6710">
                  <c:v>30.47</c:v>
                </c:pt>
                <c:pt idx="6711">
                  <c:v>65</c:v>
                </c:pt>
                <c:pt idx="6712">
                  <c:v>75</c:v>
                </c:pt>
                <c:pt idx="6713">
                  <c:v>50</c:v>
                </c:pt>
                <c:pt idx="6714">
                  <c:v>45</c:v>
                </c:pt>
                <c:pt idx="6715">
                  <c:v>32.799999999999997</c:v>
                </c:pt>
                <c:pt idx="6716">
                  <c:v>60</c:v>
                </c:pt>
                <c:pt idx="6717">
                  <c:v>85</c:v>
                </c:pt>
                <c:pt idx="6718">
                  <c:v>60</c:v>
                </c:pt>
                <c:pt idx="6719">
                  <c:v>55</c:v>
                </c:pt>
                <c:pt idx="6720">
                  <c:v>108</c:v>
                </c:pt>
                <c:pt idx="6721">
                  <c:v>130</c:v>
                </c:pt>
                <c:pt idx="6722">
                  <c:v>35.880000000000003</c:v>
                </c:pt>
                <c:pt idx="6723">
                  <c:v>75</c:v>
                </c:pt>
                <c:pt idx="6724">
                  <c:v>45</c:v>
                </c:pt>
                <c:pt idx="6725">
                  <c:v>55.99</c:v>
                </c:pt>
                <c:pt idx="6726">
                  <c:v>70</c:v>
                </c:pt>
                <c:pt idx="6727">
                  <c:v>95</c:v>
                </c:pt>
                <c:pt idx="6728">
                  <c:v>47.65</c:v>
                </c:pt>
                <c:pt idx="6729">
                  <c:v>38.369999999999997</c:v>
                </c:pt>
                <c:pt idx="6730">
                  <c:v>60</c:v>
                </c:pt>
                <c:pt idx="6731">
                  <c:v>77.59</c:v>
                </c:pt>
                <c:pt idx="6732">
                  <c:v>115</c:v>
                </c:pt>
                <c:pt idx="6733">
                  <c:v>56</c:v>
                </c:pt>
                <c:pt idx="6734">
                  <c:v>48</c:v>
                </c:pt>
                <c:pt idx="6735">
                  <c:v>54</c:v>
                </c:pt>
                <c:pt idx="6736">
                  <c:v>123</c:v>
                </c:pt>
                <c:pt idx="6737">
                  <c:v>55</c:v>
                </c:pt>
                <c:pt idx="6738">
                  <c:v>175</c:v>
                </c:pt>
                <c:pt idx="6739">
                  <c:v>90</c:v>
                </c:pt>
                <c:pt idx="6740">
                  <c:v>70</c:v>
                </c:pt>
                <c:pt idx="6741">
                  <c:v>93</c:v>
                </c:pt>
                <c:pt idx="6742">
                  <c:v>95</c:v>
                </c:pt>
                <c:pt idx="6743">
                  <c:v>100</c:v>
                </c:pt>
                <c:pt idx="6744">
                  <c:v>55</c:v>
                </c:pt>
                <c:pt idx="6745">
                  <c:v>90</c:v>
                </c:pt>
                <c:pt idx="6746">
                  <c:v>61.99</c:v>
                </c:pt>
                <c:pt idx="6747">
                  <c:v>65</c:v>
                </c:pt>
                <c:pt idx="6748">
                  <c:v>67</c:v>
                </c:pt>
                <c:pt idx="6749">
                  <c:v>120</c:v>
                </c:pt>
                <c:pt idx="6750">
                  <c:v>52.5</c:v>
                </c:pt>
                <c:pt idx="6751">
                  <c:v>27.375</c:v>
                </c:pt>
                <c:pt idx="6752">
                  <c:v>39</c:v>
                </c:pt>
                <c:pt idx="6753">
                  <c:v>48</c:v>
                </c:pt>
                <c:pt idx="6754">
                  <c:v>77.25</c:v>
                </c:pt>
                <c:pt idx="6755">
                  <c:v>15</c:v>
                </c:pt>
                <c:pt idx="6756">
                  <c:v>30</c:v>
                </c:pt>
                <c:pt idx="6757">
                  <c:v>52</c:v>
                </c:pt>
                <c:pt idx="6758">
                  <c:v>43.6</c:v>
                </c:pt>
                <c:pt idx="6759">
                  <c:v>59</c:v>
                </c:pt>
                <c:pt idx="6760">
                  <c:v>68</c:v>
                </c:pt>
                <c:pt idx="6761">
                  <c:v>50.79</c:v>
                </c:pt>
                <c:pt idx="6762">
                  <c:v>123</c:v>
                </c:pt>
                <c:pt idx="6763">
                  <c:v>95</c:v>
                </c:pt>
                <c:pt idx="6764">
                  <c:v>242</c:v>
                </c:pt>
                <c:pt idx="6765">
                  <c:v>78</c:v>
                </c:pt>
                <c:pt idx="6766">
                  <c:v>44</c:v>
                </c:pt>
                <c:pt idx="6767">
                  <c:v>154</c:v>
                </c:pt>
                <c:pt idx="6768">
                  <c:v>47.6</c:v>
                </c:pt>
                <c:pt idx="6769">
                  <c:v>49</c:v>
                </c:pt>
                <c:pt idx="6770">
                  <c:v>60</c:v>
                </c:pt>
                <c:pt idx="6771">
                  <c:v>45</c:v>
                </c:pt>
                <c:pt idx="6772">
                  <c:v>51</c:v>
                </c:pt>
                <c:pt idx="6773">
                  <c:v>104</c:v>
                </c:pt>
                <c:pt idx="6774">
                  <c:v>55.5</c:v>
                </c:pt>
                <c:pt idx="6775">
                  <c:v>83</c:v>
                </c:pt>
                <c:pt idx="6776">
                  <c:v>70</c:v>
                </c:pt>
                <c:pt idx="6777">
                  <c:v>125</c:v>
                </c:pt>
                <c:pt idx="6778">
                  <c:v>35.4</c:v>
                </c:pt>
                <c:pt idx="6779">
                  <c:v>58</c:v>
                </c:pt>
                <c:pt idx="6780">
                  <c:v>72</c:v>
                </c:pt>
                <c:pt idx="6781">
                  <c:v>29.38</c:v>
                </c:pt>
                <c:pt idx="6782">
                  <c:v>43.1</c:v>
                </c:pt>
                <c:pt idx="6783">
                  <c:v>44.1</c:v>
                </c:pt>
                <c:pt idx="6784">
                  <c:v>29.25</c:v>
                </c:pt>
                <c:pt idx="6785">
                  <c:v>117</c:v>
                </c:pt>
                <c:pt idx="6786">
                  <c:v>35</c:v>
                </c:pt>
                <c:pt idx="6787">
                  <c:v>51</c:v>
                </c:pt>
                <c:pt idx="6788">
                  <c:v>80</c:v>
                </c:pt>
                <c:pt idx="6789">
                  <c:v>60</c:v>
                </c:pt>
                <c:pt idx="6790">
                  <c:v>80</c:v>
                </c:pt>
                <c:pt idx="6791">
                  <c:v>63.22</c:v>
                </c:pt>
                <c:pt idx="6792">
                  <c:v>73</c:v>
                </c:pt>
                <c:pt idx="6793">
                  <c:v>35.36</c:v>
                </c:pt>
                <c:pt idx="6794">
                  <c:v>74.5</c:v>
                </c:pt>
                <c:pt idx="6795">
                  <c:v>41.145000000000003</c:v>
                </c:pt>
                <c:pt idx="6796">
                  <c:v>44.55</c:v>
                </c:pt>
                <c:pt idx="6797">
                  <c:v>147</c:v>
                </c:pt>
                <c:pt idx="6798">
                  <c:v>72</c:v>
                </c:pt>
                <c:pt idx="6799">
                  <c:v>132</c:v>
                </c:pt>
                <c:pt idx="6800">
                  <c:v>55</c:v>
                </c:pt>
                <c:pt idx="6801">
                  <c:v>56.12</c:v>
                </c:pt>
                <c:pt idx="6802">
                  <c:v>46.79</c:v>
                </c:pt>
                <c:pt idx="6803">
                  <c:v>91.06</c:v>
                </c:pt>
                <c:pt idx="6804">
                  <c:v>87</c:v>
                </c:pt>
                <c:pt idx="6805">
                  <c:v>88.5</c:v>
                </c:pt>
                <c:pt idx="6806">
                  <c:v>66</c:v>
                </c:pt>
                <c:pt idx="6807">
                  <c:v>145</c:v>
                </c:pt>
                <c:pt idx="6808">
                  <c:v>32</c:v>
                </c:pt>
                <c:pt idx="6809">
                  <c:v>49.34</c:v>
                </c:pt>
                <c:pt idx="6810">
                  <c:v>120</c:v>
                </c:pt>
                <c:pt idx="6811">
                  <c:v>66</c:v>
                </c:pt>
                <c:pt idx="6812">
                  <c:v>57.5</c:v>
                </c:pt>
                <c:pt idx="6813">
                  <c:v>42.79</c:v>
                </c:pt>
                <c:pt idx="6814">
                  <c:v>72</c:v>
                </c:pt>
                <c:pt idx="6815">
                  <c:v>35.409999999999997</c:v>
                </c:pt>
                <c:pt idx="6816">
                  <c:v>31.315000000000001</c:v>
                </c:pt>
                <c:pt idx="6817">
                  <c:v>100</c:v>
                </c:pt>
                <c:pt idx="6818">
                  <c:v>175</c:v>
                </c:pt>
                <c:pt idx="6819">
                  <c:v>34</c:v>
                </c:pt>
                <c:pt idx="6820">
                  <c:v>95</c:v>
                </c:pt>
                <c:pt idx="6821">
                  <c:v>42</c:v>
                </c:pt>
                <c:pt idx="6822">
                  <c:v>65</c:v>
                </c:pt>
                <c:pt idx="6823">
                  <c:v>97</c:v>
                </c:pt>
                <c:pt idx="6824">
                  <c:v>96</c:v>
                </c:pt>
                <c:pt idx="6825">
                  <c:v>100</c:v>
                </c:pt>
                <c:pt idx="6826">
                  <c:v>50</c:v>
                </c:pt>
                <c:pt idx="6827">
                  <c:v>68</c:v>
                </c:pt>
                <c:pt idx="6828">
                  <c:v>39.770000000000003</c:v>
                </c:pt>
                <c:pt idx="6829">
                  <c:v>80</c:v>
                </c:pt>
                <c:pt idx="6830">
                  <c:v>77</c:v>
                </c:pt>
                <c:pt idx="6831">
                  <c:v>53</c:v>
                </c:pt>
                <c:pt idx="6832">
                  <c:v>56.34</c:v>
                </c:pt>
                <c:pt idx="6833">
                  <c:v>56</c:v>
                </c:pt>
                <c:pt idx="6834">
                  <c:v>40.1</c:v>
                </c:pt>
                <c:pt idx="6835">
                  <c:v>110</c:v>
                </c:pt>
                <c:pt idx="6836">
                  <c:v>52</c:v>
                </c:pt>
                <c:pt idx="6837">
                  <c:v>145</c:v>
                </c:pt>
                <c:pt idx="6838">
                  <c:v>81</c:v>
                </c:pt>
                <c:pt idx="6839">
                  <c:v>69</c:v>
                </c:pt>
                <c:pt idx="6840">
                  <c:v>27.43</c:v>
                </c:pt>
                <c:pt idx="6841">
                  <c:v>90.33</c:v>
                </c:pt>
                <c:pt idx="6842">
                  <c:v>185</c:v>
                </c:pt>
                <c:pt idx="6843">
                  <c:v>95</c:v>
                </c:pt>
                <c:pt idx="6844">
                  <c:v>75</c:v>
                </c:pt>
                <c:pt idx="6845">
                  <c:v>38.119999999999997</c:v>
                </c:pt>
                <c:pt idx="6846">
                  <c:v>29.7</c:v>
                </c:pt>
                <c:pt idx="6847">
                  <c:v>58</c:v>
                </c:pt>
                <c:pt idx="6848">
                  <c:v>44.5</c:v>
                </c:pt>
                <c:pt idx="6849">
                  <c:v>18</c:v>
                </c:pt>
                <c:pt idx="6850">
                  <c:v>52.23</c:v>
                </c:pt>
                <c:pt idx="6851">
                  <c:v>93</c:v>
                </c:pt>
                <c:pt idx="6852">
                  <c:v>63.86</c:v>
                </c:pt>
                <c:pt idx="6853">
                  <c:v>175</c:v>
                </c:pt>
                <c:pt idx="6854">
                  <c:v>55</c:v>
                </c:pt>
                <c:pt idx="6855">
                  <c:v>83.05</c:v>
                </c:pt>
                <c:pt idx="6856">
                  <c:v>90</c:v>
                </c:pt>
                <c:pt idx="6857">
                  <c:v>142</c:v>
                </c:pt>
                <c:pt idx="6858">
                  <c:v>63</c:v>
                </c:pt>
                <c:pt idx="6859">
                  <c:v>46.39</c:v>
                </c:pt>
                <c:pt idx="6860">
                  <c:v>58.23</c:v>
                </c:pt>
                <c:pt idx="6861">
                  <c:v>45</c:v>
                </c:pt>
                <c:pt idx="6862">
                  <c:v>80</c:v>
                </c:pt>
                <c:pt idx="6863">
                  <c:v>143</c:v>
                </c:pt>
                <c:pt idx="6864">
                  <c:v>65</c:v>
                </c:pt>
                <c:pt idx="6865">
                  <c:v>42</c:v>
                </c:pt>
                <c:pt idx="6866">
                  <c:v>117</c:v>
                </c:pt>
                <c:pt idx="6867">
                  <c:v>48</c:v>
                </c:pt>
                <c:pt idx="6868">
                  <c:v>67</c:v>
                </c:pt>
                <c:pt idx="6869">
                  <c:v>115</c:v>
                </c:pt>
                <c:pt idx="6870">
                  <c:v>60</c:v>
                </c:pt>
                <c:pt idx="6871">
                  <c:v>38.6</c:v>
                </c:pt>
                <c:pt idx="6872">
                  <c:v>33</c:v>
                </c:pt>
                <c:pt idx="6873">
                  <c:v>53.58</c:v>
                </c:pt>
                <c:pt idx="6874">
                  <c:v>70</c:v>
                </c:pt>
                <c:pt idx="6875">
                  <c:v>56</c:v>
                </c:pt>
                <c:pt idx="6876">
                  <c:v>85</c:v>
                </c:pt>
                <c:pt idx="6877">
                  <c:v>35</c:v>
                </c:pt>
                <c:pt idx="6878">
                  <c:v>125</c:v>
                </c:pt>
                <c:pt idx="6879">
                  <c:v>235</c:v>
                </c:pt>
                <c:pt idx="6880">
                  <c:v>46</c:v>
                </c:pt>
                <c:pt idx="6881">
                  <c:v>49</c:v>
                </c:pt>
                <c:pt idx="6882">
                  <c:v>64</c:v>
                </c:pt>
                <c:pt idx="6883">
                  <c:v>108</c:v>
                </c:pt>
                <c:pt idx="6884">
                  <c:v>100</c:v>
                </c:pt>
                <c:pt idx="6885">
                  <c:v>125</c:v>
                </c:pt>
                <c:pt idx="6886">
                  <c:v>103</c:v>
                </c:pt>
                <c:pt idx="6887">
                  <c:v>31</c:v>
                </c:pt>
                <c:pt idx="6888">
                  <c:v>48</c:v>
                </c:pt>
                <c:pt idx="6889">
                  <c:v>40</c:v>
                </c:pt>
                <c:pt idx="6890">
                  <c:v>38.5</c:v>
                </c:pt>
                <c:pt idx="6891">
                  <c:v>55</c:v>
                </c:pt>
                <c:pt idx="6892">
                  <c:v>150</c:v>
                </c:pt>
                <c:pt idx="6893">
                  <c:v>81</c:v>
                </c:pt>
                <c:pt idx="6894">
                  <c:v>125</c:v>
                </c:pt>
                <c:pt idx="6895">
                  <c:v>36</c:v>
                </c:pt>
                <c:pt idx="6896">
                  <c:v>68</c:v>
                </c:pt>
                <c:pt idx="6897">
                  <c:v>300</c:v>
                </c:pt>
                <c:pt idx="6898">
                  <c:v>80</c:v>
                </c:pt>
                <c:pt idx="6899">
                  <c:v>56</c:v>
                </c:pt>
                <c:pt idx="6900">
                  <c:v>95</c:v>
                </c:pt>
                <c:pt idx="6901">
                  <c:v>70</c:v>
                </c:pt>
                <c:pt idx="6902">
                  <c:v>116</c:v>
                </c:pt>
                <c:pt idx="6903">
                  <c:v>35</c:v>
                </c:pt>
                <c:pt idx="6904">
                  <c:v>39</c:v>
                </c:pt>
                <c:pt idx="6905">
                  <c:v>31.48</c:v>
                </c:pt>
                <c:pt idx="6906">
                  <c:v>82</c:v>
                </c:pt>
                <c:pt idx="6907">
                  <c:v>153</c:v>
                </c:pt>
                <c:pt idx="6908">
                  <c:v>65</c:v>
                </c:pt>
                <c:pt idx="6909">
                  <c:v>62</c:v>
                </c:pt>
                <c:pt idx="6910">
                  <c:v>49</c:v>
                </c:pt>
                <c:pt idx="6911">
                  <c:v>22</c:v>
                </c:pt>
                <c:pt idx="6912">
                  <c:v>200</c:v>
                </c:pt>
                <c:pt idx="6913">
                  <c:v>140</c:v>
                </c:pt>
                <c:pt idx="6914">
                  <c:v>45</c:v>
                </c:pt>
                <c:pt idx="6915">
                  <c:v>115</c:v>
                </c:pt>
                <c:pt idx="6916">
                  <c:v>25</c:v>
                </c:pt>
                <c:pt idx="6917">
                  <c:v>11.5</c:v>
                </c:pt>
                <c:pt idx="6918">
                  <c:v>36.799999999999997</c:v>
                </c:pt>
                <c:pt idx="6919">
                  <c:v>47</c:v>
                </c:pt>
                <c:pt idx="6920">
                  <c:v>56.7</c:v>
                </c:pt>
                <c:pt idx="6921">
                  <c:v>90</c:v>
                </c:pt>
                <c:pt idx="6922">
                  <c:v>85</c:v>
                </c:pt>
                <c:pt idx="6923">
                  <c:v>47</c:v>
                </c:pt>
                <c:pt idx="6924">
                  <c:v>50</c:v>
                </c:pt>
                <c:pt idx="6925">
                  <c:v>50</c:v>
                </c:pt>
                <c:pt idx="6926">
                  <c:v>88</c:v>
                </c:pt>
                <c:pt idx="6927">
                  <c:v>40.25</c:v>
                </c:pt>
                <c:pt idx="6928">
                  <c:v>31.37</c:v>
                </c:pt>
                <c:pt idx="6929">
                  <c:v>335</c:v>
                </c:pt>
                <c:pt idx="6930">
                  <c:v>130</c:v>
                </c:pt>
                <c:pt idx="6931">
                  <c:v>41.5</c:v>
                </c:pt>
                <c:pt idx="6932">
                  <c:v>65</c:v>
                </c:pt>
                <c:pt idx="6933">
                  <c:v>56</c:v>
                </c:pt>
                <c:pt idx="6934">
                  <c:v>103</c:v>
                </c:pt>
                <c:pt idx="6935">
                  <c:v>88</c:v>
                </c:pt>
                <c:pt idx="6936">
                  <c:v>95</c:v>
                </c:pt>
                <c:pt idx="6937">
                  <c:v>90.75</c:v>
                </c:pt>
                <c:pt idx="6938">
                  <c:v>48.7</c:v>
                </c:pt>
                <c:pt idx="6939">
                  <c:v>110</c:v>
                </c:pt>
                <c:pt idx="6940">
                  <c:v>95</c:v>
                </c:pt>
                <c:pt idx="6941">
                  <c:v>56.57</c:v>
                </c:pt>
                <c:pt idx="6942">
                  <c:v>50</c:v>
                </c:pt>
                <c:pt idx="6943">
                  <c:v>50</c:v>
                </c:pt>
                <c:pt idx="6944">
                  <c:v>170</c:v>
                </c:pt>
                <c:pt idx="6945">
                  <c:v>60</c:v>
                </c:pt>
                <c:pt idx="6946">
                  <c:v>100</c:v>
                </c:pt>
                <c:pt idx="6947">
                  <c:v>165</c:v>
                </c:pt>
                <c:pt idx="6948">
                  <c:v>95</c:v>
                </c:pt>
                <c:pt idx="6949">
                  <c:v>240</c:v>
                </c:pt>
                <c:pt idx="6950">
                  <c:v>80</c:v>
                </c:pt>
                <c:pt idx="6951">
                  <c:v>52</c:v>
                </c:pt>
                <c:pt idx="6952">
                  <c:v>45</c:v>
                </c:pt>
                <c:pt idx="6953">
                  <c:v>35.880000000000003</c:v>
                </c:pt>
                <c:pt idx="6954">
                  <c:v>80.59</c:v>
                </c:pt>
                <c:pt idx="6955">
                  <c:v>56</c:v>
                </c:pt>
                <c:pt idx="6956">
                  <c:v>75</c:v>
                </c:pt>
                <c:pt idx="6957">
                  <c:v>39.99</c:v>
                </c:pt>
                <c:pt idx="6958">
                  <c:v>119</c:v>
                </c:pt>
                <c:pt idx="6959">
                  <c:v>50</c:v>
                </c:pt>
                <c:pt idx="6960">
                  <c:v>27</c:v>
                </c:pt>
                <c:pt idx="6961">
                  <c:v>87</c:v>
                </c:pt>
                <c:pt idx="6962">
                  <c:v>40</c:v>
                </c:pt>
                <c:pt idx="6963">
                  <c:v>33</c:v>
                </c:pt>
                <c:pt idx="6964">
                  <c:v>65</c:v>
                </c:pt>
                <c:pt idx="6965">
                  <c:v>29</c:v>
                </c:pt>
                <c:pt idx="6966">
                  <c:v>295</c:v>
                </c:pt>
                <c:pt idx="6967">
                  <c:v>95</c:v>
                </c:pt>
                <c:pt idx="6968">
                  <c:v>132</c:v>
                </c:pt>
                <c:pt idx="6969">
                  <c:v>100</c:v>
                </c:pt>
                <c:pt idx="6970">
                  <c:v>50</c:v>
                </c:pt>
                <c:pt idx="6971">
                  <c:v>69.44</c:v>
                </c:pt>
                <c:pt idx="6972">
                  <c:v>85</c:v>
                </c:pt>
                <c:pt idx="6973">
                  <c:v>210</c:v>
                </c:pt>
                <c:pt idx="6974">
                  <c:v>65</c:v>
                </c:pt>
                <c:pt idx="6975">
                  <c:v>91</c:v>
                </c:pt>
                <c:pt idx="6976">
                  <c:v>111</c:v>
                </c:pt>
                <c:pt idx="6977">
                  <c:v>48</c:v>
                </c:pt>
                <c:pt idx="6978">
                  <c:v>170</c:v>
                </c:pt>
                <c:pt idx="6979">
                  <c:v>34.18</c:v>
                </c:pt>
                <c:pt idx="6980">
                  <c:v>52.08</c:v>
                </c:pt>
                <c:pt idx="6981">
                  <c:v>41.6</c:v>
                </c:pt>
                <c:pt idx="6982">
                  <c:v>115</c:v>
                </c:pt>
                <c:pt idx="6983">
                  <c:v>45.91</c:v>
                </c:pt>
                <c:pt idx="6984">
                  <c:v>38.65</c:v>
                </c:pt>
                <c:pt idx="6985">
                  <c:v>54</c:v>
                </c:pt>
                <c:pt idx="6986">
                  <c:v>19</c:v>
                </c:pt>
                <c:pt idx="6987">
                  <c:v>75</c:v>
                </c:pt>
                <c:pt idx="6988">
                  <c:v>45</c:v>
                </c:pt>
                <c:pt idx="6989">
                  <c:v>39</c:v>
                </c:pt>
                <c:pt idx="6990">
                  <c:v>72.5</c:v>
                </c:pt>
                <c:pt idx="6991">
                  <c:v>93</c:v>
                </c:pt>
                <c:pt idx="6992">
                  <c:v>47</c:v>
                </c:pt>
                <c:pt idx="6993">
                  <c:v>75</c:v>
                </c:pt>
                <c:pt idx="6994">
                  <c:v>35</c:v>
                </c:pt>
                <c:pt idx="6995">
                  <c:v>38.25</c:v>
                </c:pt>
                <c:pt idx="6996">
                  <c:v>83</c:v>
                </c:pt>
                <c:pt idx="6997">
                  <c:v>75</c:v>
                </c:pt>
                <c:pt idx="6998">
                  <c:v>54.5</c:v>
                </c:pt>
                <c:pt idx="6999">
                  <c:v>13</c:v>
                </c:pt>
                <c:pt idx="7000">
                  <c:v>75</c:v>
                </c:pt>
                <c:pt idx="7001">
                  <c:v>85</c:v>
                </c:pt>
                <c:pt idx="7002">
                  <c:v>32</c:v>
                </c:pt>
                <c:pt idx="7003">
                  <c:v>29</c:v>
                </c:pt>
                <c:pt idx="7004">
                  <c:v>88.5</c:v>
                </c:pt>
                <c:pt idx="7005">
                  <c:v>61</c:v>
                </c:pt>
                <c:pt idx="7006">
                  <c:v>58</c:v>
                </c:pt>
                <c:pt idx="7007">
                  <c:v>65.099999999999994</c:v>
                </c:pt>
                <c:pt idx="7008">
                  <c:v>130</c:v>
                </c:pt>
                <c:pt idx="7009">
                  <c:v>75</c:v>
                </c:pt>
                <c:pt idx="7010">
                  <c:v>60</c:v>
                </c:pt>
                <c:pt idx="7011">
                  <c:v>31.5</c:v>
                </c:pt>
                <c:pt idx="7012">
                  <c:v>65</c:v>
                </c:pt>
                <c:pt idx="7013">
                  <c:v>101</c:v>
                </c:pt>
                <c:pt idx="7014">
                  <c:v>84</c:v>
                </c:pt>
                <c:pt idx="7015">
                  <c:v>31.05</c:v>
                </c:pt>
                <c:pt idx="7016">
                  <c:v>101</c:v>
                </c:pt>
                <c:pt idx="7017">
                  <c:v>65</c:v>
                </c:pt>
                <c:pt idx="7018">
                  <c:v>65.58</c:v>
                </c:pt>
                <c:pt idx="7019">
                  <c:v>38.549999999999997</c:v>
                </c:pt>
                <c:pt idx="7020">
                  <c:v>58.56</c:v>
                </c:pt>
                <c:pt idx="7021">
                  <c:v>39</c:v>
                </c:pt>
                <c:pt idx="7022">
                  <c:v>43.57</c:v>
                </c:pt>
                <c:pt idx="7023">
                  <c:v>38</c:v>
                </c:pt>
                <c:pt idx="7024">
                  <c:v>75</c:v>
                </c:pt>
                <c:pt idx="7025">
                  <c:v>140</c:v>
                </c:pt>
                <c:pt idx="7026">
                  <c:v>75</c:v>
                </c:pt>
                <c:pt idx="7027">
                  <c:v>85</c:v>
                </c:pt>
                <c:pt idx="7028">
                  <c:v>65</c:v>
                </c:pt>
                <c:pt idx="7029">
                  <c:v>65</c:v>
                </c:pt>
                <c:pt idx="7030">
                  <c:v>195</c:v>
                </c:pt>
                <c:pt idx="7031">
                  <c:v>97.6</c:v>
                </c:pt>
                <c:pt idx="7032">
                  <c:v>62</c:v>
                </c:pt>
                <c:pt idx="7033">
                  <c:v>49.06</c:v>
                </c:pt>
                <c:pt idx="7034">
                  <c:v>35</c:v>
                </c:pt>
                <c:pt idx="7035">
                  <c:v>62.35</c:v>
                </c:pt>
                <c:pt idx="7036">
                  <c:v>32.5</c:v>
                </c:pt>
                <c:pt idx="7037">
                  <c:v>36</c:v>
                </c:pt>
                <c:pt idx="7038">
                  <c:v>110</c:v>
                </c:pt>
                <c:pt idx="7039">
                  <c:v>45</c:v>
                </c:pt>
                <c:pt idx="7040">
                  <c:v>34</c:v>
                </c:pt>
                <c:pt idx="7041">
                  <c:v>82</c:v>
                </c:pt>
                <c:pt idx="7042">
                  <c:v>65</c:v>
                </c:pt>
                <c:pt idx="7043">
                  <c:v>65</c:v>
                </c:pt>
                <c:pt idx="7044">
                  <c:v>115</c:v>
                </c:pt>
                <c:pt idx="7045">
                  <c:v>43</c:v>
                </c:pt>
                <c:pt idx="7046">
                  <c:v>88</c:v>
                </c:pt>
                <c:pt idx="7047">
                  <c:v>120</c:v>
                </c:pt>
                <c:pt idx="7048">
                  <c:v>103</c:v>
                </c:pt>
                <c:pt idx="7049">
                  <c:v>65</c:v>
                </c:pt>
                <c:pt idx="7050">
                  <c:v>89</c:v>
                </c:pt>
                <c:pt idx="7051">
                  <c:v>78.45</c:v>
                </c:pt>
                <c:pt idx="7052">
                  <c:v>61.17</c:v>
                </c:pt>
                <c:pt idx="7053">
                  <c:v>52.5</c:v>
                </c:pt>
                <c:pt idx="7054">
                  <c:v>9</c:v>
                </c:pt>
                <c:pt idx="7055">
                  <c:v>45</c:v>
                </c:pt>
                <c:pt idx="7056">
                  <c:v>76</c:v>
                </c:pt>
                <c:pt idx="7057">
                  <c:v>100</c:v>
                </c:pt>
                <c:pt idx="7058">
                  <c:v>48.5</c:v>
                </c:pt>
                <c:pt idx="7059">
                  <c:v>58.99</c:v>
                </c:pt>
                <c:pt idx="7060">
                  <c:v>25.4</c:v>
                </c:pt>
                <c:pt idx="7061">
                  <c:v>26.65</c:v>
                </c:pt>
                <c:pt idx="7062">
                  <c:v>45</c:v>
                </c:pt>
                <c:pt idx="7063">
                  <c:v>70</c:v>
                </c:pt>
                <c:pt idx="7064">
                  <c:v>74</c:v>
                </c:pt>
                <c:pt idx="7065">
                  <c:v>125</c:v>
                </c:pt>
                <c:pt idx="7066">
                  <c:v>82</c:v>
                </c:pt>
                <c:pt idx="7067">
                  <c:v>83.87</c:v>
                </c:pt>
                <c:pt idx="7068">
                  <c:v>84</c:v>
                </c:pt>
                <c:pt idx="7069">
                  <c:v>130</c:v>
                </c:pt>
                <c:pt idx="7070">
                  <c:v>45</c:v>
                </c:pt>
                <c:pt idx="7071">
                  <c:v>96.2</c:v>
                </c:pt>
                <c:pt idx="7072">
                  <c:v>67</c:v>
                </c:pt>
                <c:pt idx="7073">
                  <c:v>52</c:v>
                </c:pt>
                <c:pt idx="7074">
                  <c:v>47</c:v>
                </c:pt>
                <c:pt idx="7075">
                  <c:v>56</c:v>
                </c:pt>
                <c:pt idx="7076">
                  <c:v>45</c:v>
                </c:pt>
                <c:pt idx="7077">
                  <c:v>70</c:v>
                </c:pt>
                <c:pt idx="7078">
                  <c:v>57</c:v>
                </c:pt>
                <c:pt idx="7079">
                  <c:v>64.7</c:v>
                </c:pt>
                <c:pt idx="7080">
                  <c:v>86</c:v>
                </c:pt>
                <c:pt idx="7081">
                  <c:v>55.47</c:v>
                </c:pt>
                <c:pt idx="7082">
                  <c:v>95</c:v>
                </c:pt>
                <c:pt idx="7083">
                  <c:v>152</c:v>
                </c:pt>
                <c:pt idx="7084">
                  <c:v>240</c:v>
                </c:pt>
                <c:pt idx="7085">
                  <c:v>35</c:v>
                </c:pt>
                <c:pt idx="7086">
                  <c:v>33.28</c:v>
                </c:pt>
                <c:pt idx="7087">
                  <c:v>48</c:v>
                </c:pt>
                <c:pt idx="7088">
                  <c:v>90</c:v>
                </c:pt>
                <c:pt idx="7089">
                  <c:v>160</c:v>
                </c:pt>
                <c:pt idx="7090">
                  <c:v>26</c:v>
                </c:pt>
                <c:pt idx="7091">
                  <c:v>54</c:v>
                </c:pt>
                <c:pt idx="7092">
                  <c:v>22.8</c:v>
                </c:pt>
                <c:pt idx="7093">
                  <c:v>72.989999999999995</c:v>
                </c:pt>
                <c:pt idx="7094">
                  <c:v>25.99</c:v>
                </c:pt>
                <c:pt idx="7095">
                  <c:v>60</c:v>
                </c:pt>
                <c:pt idx="7096">
                  <c:v>150</c:v>
                </c:pt>
                <c:pt idx="7097">
                  <c:v>36</c:v>
                </c:pt>
                <c:pt idx="7098">
                  <c:v>60</c:v>
                </c:pt>
                <c:pt idx="7099">
                  <c:v>50</c:v>
                </c:pt>
                <c:pt idx="7100">
                  <c:v>62.93</c:v>
                </c:pt>
                <c:pt idx="7101">
                  <c:v>40</c:v>
                </c:pt>
                <c:pt idx="7102">
                  <c:v>100</c:v>
                </c:pt>
                <c:pt idx="7103">
                  <c:v>10.5</c:v>
                </c:pt>
                <c:pt idx="7104">
                  <c:v>157</c:v>
                </c:pt>
                <c:pt idx="7105">
                  <c:v>51.1</c:v>
                </c:pt>
                <c:pt idx="7106">
                  <c:v>35</c:v>
                </c:pt>
                <c:pt idx="7107">
                  <c:v>52.07</c:v>
                </c:pt>
                <c:pt idx="7108">
                  <c:v>35</c:v>
                </c:pt>
                <c:pt idx="7109">
                  <c:v>66</c:v>
                </c:pt>
                <c:pt idx="7110">
                  <c:v>38</c:v>
                </c:pt>
                <c:pt idx="7111">
                  <c:v>50</c:v>
                </c:pt>
                <c:pt idx="7112">
                  <c:v>150</c:v>
                </c:pt>
                <c:pt idx="7113">
                  <c:v>30.84</c:v>
                </c:pt>
                <c:pt idx="7114">
                  <c:v>51</c:v>
                </c:pt>
                <c:pt idx="7115">
                  <c:v>350</c:v>
                </c:pt>
                <c:pt idx="7116">
                  <c:v>63</c:v>
                </c:pt>
                <c:pt idx="7117">
                  <c:v>45</c:v>
                </c:pt>
                <c:pt idx="7118">
                  <c:v>80</c:v>
                </c:pt>
                <c:pt idx="7119">
                  <c:v>54</c:v>
                </c:pt>
                <c:pt idx="7120">
                  <c:v>50</c:v>
                </c:pt>
                <c:pt idx="7121">
                  <c:v>70</c:v>
                </c:pt>
                <c:pt idx="7122">
                  <c:v>62</c:v>
                </c:pt>
                <c:pt idx="7123">
                  <c:v>65</c:v>
                </c:pt>
                <c:pt idx="7124">
                  <c:v>68</c:v>
                </c:pt>
                <c:pt idx="7125">
                  <c:v>125</c:v>
                </c:pt>
                <c:pt idx="7126">
                  <c:v>32</c:v>
                </c:pt>
                <c:pt idx="7127">
                  <c:v>125</c:v>
                </c:pt>
                <c:pt idx="7128">
                  <c:v>45.48</c:v>
                </c:pt>
                <c:pt idx="7129">
                  <c:v>100</c:v>
                </c:pt>
                <c:pt idx="7130">
                  <c:v>115</c:v>
                </c:pt>
                <c:pt idx="7131">
                  <c:v>75</c:v>
                </c:pt>
                <c:pt idx="7132">
                  <c:v>55</c:v>
                </c:pt>
                <c:pt idx="7133">
                  <c:v>53</c:v>
                </c:pt>
                <c:pt idx="7134">
                  <c:v>90</c:v>
                </c:pt>
                <c:pt idx="7135">
                  <c:v>53</c:v>
                </c:pt>
                <c:pt idx="7136">
                  <c:v>25.26</c:v>
                </c:pt>
                <c:pt idx="7137">
                  <c:v>53</c:v>
                </c:pt>
                <c:pt idx="7138">
                  <c:v>39.729999999999997</c:v>
                </c:pt>
                <c:pt idx="7139">
                  <c:v>49</c:v>
                </c:pt>
                <c:pt idx="7140">
                  <c:v>47</c:v>
                </c:pt>
                <c:pt idx="7141">
                  <c:v>75</c:v>
                </c:pt>
                <c:pt idx="7142">
                  <c:v>170</c:v>
                </c:pt>
                <c:pt idx="7143">
                  <c:v>52</c:v>
                </c:pt>
                <c:pt idx="7144">
                  <c:v>46</c:v>
                </c:pt>
                <c:pt idx="7145">
                  <c:v>75</c:v>
                </c:pt>
                <c:pt idx="7146">
                  <c:v>57</c:v>
                </c:pt>
                <c:pt idx="7147">
                  <c:v>120</c:v>
                </c:pt>
                <c:pt idx="7148">
                  <c:v>76</c:v>
                </c:pt>
                <c:pt idx="7149">
                  <c:v>115</c:v>
                </c:pt>
                <c:pt idx="7150">
                  <c:v>65</c:v>
                </c:pt>
                <c:pt idx="7151">
                  <c:v>81.99</c:v>
                </c:pt>
                <c:pt idx="7152">
                  <c:v>54.89</c:v>
                </c:pt>
                <c:pt idx="7153">
                  <c:v>50</c:v>
                </c:pt>
                <c:pt idx="7154">
                  <c:v>40</c:v>
                </c:pt>
                <c:pt idx="7155">
                  <c:v>28</c:v>
                </c:pt>
                <c:pt idx="7156">
                  <c:v>39</c:v>
                </c:pt>
                <c:pt idx="7157">
                  <c:v>35</c:v>
                </c:pt>
                <c:pt idx="7158">
                  <c:v>89</c:v>
                </c:pt>
                <c:pt idx="7159">
                  <c:v>55</c:v>
                </c:pt>
                <c:pt idx="7160">
                  <c:v>59</c:v>
                </c:pt>
                <c:pt idx="7161">
                  <c:v>36.69</c:v>
                </c:pt>
                <c:pt idx="7162">
                  <c:v>72</c:v>
                </c:pt>
                <c:pt idx="7163">
                  <c:v>65</c:v>
                </c:pt>
                <c:pt idx="7164">
                  <c:v>13.26</c:v>
                </c:pt>
                <c:pt idx="7165">
                  <c:v>11.5</c:v>
                </c:pt>
                <c:pt idx="7166">
                  <c:v>50</c:v>
                </c:pt>
                <c:pt idx="7167">
                  <c:v>55</c:v>
                </c:pt>
                <c:pt idx="7168">
                  <c:v>60.47</c:v>
                </c:pt>
                <c:pt idx="7169">
                  <c:v>66</c:v>
                </c:pt>
                <c:pt idx="7170">
                  <c:v>130</c:v>
                </c:pt>
                <c:pt idx="7171">
                  <c:v>163</c:v>
                </c:pt>
                <c:pt idx="7172">
                  <c:v>55</c:v>
                </c:pt>
                <c:pt idx="7173">
                  <c:v>49.88</c:v>
                </c:pt>
                <c:pt idx="7174">
                  <c:v>70</c:v>
                </c:pt>
                <c:pt idx="7175">
                  <c:v>34</c:v>
                </c:pt>
                <c:pt idx="7176">
                  <c:v>38</c:v>
                </c:pt>
                <c:pt idx="7177">
                  <c:v>47.24</c:v>
                </c:pt>
                <c:pt idx="7178">
                  <c:v>180</c:v>
                </c:pt>
                <c:pt idx="7179">
                  <c:v>90</c:v>
                </c:pt>
                <c:pt idx="7180">
                  <c:v>45</c:v>
                </c:pt>
                <c:pt idx="7181">
                  <c:v>34.270000000000003</c:v>
                </c:pt>
                <c:pt idx="7182">
                  <c:v>103</c:v>
                </c:pt>
                <c:pt idx="7183">
                  <c:v>120</c:v>
                </c:pt>
                <c:pt idx="7184">
                  <c:v>180</c:v>
                </c:pt>
                <c:pt idx="7185">
                  <c:v>57</c:v>
                </c:pt>
                <c:pt idx="7186">
                  <c:v>46.75</c:v>
                </c:pt>
                <c:pt idx="7187">
                  <c:v>135</c:v>
                </c:pt>
                <c:pt idx="7188">
                  <c:v>95</c:v>
                </c:pt>
                <c:pt idx="7189">
                  <c:v>139</c:v>
                </c:pt>
                <c:pt idx="7190">
                  <c:v>65</c:v>
                </c:pt>
                <c:pt idx="7191">
                  <c:v>75</c:v>
                </c:pt>
                <c:pt idx="7192">
                  <c:v>63.51</c:v>
                </c:pt>
                <c:pt idx="7193">
                  <c:v>72</c:v>
                </c:pt>
                <c:pt idx="7194">
                  <c:v>56</c:v>
                </c:pt>
                <c:pt idx="7195">
                  <c:v>39</c:v>
                </c:pt>
                <c:pt idx="7196">
                  <c:v>140</c:v>
                </c:pt>
                <c:pt idx="7197">
                  <c:v>55</c:v>
                </c:pt>
                <c:pt idx="7198">
                  <c:v>65</c:v>
                </c:pt>
                <c:pt idx="7199">
                  <c:v>207</c:v>
                </c:pt>
                <c:pt idx="7200">
                  <c:v>23</c:v>
                </c:pt>
                <c:pt idx="7201">
                  <c:v>150</c:v>
                </c:pt>
                <c:pt idx="7202">
                  <c:v>48</c:v>
                </c:pt>
                <c:pt idx="7203">
                  <c:v>83</c:v>
                </c:pt>
                <c:pt idx="7204">
                  <c:v>86.8</c:v>
                </c:pt>
                <c:pt idx="7205">
                  <c:v>70</c:v>
                </c:pt>
                <c:pt idx="7206">
                  <c:v>68</c:v>
                </c:pt>
                <c:pt idx="7207">
                  <c:v>29</c:v>
                </c:pt>
                <c:pt idx="7208">
                  <c:v>54</c:v>
                </c:pt>
                <c:pt idx="7209">
                  <c:v>45</c:v>
                </c:pt>
                <c:pt idx="7210">
                  <c:v>78</c:v>
                </c:pt>
                <c:pt idx="7211">
                  <c:v>46.1</c:v>
                </c:pt>
                <c:pt idx="7212">
                  <c:v>135</c:v>
                </c:pt>
                <c:pt idx="7213">
                  <c:v>80</c:v>
                </c:pt>
                <c:pt idx="7214">
                  <c:v>120</c:v>
                </c:pt>
                <c:pt idx="7215">
                  <c:v>60.55</c:v>
                </c:pt>
                <c:pt idx="7216">
                  <c:v>73</c:v>
                </c:pt>
                <c:pt idx="7217">
                  <c:v>49</c:v>
                </c:pt>
                <c:pt idx="7218">
                  <c:v>45</c:v>
                </c:pt>
                <c:pt idx="7219">
                  <c:v>25</c:v>
                </c:pt>
                <c:pt idx="7220">
                  <c:v>52.36</c:v>
                </c:pt>
                <c:pt idx="7221">
                  <c:v>250</c:v>
                </c:pt>
                <c:pt idx="7222">
                  <c:v>32</c:v>
                </c:pt>
                <c:pt idx="7223">
                  <c:v>45</c:v>
                </c:pt>
                <c:pt idx="7224">
                  <c:v>75</c:v>
                </c:pt>
                <c:pt idx="7225">
                  <c:v>75</c:v>
                </c:pt>
                <c:pt idx="7226">
                  <c:v>171</c:v>
                </c:pt>
                <c:pt idx="7227">
                  <c:v>80.430000000000007</c:v>
                </c:pt>
                <c:pt idx="7228">
                  <c:v>65</c:v>
                </c:pt>
                <c:pt idx="7229">
                  <c:v>65</c:v>
                </c:pt>
                <c:pt idx="7230">
                  <c:v>106</c:v>
                </c:pt>
                <c:pt idx="7231">
                  <c:v>75</c:v>
                </c:pt>
                <c:pt idx="7232">
                  <c:v>33</c:v>
                </c:pt>
                <c:pt idx="7233">
                  <c:v>95</c:v>
                </c:pt>
                <c:pt idx="7234">
                  <c:v>28</c:v>
                </c:pt>
                <c:pt idx="7235">
                  <c:v>54.71</c:v>
                </c:pt>
                <c:pt idx="7236">
                  <c:v>55</c:v>
                </c:pt>
                <c:pt idx="7237">
                  <c:v>48</c:v>
                </c:pt>
                <c:pt idx="7238">
                  <c:v>65.400000000000006</c:v>
                </c:pt>
                <c:pt idx="7239">
                  <c:v>54</c:v>
                </c:pt>
                <c:pt idx="7240">
                  <c:v>62.38</c:v>
                </c:pt>
                <c:pt idx="7241">
                  <c:v>105</c:v>
                </c:pt>
                <c:pt idx="7242">
                  <c:v>120</c:v>
                </c:pt>
                <c:pt idx="7243">
                  <c:v>29</c:v>
                </c:pt>
                <c:pt idx="7244">
                  <c:v>68</c:v>
                </c:pt>
                <c:pt idx="7245">
                  <c:v>15</c:v>
                </c:pt>
                <c:pt idx="7246">
                  <c:v>55</c:v>
                </c:pt>
                <c:pt idx="7247">
                  <c:v>78</c:v>
                </c:pt>
                <c:pt idx="7248">
                  <c:v>42</c:v>
                </c:pt>
                <c:pt idx="7249">
                  <c:v>40.39</c:v>
                </c:pt>
                <c:pt idx="7250">
                  <c:v>42</c:v>
                </c:pt>
                <c:pt idx="7251">
                  <c:v>62.4</c:v>
                </c:pt>
                <c:pt idx="7252">
                  <c:v>130</c:v>
                </c:pt>
                <c:pt idx="7253">
                  <c:v>46</c:v>
                </c:pt>
                <c:pt idx="7254">
                  <c:v>68</c:v>
                </c:pt>
                <c:pt idx="7255">
                  <c:v>83</c:v>
                </c:pt>
                <c:pt idx="7256">
                  <c:v>74.400000000000006</c:v>
                </c:pt>
                <c:pt idx="7257">
                  <c:v>66</c:v>
                </c:pt>
                <c:pt idx="7258">
                  <c:v>88</c:v>
                </c:pt>
                <c:pt idx="7259">
                  <c:v>74</c:v>
                </c:pt>
                <c:pt idx="7260">
                  <c:v>20</c:v>
                </c:pt>
                <c:pt idx="7261">
                  <c:v>39.200000000000003</c:v>
                </c:pt>
                <c:pt idx="7262">
                  <c:v>60</c:v>
                </c:pt>
                <c:pt idx="7263">
                  <c:v>200</c:v>
                </c:pt>
                <c:pt idx="7264">
                  <c:v>68</c:v>
                </c:pt>
                <c:pt idx="7265">
                  <c:v>75.97</c:v>
                </c:pt>
                <c:pt idx="7266">
                  <c:v>200</c:v>
                </c:pt>
                <c:pt idx="7267">
                  <c:v>70</c:v>
                </c:pt>
                <c:pt idx="7268">
                  <c:v>42</c:v>
                </c:pt>
                <c:pt idx="7269">
                  <c:v>43.9</c:v>
                </c:pt>
                <c:pt idx="7270">
                  <c:v>55.5</c:v>
                </c:pt>
                <c:pt idx="7271">
                  <c:v>39</c:v>
                </c:pt>
                <c:pt idx="7272">
                  <c:v>138</c:v>
                </c:pt>
                <c:pt idx="7273">
                  <c:v>47.25</c:v>
                </c:pt>
                <c:pt idx="7274">
                  <c:v>23.5</c:v>
                </c:pt>
                <c:pt idx="7275">
                  <c:v>116</c:v>
                </c:pt>
                <c:pt idx="7276">
                  <c:v>40</c:v>
                </c:pt>
                <c:pt idx="7277">
                  <c:v>29.45</c:v>
                </c:pt>
                <c:pt idx="7278">
                  <c:v>81</c:v>
                </c:pt>
                <c:pt idx="7279">
                  <c:v>45</c:v>
                </c:pt>
                <c:pt idx="7280">
                  <c:v>65</c:v>
                </c:pt>
                <c:pt idx="7281">
                  <c:v>32</c:v>
                </c:pt>
                <c:pt idx="7282">
                  <c:v>36</c:v>
                </c:pt>
                <c:pt idx="7283">
                  <c:v>49.49</c:v>
                </c:pt>
                <c:pt idx="7284">
                  <c:v>71.05</c:v>
                </c:pt>
                <c:pt idx="7285">
                  <c:v>140</c:v>
                </c:pt>
                <c:pt idx="7286">
                  <c:v>15</c:v>
                </c:pt>
                <c:pt idx="7287">
                  <c:v>90</c:v>
                </c:pt>
                <c:pt idx="7288">
                  <c:v>80</c:v>
                </c:pt>
                <c:pt idx="7289">
                  <c:v>49</c:v>
                </c:pt>
                <c:pt idx="7290">
                  <c:v>42</c:v>
                </c:pt>
                <c:pt idx="7291">
                  <c:v>85</c:v>
                </c:pt>
                <c:pt idx="7292">
                  <c:v>134</c:v>
                </c:pt>
                <c:pt idx="7293">
                  <c:v>95</c:v>
                </c:pt>
                <c:pt idx="7294">
                  <c:v>56.9</c:v>
                </c:pt>
                <c:pt idx="7295">
                  <c:v>26.49</c:v>
                </c:pt>
                <c:pt idx="7296">
                  <c:v>115</c:v>
                </c:pt>
                <c:pt idx="7297">
                  <c:v>34.1</c:v>
                </c:pt>
                <c:pt idx="7298">
                  <c:v>118</c:v>
                </c:pt>
                <c:pt idx="7299">
                  <c:v>91.855000000000004</c:v>
                </c:pt>
                <c:pt idx="7300">
                  <c:v>52</c:v>
                </c:pt>
                <c:pt idx="7301">
                  <c:v>28.88</c:v>
                </c:pt>
                <c:pt idx="7302">
                  <c:v>105</c:v>
                </c:pt>
                <c:pt idx="7303">
                  <c:v>140</c:v>
                </c:pt>
                <c:pt idx="7304">
                  <c:v>64.47</c:v>
                </c:pt>
                <c:pt idx="7305">
                  <c:v>105</c:v>
                </c:pt>
                <c:pt idx="7306">
                  <c:v>82</c:v>
                </c:pt>
                <c:pt idx="7307">
                  <c:v>38</c:v>
                </c:pt>
                <c:pt idx="7308">
                  <c:v>100</c:v>
                </c:pt>
                <c:pt idx="7309">
                  <c:v>34</c:v>
                </c:pt>
                <c:pt idx="7310">
                  <c:v>83.74</c:v>
                </c:pt>
                <c:pt idx="7311">
                  <c:v>84.03</c:v>
                </c:pt>
                <c:pt idx="7312">
                  <c:v>28</c:v>
                </c:pt>
                <c:pt idx="7313">
                  <c:v>200</c:v>
                </c:pt>
                <c:pt idx="7314">
                  <c:v>55</c:v>
                </c:pt>
                <c:pt idx="7315">
                  <c:v>210</c:v>
                </c:pt>
                <c:pt idx="7316">
                  <c:v>49</c:v>
                </c:pt>
                <c:pt idx="7317">
                  <c:v>74.900000000000006</c:v>
                </c:pt>
                <c:pt idx="7318">
                  <c:v>65</c:v>
                </c:pt>
                <c:pt idx="7319">
                  <c:v>72.900000000000006</c:v>
                </c:pt>
                <c:pt idx="7320">
                  <c:v>65</c:v>
                </c:pt>
                <c:pt idx="7321">
                  <c:v>168</c:v>
                </c:pt>
                <c:pt idx="7322">
                  <c:v>70</c:v>
                </c:pt>
                <c:pt idx="7323">
                  <c:v>55</c:v>
                </c:pt>
                <c:pt idx="7324">
                  <c:v>245</c:v>
                </c:pt>
                <c:pt idx="7325">
                  <c:v>120</c:v>
                </c:pt>
                <c:pt idx="7326">
                  <c:v>145</c:v>
                </c:pt>
                <c:pt idx="7327">
                  <c:v>30</c:v>
                </c:pt>
                <c:pt idx="7328">
                  <c:v>66</c:v>
                </c:pt>
                <c:pt idx="7329">
                  <c:v>72.5</c:v>
                </c:pt>
                <c:pt idx="7330">
                  <c:v>50</c:v>
                </c:pt>
                <c:pt idx="7331">
                  <c:v>70</c:v>
                </c:pt>
                <c:pt idx="7332">
                  <c:v>54</c:v>
                </c:pt>
                <c:pt idx="7333">
                  <c:v>76.180000000000007</c:v>
                </c:pt>
                <c:pt idx="7334">
                  <c:v>64.790000000000006</c:v>
                </c:pt>
                <c:pt idx="7335">
                  <c:v>59.47</c:v>
                </c:pt>
                <c:pt idx="7336">
                  <c:v>130</c:v>
                </c:pt>
                <c:pt idx="7337">
                  <c:v>42</c:v>
                </c:pt>
                <c:pt idx="7338">
                  <c:v>98</c:v>
                </c:pt>
                <c:pt idx="7339">
                  <c:v>95</c:v>
                </c:pt>
                <c:pt idx="7340">
                  <c:v>42.87</c:v>
                </c:pt>
                <c:pt idx="7341">
                  <c:v>21</c:v>
                </c:pt>
                <c:pt idx="7342">
                  <c:v>46</c:v>
                </c:pt>
                <c:pt idx="7343">
                  <c:v>86</c:v>
                </c:pt>
                <c:pt idx="7344">
                  <c:v>20</c:v>
                </c:pt>
                <c:pt idx="7345">
                  <c:v>235</c:v>
                </c:pt>
                <c:pt idx="7346">
                  <c:v>54.51</c:v>
                </c:pt>
                <c:pt idx="7347">
                  <c:v>40</c:v>
                </c:pt>
                <c:pt idx="7348">
                  <c:v>100</c:v>
                </c:pt>
                <c:pt idx="7349">
                  <c:v>69</c:v>
                </c:pt>
                <c:pt idx="7350">
                  <c:v>115</c:v>
                </c:pt>
                <c:pt idx="7351">
                  <c:v>34.71</c:v>
                </c:pt>
                <c:pt idx="7352">
                  <c:v>34</c:v>
                </c:pt>
                <c:pt idx="7353">
                  <c:v>125</c:v>
                </c:pt>
                <c:pt idx="7354">
                  <c:v>61</c:v>
                </c:pt>
                <c:pt idx="7355">
                  <c:v>56</c:v>
                </c:pt>
                <c:pt idx="7356">
                  <c:v>35</c:v>
                </c:pt>
                <c:pt idx="7357">
                  <c:v>110</c:v>
                </c:pt>
                <c:pt idx="7358">
                  <c:v>64.08</c:v>
                </c:pt>
                <c:pt idx="7359">
                  <c:v>65</c:v>
                </c:pt>
                <c:pt idx="7360">
                  <c:v>60</c:v>
                </c:pt>
                <c:pt idx="7361">
                  <c:v>78</c:v>
                </c:pt>
                <c:pt idx="7362">
                  <c:v>180</c:v>
                </c:pt>
                <c:pt idx="7363">
                  <c:v>48.45</c:v>
                </c:pt>
                <c:pt idx="7364">
                  <c:v>78</c:v>
                </c:pt>
                <c:pt idx="7365">
                  <c:v>100</c:v>
                </c:pt>
                <c:pt idx="7366">
                  <c:v>43.55</c:v>
                </c:pt>
                <c:pt idx="7367">
                  <c:v>82</c:v>
                </c:pt>
                <c:pt idx="7368">
                  <c:v>50</c:v>
                </c:pt>
                <c:pt idx="7369">
                  <c:v>95</c:v>
                </c:pt>
                <c:pt idx="7370">
                  <c:v>75</c:v>
                </c:pt>
                <c:pt idx="7371">
                  <c:v>160</c:v>
                </c:pt>
                <c:pt idx="7372">
                  <c:v>90</c:v>
                </c:pt>
                <c:pt idx="7373">
                  <c:v>58</c:v>
                </c:pt>
                <c:pt idx="7374">
                  <c:v>56</c:v>
                </c:pt>
                <c:pt idx="7375">
                  <c:v>69.45</c:v>
                </c:pt>
                <c:pt idx="7376">
                  <c:v>73</c:v>
                </c:pt>
                <c:pt idx="7377">
                  <c:v>120</c:v>
                </c:pt>
                <c:pt idx="7378">
                  <c:v>121</c:v>
                </c:pt>
                <c:pt idx="7379">
                  <c:v>120</c:v>
                </c:pt>
                <c:pt idx="7380">
                  <c:v>103</c:v>
                </c:pt>
                <c:pt idx="7381">
                  <c:v>60</c:v>
                </c:pt>
                <c:pt idx="7382">
                  <c:v>86.8</c:v>
                </c:pt>
                <c:pt idx="7383">
                  <c:v>65</c:v>
                </c:pt>
                <c:pt idx="7384">
                  <c:v>53.12</c:v>
                </c:pt>
                <c:pt idx="7385">
                  <c:v>120</c:v>
                </c:pt>
                <c:pt idx="7386">
                  <c:v>88</c:v>
                </c:pt>
                <c:pt idx="7387">
                  <c:v>70</c:v>
                </c:pt>
                <c:pt idx="7388">
                  <c:v>110</c:v>
                </c:pt>
                <c:pt idx="7389">
                  <c:v>56</c:v>
                </c:pt>
                <c:pt idx="7390">
                  <c:v>68</c:v>
                </c:pt>
                <c:pt idx="7391">
                  <c:v>62</c:v>
                </c:pt>
                <c:pt idx="7392">
                  <c:v>68</c:v>
                </c:pt>
                <c:pt idx="7393">
                  <c:v>120</c:v>
                </c:pt>
                <c:pt idx="7394">
                  <c:v>199</c:v>
                </c:pt>
                <c:pt idx="7395">
                  <c:v>42.25</c:v>
                </c:pt>
                <c:pt idx="7396">
                  <c:v>46</c:v>
                </c:pt>
                <c:pt idx="7397">
                  <c:v>37.49</c:v>
                </c:pt>
                <c:pt idx="7398">
                  <c:v>52</c:v>
                </c:pt>
                <c:pt idx="7399">
                  <c:v>45.9</c:v>
                </c:pt>
                <c:pt idx="7400">
                  <c:v>18</c:v>
                </c:pt>
                <c:pt idx="7401">
                  <c:v>55</c:v>
                </c:pt>
                <c:pt idx="7402">
                  <c:v>33.64</c:v>
                </c:pt>
                <c:pt idx="7403">
                  <c:v>57</c:v>
                </c:pt>
                <c:pt idx="7404">
                  <c:v>120</c:v>
                </c:pt>
                <c:pt idx="7405">
                  <c:v>35</c:v>
                </c:pt>
                <c:pt idx="7406">
                  <c:v>66</c:v>
                </c:pt>
                <c:pt idx="7407">
                  <c:v>41</c:v>
                </c:pt>
                <c:pt idx="7408">
                  <c:v>100</c:v>
                </c:pt>
                <c:pt idx="7409">
                  <c:v>47</c:v>
                </c:pt>
                <c:pt idx="7410">
                  <c:v>43.5</c:v>
                </c:pt>
                <c:pt idx="7411">
                  <c:v>53</c:v>
                </c:pt>
                <c:pt idx="7412">
                  <c:v>115</c:v>
                </c:pt>
                <c:pt idx="7413">
                  <c:v>35</c:v>
                </c:pt>
                <c:pt idx="7414">
                  <c:v>50</c:v>
                </c:pt>
                <c:pt idx="7415">
                  <c:v>51</c:v>
                </c:pt>
                <c:pt idx="7416">
                  <c:v>35</c:v>
                </c:pt>
                <c:pt idx="7417">
                  <c:v>28.88</c:v>
                </c:pt>
                <c:pt idx="7418">
                  <c:v>83</c:v>
                </c:pt>
                <c:pt idx="7419">
                  <c:v>16</c:v>
                </c:pt>
                <c:pt idx="7420">
                  <c:v>53</c:v>
                </c:pt>
                <c:pt idx="7421">
                  <c:v>49</c:v>
                </c:pt>
                <c:pt idx="7422">
                  <c:v>47.32</c:v>
                </c:pt>
                <c:pt idx="7423">
                  <c:v>34</c:v>
                </c:pt>
                <c:pt idx="7424">
                  <c:v>78</c:v>
                </c:pt>
                <c:pt idx="7425">
                  <c:v>51.04</c:v>
                </c:pt>
                <c:pt idx="7426">
                  <c:v>51.15</c:v>
                </c:pt>
                <c:pt idx="7427">
                  <c:v>125</c:v>
                </c:pt>
                <c:pt idx="7428">
                  <c:v>105</c:v>
                </c:pt>
                <c:pt idx="7429">
                  <c:v>47</c:v>
                </c:pt>
                <c:pt idx="7430">
                  <c:v>60</c:v>
                </c:pt>
                <c:pt idx="7431">
                  <c:v>126</c:v>
                </c:pt>
                <c:pt idx="7432">
                  <c:v>38</c:v>
                </c:pt>
                <c:pt idx="7433">
                  <c:v>180</c:v>
                </c:pt>
                <c:pt idx="7434">
                  <c:v>43.9</c:v>
                </c:pt>
                <c:pt idx="7435">
                  <c:v>46.5</c:v>
                </c:pt>
                <c:pt idx="7436">
                  <c:v>45</c:v>
                </c:pt>
                <c:pt idx="7437">
                  <c:v>46</c:v>
                </c:pt>
                <c:pt idx="7438">
                  <c:v>105</c:v>
                </c:pt>
                <c:pt idx="7439">
                  <c:v>65</c:v>
                </c:pt>
                <c:pt idx="7440">
                  <c:v>35</c:v>
                </c:pt>
                <c:pt idx="7441">
                  <c:v>130</c:v>
                </c:pt>
                <c:pt idx="7442">
                  <c:v>40</c:v>
                </c:pt>
                <c:pt idx="7443">
                  <c:v>35</c:v>
                </c:pt>
                <c:pt idx="7444">
                  <c:v>36</c:v>
                </c:pt>
                <c:pt idx="7445">
                  <c:v>160</c:v>
                </c:pt>
                <c:pt idx="7446">
                  <c:v>79.465000000000003</c:v>
                </c:pt>
                <c:pt idx="7447">
                  <c:v>75</c:v>
                </c:pt>
                <c:pt idx="7448">
                  <c:v>47.59</c:v>
                </c:pt>
                <c:pt idx="7449">
                  <c:v>265</c:v>
                </c:pt>
                <c:pt idx="7450">
                  <c:v>64</c:v>
                </c:pt>
                <c:pt idx="7451">
                  <c:v>40.4</c:v>
                </c:pt>
                <c:pt idx="7452">
                  <c:v>95</c:v>
                </c:pt>
                <c:pt idx="7453">
                  <c:v>61</c:v>
                </c:pt>
                <c:pt idx="7454">
                  <c:v>92</c:v>
                </c:pt>
                <c:pt idx="7455">
                  <c:v>41.38</c:v>
                </c:pt>
                <c:pt idx="7456">
                  <c:v>36</c:v>
                </c:pt>
                <c:pt idx="7457">
                  <c:v>65</c:v>
                </c:pt>
                <c:pt idx="7458">
                  <c:v>43</c:v>
                </c:pt>
                <c:pt idx="7459">
                  <c:v>45</c:v>
                </c:pt>
                <c:pt idx="7460">
                  <c:v>29</c:v>
                </c:pt>
                <c:pt idx="7461">
                  <c:v>47</c:v>
                </c:pt>
                <c:pt idx="7462">
                  <c:v>45</c:v>
                </c:pt>
                <c:pt idx="7463">
                  <c:v>27</c:v>
                </c:pt>
                <c:pt idx="7464">
                  <c:v>35</c:v>
                </c:pt>
                <c:pt idx="7465">
                  <c:v>60</c:v>
                </c:pt>
                <c:pt idx="7466">
                  <c:v>29.45</c:v>
                </c:pt>
                <c:pt idx="7467">
                  <c:v>64</c:v>
                </c:pt>
                <c:pt idx="7468">
                  <c:v>130</c:v>
                </c:pt>
                <c:pt idx="7469">
                  <c:v>48</c:v>
                </c:pt>
                <c:pt idx="7470">
                  <c:v>50</c:v>
                </c:pt>
                <c:pt idx="7471">
                  <c:v>99</c:v>
                </c:pt>
                <c:pt idx="7472">
                  <c:v>103</c:v>
                </c:pt>
                <c:pt idx="7473">
                  <c:v>72</c:v>
                </c:pt>
                <c:pt idx="7474">
                  <c:v>110</c:v>
                </c:pt>
                <c:pt idx="7475">
                  <c:v>42.81</c:v>
                </c:pt>
                <c:pt idx="7476">
                  <c:v>69.89</c:v>
                </c:pt>
                <c:pt idx="7477">
                  <c:v>47.59</c:v>
                </c:pt>
                <c:pt idx="7478">
                  <c:v>67</c:v>
                </c:pt>
                <c:pt idx="7479">
                  <c:v>58</c:v>
                </c:pt>
                <c:pt idx="7480">
                  <c:v>127</c:v>
                </c:pt>
                <c:pt idx="7481">
                  <c:v>75</c:v>
                </c:pt>
                <c:pt idx="7482">
                  <c:v>140</c:v>
                </c:pt>
                <c:pt idx="7483">
                  <c:v>33.99</c:v>
                </c:pt>
                <c:pt idx="7484">
                  <c:v>100</c:v>
                </c:pt>
                <c:pt idx="7485">
                  <c:v>42</c:v>
                </c:pt>
                <c:pt idx="7486">
                  <c:v>62.82</c:v>
                </c:pt>
                <c:pt idx="7487">
                  <c:v>32.72</c:v>
                </c:pt>
                <c:pt idx="7488">
                  <c:v>88</c:v>
                </c:pt>
                <c:pt idx="7489">
                  <c:v>65</c:v>
                </c:pt>
                <c:pt idx="7490">
                  <c:v>63</c:v>
                </c:pt>
                <c:pt idx="7491">
                  <c:v>42</c:v>
                </c:pt>
                <c:pt idx="7492">
                  <c:v>11.5</c:v>
                </c:pt>
                <c:pt idx="7493">
                  <c:v>63.22</c:v>
                </c:pt>
                <c:pt idx="7494">
                  <c:v>92</c:v>
                </c:pt>
                <c:pt idx="7495">
                  <c:v>65</c:v>
                </c:pt>
                <c:pt idx="7496">
                  <c:v>75</c:v>
                </c:pt>
                <c:pt idx="7497">
                  <c:v>53.76</c:v>
                </c:pt>
                <c:pt idx="7498">
                  <c:v>66</c:v>
                </c:pt>
                <c:pt idx="7499">
                  <c:v>60</c:v>
                </c:pt>
                <c:pt idx="7500">
                  <c:v>57</c:v>
                </c:pt>
                <c:pt idx="7501">
                  <c:v>142</c:v>
                </c:pt>
                <c:pt idx="7502">
                  <c:v>130</c:v>
                </c:pt>
                <c:pt idx="7503">
                  <c:v>80</c:v>
                </c:pt>
                <c:pt idx="7504">
                  <c:v>35</c:v>
                </c:pt>
                <c:pt idx="7505">
                  <c:v>75</c:v>
                </c:pt>
                <c:pt idx="7506">
                  <c:v>57</c:v>
                </c:pt>
                <c:pt idx="7507">
                  <c:v>65.930000000000007</c:v>
                </c:pt>
                <c:pt idx="7508">
                  <c:v>60</c:v>
                </c:pt>
                <c:pt idx="7509">
                  <c:v>37</c:v>
                </c:pt>
                <c:pt idx="7510">
                  <c:v>33.82</c:v>
                </c:pt>
                <c:pt idx="7511">
                  <c:v>165</c:v>
                </c:pt>
                <c:pt idx="7512">
                  <c:v>110</c:v>
                </c:pt>
                <c:pt idx="7513">
                  <c:v>56.58</c:v>
                </c:pt>
                <c:pt idx="7514">
                  <c:v>30.27</c:v>
                </c:pt>
                <c:pt idx="7515">
                  <c:v>249</c:v>
                </c:pt>
                <c:pt idx="7516">
                  <c:v>83.3</c:v>
                </c:pt>
                <c:pt idx="7517">
                  <c:v>140</c:v>
                </c:pt>
                <c:pt idx="7518">
                  <c:v>55</c:v>
                </c:pt>
                <c:pt idx="7519">
                  <c:v>46.55</c:v>
                </c:pt>
                <c:pt idx="7520">
                  <c:v>32</c:v>
                </c:pt>
                <c:pt idx="7521">
                  <c:v>40.54</c:v>
                </c:pt>
                <c:pt idx="7522">
                  <c:v>29.5</c:v>
                </c:pt>
                <c:pt idx="7523">
                  <c:v>60</c:v>
                </c:pt>
                <c:pt idx="7524">
                  <c:v>55</c:v>
                </c:pt>
                <c:pt idx="7525">
                  <c:v>68</c:v>
                </c:pt>
                <c:pt idx="7526">
                  <c:v>198</c:v>
                </c:pt>
                <c:pt idx="7527">
                  <c:v>90</c:v>
                </c:pt>
                <c:pt idx="7528">
                  <c:v>111</c:v>
                </c:pt>
                <c:pt idx="7529">
                  <c:v>72</c:v>
                </c:pt>
                <c:pt idx="7530">
                  <c:v>50</c:v>
                </c:pt>
                <c:pt idx="7531">
                  <c:v>89.45</c:v>
                </c:pt>
                <c:pt idx="7532">
                  <c:v>90</c:v>
                </c:pt>
                <c:pt idx="7533">
                  <c:v>55.975000000000001</c:v>
                </c:pt>
                <c:pt idx="7534">
                  <c:v>69.099999999999994</c:v>
                </c:pt>
                <c:pt idx="7535">
                  <c:v>241</c:v>
                </c:pt>
                <c:pt idx="7536">
                  <c:v>36.229999999999997</c:v>
                </c:pt>
                <c:pt idx="7537">
                  <c:v>85.5</c:v>
                </c:pt>
                <c:pt idx="7538">
                  <c:v>120</c:v>
                </c:pt>
                <c:pt idx="7539">
                  <c:v>85</c:v>
                </c:pt>
                <c:pt idx="7540">
                  <c:v>25</c:v>
                </c:pt>
                <c:pt idx="7541">
                  <c:v>115</c:v>
                </c:pt>
                <c:pt idx="7542">
                  <c:v>79</c:v>
                </c:pt>
                <c:pt idx="7543">
                  <c:v>40.54</c:v>
                </c:pt>
                <c:pt idx="7544">
                  <c:v>110</c:v>
                </c:pt>
                <c:pt idx="7545">
                  <c:v>52.59</c:v>
                </c:pt>
                <c:pt idx="7546">
                  <c:v>105</c:v>
                </c:pt>
                <c:pt idx="7547">
                  <c:v>71.194999999999993</c:v>
                </c:pt>
                <c:pt idx="7548">
                  <c:v>125</c:v>
                </c:pt>
                <c:pt idx="7549">
                  <c:v>75</c:v>
                </c:pt>
                <c:pt idx="7550">
                  <c:v>52.81</c:v>
                </c:pt>
                <c:pt idx="7551">
                  <c:v>72</c:v>
                </c:pt>
                <c:pt idx="7552">
                  <c:v>42</c:v>
                </c:pt>
                <c:pt idx="7553">
                  <c:v>45</c:v>
                </c:pt>
                <c:pt idx="7554">
                  <c:v>206</c:v>
                </c:pt>
                <c:pt idx="7555">
                  <c:v>57</c:v>
                </c:pt>
                <c:pt idx="7556">
                  <c:v>48.5</c:v>
                </c:pt>
                <c:pt idx="7557">
                  <c:v>58.25</c:v>
                </c:pt>
                <c:pt idx="7558">
                  <c:v>86.69</c:v>
                </c:pt>
                <c:pt idx="7559">
                  <c:v>64.08</c:v>
                </c:pt>
                <c:pt idx="7560">
                  <c:v>38.664999999999999</c:v>
                </c:pt>
                <c:pt idx="7561">
                  <c:v>107</c:v>
                </c:pt>
                <c:pt idx="7562">
                  <c:v>29.45</c:v>
                </c:pt>
                <c:pt idx="7563">
                  <c:v>95</c:v>
                </c:pt>
                <c:pt idx="7564">
                  <c:v>58</c:v>
                </c:pt>
                <c:pt idx="7565">
                  <c:v>55.85</c:v>
                </c:pt>
                <c:pt idx="7566">
                  <c:v>98</c:v>
                </c:pt>
                <c:pt idx="7567">
                  <c:v>68</c:v>
                </c:pt>
                <c:pt idx="7568">
                  <c:v>65</c:v>
                </c:pt>
                <c:pt idx="7569">
                  <c:v>122</c:v>
                </c:pt>
                <c:pt idx="7570">
                  <c:v>45</c:v>
                </c:pt>
                <c:pt idx="7571">
                  <c:v>119</c:v>
                </c:pt>
                <c:pt idx="7572">
                  <c:v>125</c:v>
                </c:pt>
                <c:pt idx="7573">
                  <c:v>91.915000000000006</c:v>
                </c:pt>
                <c:pt idx="7574">
                  <c:v>63</c:v>
                </c:pt>
                <c:pt idx="7575">
                  <c:v>160</c:v>
                </c:pt>
                <c:pt idx="7576">
                  <c:v>86</c:v>
                </c:pt>
                <c:pt idx="7577">
                  <c:v>60</c:v>
                </c:pt>
                <c:pt idx="7578">
                  <c:v>80</c:v>
                </c:pt>
                <c:pt idx="7579">
                  <c:v>49.9</c:v>
                </c:pt>
                <c:pt idx="7580">
                  <c:v>89.9</c:v>
                </c:pt>
                <c:pt idx="7581">
                  <c:v>130</c:v>
                </c:pt>
                <c:pt idx="7582">
                  <c:v>160</c:v>
                </c:pt>
                <c:pt idx="7583">
                  <c:v>78</c:v>
                </c:pt>
                <c:pt idx="7584">
                  <c:v>98.97</c:v>
                </c:pt>
                <c:pt idx="7585">
                  <c:v>45</c:v>
                </c:pt>
                <c:pt idx="7586">
                  <c:v>107</c:v>
                </c:pt>
                <c:pt idx="7587">
                  <c:v>93</c:v>
                </c:pt>
                <c:pt idx="7588">
                  <c:v>56.5</c:v>
                </c:pt>
                <c:pt idx="7589">
                  <c:v>35</c:v>
                </c:pt>
                <c:pt idx="7590">
                  <c:v>51.83</c:v>
                </c:pt>
                <c:pt idx="7591">
                  <c:v>194</c:v>
                </c:pt>
                <c:pt idx="7592">
                  <c:v>38</c:v>
                </c:pt>
                <c:pt idx="7593">
                  <c:v>95</c:v>
                </c:pt>
                <c:pt idx="7594">
                  <c:v>56</c:v>
                </c:pt>
                <c:pt idx="7595">
                  <c:v>45</c:v>
                </c:pt>
                <c:pt idx="7596">
                  <c:v>39.14</c:v>
                </c:pt>
                <c:pt idx="7597">
                  <c:v>44</c:v>
                </c:pt>
                <c:pt idx="7598">
                  <c:v>35</c:v>
                </c:pt>
                <c:pt idx="7599">
                  <c:v>40</c:v>
                </c:pt>
                <c:pt idx="7600">
                  <c:v>89</c:v>
                </c:pt>
                <c:pt idx="7601">
                  <c:v>75</c:v>
                </c:pt>
                <c:pt idx="7602">
                  <c:v>40</c:v>
                </c:pt>
                <c:pt idx="7603">
                  <c:v>110</c:v>
                </c:pt>
                <c:pt idx="7604">
                  <c:v>44</c:v>
                </c:pt>
                <c:pt idx="7605">
                  <c:v>218</c:v>
                </c:pt>
                <c:pt idx="7606">
                  <c:v>104</c:v>
                </c:pt>
                <c:pt idx="7607">
                  <c:v>40</c:v>
                </c:pt>
                <c:pt idx="7608">
                  <c:v>27</c:v>
                </c:pt>
                <c:pt idx="7609">
                  <c:v>89</c:v>
                </c:pt>
                <c:pt idx="7610">
                  <c:v>77.89</c:v>
                </c:pt>
                <c:pt idx="7611">
                  <c:v>67</c:v>
                </c:pt>
                <c:pt idx="7612">
                  <c:v>15</c:v>
                </c:pt>
                <c:pt idx="7613">
                  <c:v>85</c:v>
                </c:pt>
                <c:pt idx="7614">
                  <c:v>60</c:v>
                </c:pt>
                <c:pt idx="7615">
                  <c:v>175</c:v>
                </c:pt>
                <c:pt idx="7616">
                  <c:v>54.79</c:v>
                </c:pt>
                <c:pt idx="7617">
                  <c:v>90</c:v>
                </c:pt>
                <c:pt idx="7618">
                  <c:v>52</c:v>
                </c:pt>
                <c:pt idx="7619">
                  <c:v>68</c:v>
                </c:pt>
                <c:pt idx="7620">
                  <c:v>130</c:v>
                </c:pt>
                <c:pt idx="7621">
                  <c:v>66</c:v>
                </c:pt>
                <c:pt idx="7622">
                  <c:v>80</c:v>
                </c:pt>
                <c:pt idx="7623">
                  <c:v>59.5</c:v>
                </c:pt>
                <c:pt idx="7624">
                  <c:v>108</c:v>
                </c:pt>
                <c:pt idx="7625">
                  <c:v>30</c:v>
                </c:pt>
                <c:pt idx="7626">
                  <c:v>69</c:v>
                </c:pt>
                <c:pt idx="7627">
                  <c:v>37.15</c:v>
                </c:pt>
                <c:pt idx="7628">
                  <c:v>41</c:v>
                </c:pt>
                <c:pt idx="7629">
                  <c:v>95</c:v>
                </c:pt>
                <c:pt idx="7630">
                  <c:v>37.840000000000003</c:v>
                </c:pt>
                <c:pt idx="7631">
                  <c:v>98</c:v>
                </c:pt>
                <c:pt idx="7632">
                  <c:v>150</c:v>
                </c:pt>
                <c:pt idx="7633">
                  <c:v>55</c:v>
                </c:pt>
                <c:pt idx="7634">
                  <c:v>148</c:v>
                </c:pt>
                <c:pt idx="7635">
                  <c:v>75</c:v>
                </c:pt>
                <c:pt idx="7636">
                  <c:v>43</c:v>
                </c:pt>
                <c:pt idx="7637">
                  <c:v>55</c:v>
                </c:pt>
                <c:pt idx="7638">
                  <c:v>47</c:v>
                </c:pt>
                <c:pt idx="7639">
                  <c:v>105</c:v>
                </c:pt>
                <c:pt idx="7640">
                  <c:v>56.72</c:v>
                </c:pt>
                <c:pt idx="7641">
                  <c:v>28.274999999999999</c:v>
                </c:pt>
                <c:pt idx="7642">
                  <c:v>79</c:v>
                </c:pt>
                <c:pt idx="7643">
                  <c:v>52</c:v>
                </c:pt>
                <c:pt idx="7644">
                  <c:v>45</c:v>
                </c:pt>
                <c:pt idx="7645">
                  <c:v>46</c:v>
                </c:pt>
                <c:pt idx="7646">
                  <c:v>130</c:v>
                </c:pt>
                <c:pt idx="7647">
                  <c:v>60</c:v>
                </c:pt>
                <c:pt idx="7648">
                  <c:v>120</c:v>
                </c:pt>
                <c:pt idx="7649">
                  <c:v>36.840000000000003</c:v>
                </c:pt>
                <c:pt idx="7650">
                  <c:v>85</c:v>
                </c:pt>
                <c:pt idx="7651">
                  <c:v>47</c:v>
                </c:pt>
                <c:pt idx="7652">
                  <c:v>44</c:v>
                </c:pt>
                <c:pt idx="7653">
                  <c:v>42.295000000000002</c:v>
                </c:pt>
                <c:pt idx="7654">
                  <c:v>52</c:v>
                </c:pt>
                <c:pt idx="7655">
                  <c:v>48</c:v>
                </c:pt>
                <c:pt idx="7656">
                  <c:v>25.5</c:v>
                </c:pt>
                <c:pt idx="7657">
                  <c:v>65</c:v>
                </c:pt>
                <c:pt idx="7658">
                  <c:v>260</c:v>
                </c:pt>
                <c:pt idx="7659">
                  <c:v>98</c:v>
                </c:pt>
                <c:pt idx="7660">
                  <c:v>38</c:v>
                </c:pt>
                <c:pt idx="7661">
                  <c:v>54.2</c:v>
                </c:pt>
                <c:pt idx="7662">
                  <c:v>54</c:v>
                </c:pt>
                <c:pt idx="7663">
                  <c:v>56</c:v>
                </c:pt>
                <c:pt idx="7664">
                  <c:v>67.489999999999995</c:v>
                </c:pt>
                <c:pt idx="7665">
                  <c:v>15</c:v>
                </c:pt>
                <c:pt idx="7666">
                  <c:v>125</c:v>
                </c:pt>
                <c:pt idx="7667">
                  <c:v>245</c:v>
                </c:pt>
                <c:pt idx="7668">
                  <c:v>37.49</c:v>
                </c:pt>
                <c:pt idx="7669">
                  <c:v>32</c:v>
                </c:pt>
                <c:pt idx="7670">
                  <c:v>71.22</c:v>
                </c:pt>
                <c:pt idx="7671">
                  <c:v>29.5</c:v>
                </c:pt>
                <c:pt idx="7672">
                  <c:v>49.5</c:v>
                </c:pt>
                <c:pt idx="7673">
                  <c:v>42.5</c:v>
                </c:pt>
                <c:pt idx="7674">
                  <c:v>75</c:v>
                </c:pt>
                <c:pt idx="7675">
                  <c:v>190</c:v>
                </c:pt>
                <c:pt idx="7676">
                  <c:v>49.43</c:v>
                </c:pt>
                <c:pt idx="7677">
                  <c:v>42</c:v>
                </c:pt>
                <c:pt idx="7678">
                  <c:v>47.39</c:v>
                </c:pt>
                <c:pt idx="7679">
                  <c:v>77.47</c:v>
                </c:pt>
                <c:pt idx="7680">
                  <c:v>85</c:v>
                </c:pt>
                <c:pt idx="7681">
                  <c:v>80</c:v>
                </c:pt>
                <c:pt idx="7682">
                  <c:v>65</c:v>
                </c:pt>
                <c:pt idx="7683">
                  <c:v>34</c:v>
                </c:pt>
                <c:pt idx="7684">
                  <c:v>55</c:v>
                </c:pt>
                <c:pt idx="7685">
                  <c:v>76.13</c:v>
                </c:pt>
                <c:pt idx="7686">
                  <c:v>69</c:v>
                </c:pt>
                <c:pt idx="7687">
                  <c:v>61.45</c:v>
                </c:pt>
                <c:pt idx="7688">
                  <c:v>110</c:v>
                </c:pt>
                <c:pt idx="7689">
                  <c:v>88</c:v>
                </c:pt>
                <c:pt idx="7690">
                  <c:v>47</c:v>
                </c:pt>
                <c:pt idx="7691">
                  <c:v>75</c:v>
                </c:pt>
                <c:pt idx="7692">
                  <c:v>44</c:v>
                </c:pt>
                <c:pt idx="7693">
                  <c:v>70</c:v>
                </c:pt>
                <c:pt idx="7694">
                  <c:v>126</c:v>
                </c:pt>
                <c:pt idx="7695">
                  <c:v>80</c:v>
                </c:pt>
                <c:pt idx="7696">
                  <c:v>50</c:v>
                </c:pt>
                <c:pt idx="7697">
                  <c:v>264</c:v>
                </c:pt>
                <c:pt idx="7698">
                  <c:v>51</c:v>
                </c:pt>
                <c:pt idx="7699">
                  <c:v>110</c:v>
                </c:pt>
                <c:pt idx="7700">
                  <c:v>52.32</c:v>
                </c:pt>
                <c:pt idx="7701">
                  <c:v>36.369999999999997</c:v>
                </c:pt>
                <c:pt idx="7702">
                  <c:v>42.04</c:v>
                </c:pt>
                <c:pt idx="7703">
                  <c:v>78</c:v>
                </c:pt>
                <c:pt idx="7704">
                  <c:v>90</c:v>
                </c:pt>
                <c:pt idx="7705">
                  <c:v>80</c:v>
                </c:pt>
                <c:pt idx="7706">
                  <c:v>42</c:v>
                </c:pt>
                <c:pt idx="7707">
                  <c:v>77.3</c:v>
                </c:pt>
                <c:pt idx="7708">
                  <c:v>38.770000000000003</c:v>
                </c:pt>
                <c:pt idx="7709">
                  <c:v>19.649999999999999</c:v>
                </c:pt>
                <c:pt idx="7710">
                  <c:v>45</c:v>
                </c:pt>
                <c:pt idx="7711">
                  <c:v>135</c:v>
                </c:pt>
                <c:pt idx="7712">
                  <c:v>59</c:v>
                </c:pt>
                <c:pt idx="7713">
                  <c:v>65</c:v>
                </c:pt>
                <c:pt idx="7714">
                  <c:v>67</c:v>
                </c:pt>
                <c:pt idx="7715">
                  <c:v>39</c:v>
                </c:pt>
                <c:pt idx="7716">
                  <c:v>68</c:v>
                </c:pt>
                <c:pt idx="7717">
                  <c:v>42</c:v>
                </c:pt>
                <c:pt idx="7718">
                  <c:v>62</c:v>
                </c:pt>
                <c:pt idx="7719">
                  <c:v>102</c:v>
                </c:pt>
                <c:pt idx="7720">
                  <c:v>124</c:v>
                </c:pt>
                <c:pt idx="7721">
                  <c:v>55</c:v>
                </c:pt>
                <c:pt idx="7722">
                  <c:v>225</c:v>
                </c:pt>
                <c:pt idx="7723">
                  <c:v>120</c:v>
                </c:pt>
                <c:pt idx="7724">
                  <c:v>17.5</c:v>
                </c:pt>
                <c:pt idx="7725">
                  <c:v>75</c:v>
                </c:pt>
                <c:pt idx="7726">
                  <c:v>64</c:v>
                </c:pt>
                <c:pt idx="7727">
                  <c:v>27</c:v>
                </c:pt>
                <c:pt idx="7728">
                  <c:v>36</c:v>
                </c:pt>
                <c:pt idx="7729">
                  <c:v>25.4</c:v>
                </c:pt>
                <c:pt idx="7730">
                  <c:v>100</c:v>
                </c:pt>
                <c:pt idx="7731">
                  <c:v>30</c:v>
                </c:pt>
                <c:pt idx="7732">
                  <c:v>122</c:v>
                </c:pt>
                <c:pt idx="7733">
                  <c:v>35</c:v>
                </c:pt>
                <c:pt idx="7734">
                  <c:v>75</c:v>
                </c:pt>
                <c:pt idx="7735">
                  <c:v>100</c:v>
                </c:pt>
                <c:pt idx="7736">
                  <c:v>56.74</c:v>
                </c:pt>
                <c:pt idx="7737">
                  <c:v>160</c:v>
                </c:pt>
                <c:pt idx="7738">
                  <c:v>170</c:v>
                </c:pt>
                <c:pt idx="7739">
                  <c:v>72.599999999999994</c:v>
                </c:pt>
                <c:pt idx="7740">
                  <c:v>125</c:v>
                </c:pt>
                <c:pt idx="7741">
                  <c:v>34.46</c:v>
                </c:pt>
                <c:pt idx="7742">
                  <c:v>115</c:v>
                </c:pt>
                <c:pt idx="7743">
                  <c:v>300</c:v>
                </c:pt>
                <c:pt idx="7744">
                  <c:v>37</c:v>
                </c:pt>
                <c:pt idx="7745">
                  <c:v>142</c:v>
                </c:pt>
                <c:pt idx="7746">
                  <c:v>101</c:v>
                </c:pt>
                <c:pt idx="7747">
                  <c:v>59</c:v>
                </c:pt>
                <c:pt idx="7748">
                  <c:v>68</c:v>
                </c:pt>
                <c:pt idx="7749">
                  <c:v>39</c:v>
                </c:pt>
                <c:pt idx="7750">
                  <c:v>35</c:v>
                </c:pt>
                <c:pt idx="7751">
                  <c:v>42</c:v>
                </c:pt>
                <c:pt idx="7752">
                  <c:v>69.25</c:v>
                </c:pt>
                <c:pt idx="7753">
                  <c:v>175</c:v>
                </c:pt>
                <c:pt idx="7754">
                  <c:v>73.430000000000007</c:v>
                </c:pt>
                <c:pt idx="7755">
                  <c:v>60</c:v>
                </c:pt>
                <c:pt idx="7756">
                  <c:v>150</c:v>
                </c:pt>
                <c:pt idx="7757">
                  <c:v>63</c:v>
                </c:pt>
                <c:pt idx="7758">
                  <c:v>105</c:v>
                </c:pt>
                <c:pt idx="7759">
                  <c:v>83</c:v>
                </c:pt>
                <c:pt idx="7760">
                  <c:v>65</c:v>
                </c:pt>
                <c:pt idx="7761">
                  <c:v>46.5</c:v>
                </c:pt>
                <c:pt idx="7762">
                  <c:v>52.08</c:v>
                </c:pt>
                <c:pt idx="7763">
                  <c:v>290</c:v>
                </c:pt>
                <c:pt idx="7764">
                  <c:v>49</c:v>
                </c:pt>
                <c:pt idx="7765">
                  <c:v>45.82</c:v>
                </c:pt>
                <c:pt idx="7766">
                  <c:v>112</c:v>
                </c:pt>
                <c:pt idx="7767">
                  <c:v>80</c:v>
                </c:pt>
                <c:pt idx="7768">
                  <c:v>125</c:v>
                </c:pt>
                <c:pt idx="7769">
                  <c:v>29.97</c:v>
                </c:pt>
                <c:pt idx="7770">
                  <c:v>45.33</c:v>
                </c:pt>
                <c:pt idx="7771">
                  <c:v>49.49</c:v>
                </c:pt>
                <c:pt idx="7772">
                  <c:v>88</c:v>
                </c:pt>
                <c:pt idx="7773">
                  <c:v>83</c:v>
                </c:pt>
                <c:pt idx="7774">
                  <c:v>170</c:v>
                </c:pt>
                <c:pt idx="7775">
                  <c:v>101</c:v>
                </c:pt>
                <c:pt idx="7776">
                  <c:v>59</c:v>
                </c:pt>
                <c:pt idx="7777">
                  <c:v>53.5</c:v>
                </c:pt>
                <c:pt idx="7778">
                  <c:v>32.54</c:v>
                </c:pt>
                <c:pt idx="7779">
                  <c:v>48</c:v>
                </c:pt>
                <c:pt idx="7780">
                  <c:v>88</c:v>
                </c:pt>
                <c:pt idx="7781">
                  <c:v>62</c:v>
                </c:pt>
                <c:pt idx="7782">
                  <c:v>28.5</c:v>
                </c:pt>
                <c:pt idx="7783">
                  <c:v>55.08</c:v>
                </c:pt>
                <c:pt idx="7784">
                  <c:v>36</c:v>
                </c:pt>
                <c:pt idx="7785">
                  <c:v>225</c:v>
                </c:pt>
                <c:pt idx="7786">
                  <c:v>94</c:v>
                </c:pt>
                <c:pt idx="7787">
                  <c:v>120</c:v>
                </c:pt>
                <c:pt idx="7788">
                  <c:v>67</c:v>
                </c:pt>
                <c:pt idx="7789">
                  <c:v>52.76</c:v>
                </c:pt>
                <c:pt idx="7790">
                  <c:v>45.6</c:v>
                </c:pt>
                <c:pt idx="7791">
                  <c:v>75</c:v>
                </c:pt>
                <c:pt idx="7792">
                  <c:v>46.33</c:v>
                </c:pt>
                <c:pt idx="7793">
                  <c:v>72</c:v>
                </c:pt>
                <c:pt idx="7794">
                  <c:v>64</c:v>
                </c:pt>
                <c:pt idx="7795">
                  <c:v>85</c:v>
                </c:pt>
                <c:pt idx="7796">
                  <c:v>65</c:v>
                </c:pt>
                <c:pt idx="7797">
                  <c:v>75.97</c:v>
                </c:pt>
                <c:pt idx="7798">
                  <c:v>40</c:v>
                </c:pt>
                <c:pt idx="7799">
                  <c:v>107</c:v>
                </c:pt>
                <c:pt idx="7800">
                  <c:v>110</c:v>
                </c:pt>
                <c:pt idx="7801">
                  <c:v>59</c:v>
                </c:pt>
                <c:pt idx="7802">
                  <c:v>35</c:v>
                </c:pt>
                <c:pt idx="7803">
                  <c:v>100</c:v>
                </c:pt>
                <c:pt idx="7804">
                  <c:v>49.97</c:v>
                </c:pt>
                <c:pt idx="7805">
                  <c:v>63</c:v>
                </c:pt>
                <c:pt idx="7806">
                  <c:v>42.65</c:v>
                </c:pt>
                <c:pt idx="7807">
                  <c:v>40.5</c:v>
                </c:pt>
                <c:pt idx="7808">
                  <c:v>88</c:v>
                </c:pt>
                <c:pt idx="7809">
                  <c:v>40</c:v>
                </c:pt>
                <c:pt idx="7810">
                  <c:v>181</c:v>
                </c:pt>
                <c:pt idx="7811">
                  <c:v>49.5</c:v>
                </c:pt>
                <c:pt idx="7812">
                  <c:v>55</c:v>
                </c:pt>
                <c:pt idx="7813">
                  <c:v>33.51</c:v>
                </c:pt>
                <c:pt idx="7814">
                  <c:v>55</c:v>
                </c:pt>
                <c:pt idx="7815">
                  <c:v>95</c:v>
                </c:pt>
                <c:pt idx="7816">
                  <c:v>50</c:v>
                </c:pt>
                <c:pt idx="7817">
                  <c:v>145</c:v>
                </c:pt>
                <c:pt idx="7818">
                  <c:v>101</c:v>
                </c:pt>
                <c:pt idx="7819">
                  <c:v>62.71</c:v>
                </c:pt>
                <c:pt idx="7820">
                  <c:v>42.81</c:v>
                </c:pt>
                <c:pt idx="7821">
                  <c:v>50.92</c:v>
                </c:pt>
                <c:pt idx="7822">
                  <c:v>64</c:v>
                </c:pt>
                <c:pt idx="7823">
                  <c:v>63</c:v>
                </c:pt>
                <c:pt idx="7824">
                  <c:v>87.8</c:v>
                </c:pt>
                <c:pt idx="7825">
                  <c:v>90</c:v>
                </c:pt>
                <c:pt idx="7826">
                  <c:v>34.22</c:v>
                </c:pt>
                <c:pt idx="7827">
                  <c:v>45.88</c:v>
                </c:pt>
                <c:pt idx="7828">
                  <c:v>62</c:v>
                </c:pt>
                <c:pt idx="7829">
                  <c:v>47</c:v>
                </c:pt>
                <c:pt idx="7830">
                  <c:v>56</c:v>
                </c:pt>
                <c:pt idx="7831">
                  <c:v>105</c:v>
                </c:pt>
                <c:pt idx="7832">
                  <c:v>189</c:v>
                </c:pt>
                <c:pt idx="7833">
                  <c:v>90</c:v>
                </c:pt>
                <c:pt idx="7834">
                  <c:v>275</c:v>
                </c:pt>
                <c:pt idx="7835">
                  <c:v>75</c:v>
                </c:pt>
                <c:pt idx="7836">
                  <c:v>41</c:v>
                </c:pt>
                <c:pt idx="7837">
                  <c:v>60</c:v>
                </c:pt>
                <c:pt idx="7838">
                  <c:v>300</c:v>
                </c:pt>
                <c:pt idx="7839">
                  <c:v>32.369999999999997</c:v>
                </c:pt>
                <c:pt idx="7840">
                  <c:v>50</c:v>
                </c:pt>
                <c:pt idx="7841">
                  <c:v>51</c:v>
                </c:pt>
                <c:pt idx="7842">
                  <c:v>165</c:v>
                </c:pt>
                <c:pt idx="7843">
                  <c:v>38</c:v>
                </c:pt>
                <c:pt idx="7844">
                  <c:v>200</c:v>
                </c:pt>
                <c:pt idx="7845">
                  <c:v>200</c:v>
                </c:pt>
                <c:pt idx="7846">
                  <c:v>43</c:v>
                </c:pt>
                <c:pt idx="7847">
                  <c:v>75</c:v>
                </c:pt>
                <c:pt idx="7848">
                  <c:v>85</c:v>
                </c:pt>
                <c:pt idx="7849">
                  <c:v>75</c:v>
                </c:pt>
                <c:pt idx="7850">
                  <c:v>41</c:v>
                </c:pt>
                <c:pt idx="7851">
                  <c:v>110</c:v>
                </c:pt>
                <c:pt idx="7852">
                  <c:v>36.28</c:v>
                </c:pt>
                <c:pt idx="7853">
                  <c:v>76.180000000000007</c:v>
                </c:pt>
                <c:pt idx="7854">
                  <c:v>30</c:v>
                </c:pt>
                <c:pt idx="7855">
                  <c:v>27.98</c:v>
                </c:pt>
                <c:pt idx="7856">
                  <c:v>74</c:v>
                </c:pt>
                <c:pt idx="7857">
                  <c:v>44.8</c:v>
                </c:pt>
                <c:pt idx="7858">
                  <c:v>75</c:v>
                </c:pt>
                <c:pt idx="7859">
                  <c:v>39</c:v>
                </c:pt>
                <c:pt idx="7860">
                  <c:v>16</c:v>
                </c:pt>
                <c:pt idx="7861">
                  <c:v>55</c:v>
                </c:pt>
                <c:pt idx="7862">
                  <c:v>77</c:v>
                </c:pt>
                <c:pt idx="7863">
                  <c:v>90</c:v>
                </c:pt>
                <c:pt idx="7864">
                  <c:v>58</c:v>
                </c:pt>
                <c:pt idx="7865">
                  <c:v>100</c:v>
                </c:pt>
                <c:pt idx="7866">
                  <c:v>60</c:v>
                </c:pt>
                <c:pt idx="7867">
                  <c:v>38.36</c:v>
                </c:pt>
                <c:pt idx="7868">
                  <c:v>112</c:v>
                </c:pt>
                <c:pt idx="7869">
                  <c:v>49.5</c:v>
                </c:pt>
                <c:pt idx="7870">
                  <c:v>87.54</c:v>
                </c:pt>
                <c:pt idx="7871">
                  <c:v>76</c:v>
                </c:pt>
                <c:pt idx="7872">
                  <c:v>45</c:v>
                </c:pt>
                <c:pt idx="7873">
                  <c:v>135</c:v>
                </c:pt>
                <c:pt idx="7874">
                  <c:v>103</c:v>
                </c:pt>
                <c:pt idx="7875">
                  <c:v>90</c:v>
                </c:pt>
                <c:pt idx="7876">
                  <c:v>60</c:v>
                </c:pt>
                <c:pt idx="7877">
                  <c:v>74.03</c:v>
                </c:pt>
                <c:pt idx="7878">
                  <c:v>78.569999999999993</c:v>
                </c:pt>
                <c:pt idx="7879">
                  <c:v>80</c:v>
                </c:pt>
                <c:pt idx="7880">
                  <c:v>120</c:v>
                </c:pt>
                <c:pt idx="7881">
                  <c:v>24</c:v>
                </c:pt>
                <c:pt idx="7882">
                  <c:v>32</c:v>
                </c:pt>
                <c:pt idx="7883">
                  <c:v>50</c:v>
                </c:pt>
                <c:pt idx="7884">
                  <c:v>197</c:v>
                </c:pt>
                <c:pt idx="7885">
                  <c:v>75</c:v>
                </c:pt>
                <c:pt idx="7886">
                  <c:v>75</c:v>
                </c:pt>
                <c:pt idx="7887">
                  <c:v>102</c:v>
                </c:pt>
                <c:pt idx="7888">
                  <c:v>106</c:v>
                </c:pt>
                <c:pt idx="7889">
                  <c:v>249</c:v>
                </c:pt>
                <c:pt idx="7890">
                  <c:v>35</c:v>
                </c:pt>
                <c:pt idx="7891">
                  <c:v>98</c:v>
                </c:pt>
                <c:pt idx="7892">
                  <c:v>44</c:v>
                </c:pt>
                <c:pt idx="7893">
                  <c:v>85</c:v>
                </c:pt>
                <c:pt idx="7894">
                  <c:v>54</c:v>
                </c:pt>
                <c:pt idx="7895">
                  <c:v>81.55</c:v>
                </c:pt>
                <c:pt idx="7896">
                  <c:v>50</c:v>
                </c:pt>
                <c:pt idx="7897">
                  <c:v>72</c:v>
                </c:pt>
                <c:pt idx="7898">
                  <c:v>74</c:v>
                </c:pt>
                <c:pt idx="7899">
                  <c:v>65</c:v>
                </c:pt>
                <c:pt idx="7900">
                  <c:v>125</c:v>
                </c:pt>
                <c:pt idx="7901">
                  <c:v>70</c:v>
                </c:pt>
                <c:pt idx="7902">
                  <c:v>50</c:v>
                </c:pt>
                <c:pt idx="7903">
                  <c:v>61.36</c:v>
                </c:pt>
                <c:pt idx="7904">
                  <c:v>30</c:v>
                </c:pt>
                <c:pt idx="7905">
                  <c:v>11.5</c:v>
                </c:pt>
                <c:pt idx="7906">
                  <c:v>45</c:v>
                </c:pt>
                <c:pt idx="7907">
                  <c:v>301</c:v>
                </c:pt>
                <c:pt idx="7908">
                  <c:v>60</c:v>
                </c:pt>
                <c:pt idx="7909">
                  <c:v>52</c:v>
                </c:pt>
                <c:pt idx="7910">
                  <c:v>42.83</c:v>
                </c:pt>
                <c:pt idx="7911">
                  <c:v>65</c:v>
                </c:pt>
                <c:pt idx="7912">
                  <c:v>54.8</c:v>
                </c:pt>
                <c:pt idx="7913">
                  <c:v>40.53</c:v>
                </c:pt>
                <c:pt idx="7914">
                  <c:v>50</c:v>
                </c:pt>
                <c:pt idx="7915">
                  <c:v>138</c:v>
                </c:pt>
                <c:pt idx="7916">
                  <c:v>52</c:v>
                </c:pt>
                <c:pt idx="7917">
                  <c:v>32</c:v>
                </c:pt>
                <c:pt idx="7918">
                  <c:v>125</c:v>
                </c:pt>
                <c:pt idx="7919">
                  <c:v>69</c:v>
                </c:pt>
                <c:pt idx="7920">
                  <c:v>40</c:v>
                </c:pt>
                <c:pt idx="7921">
                  <c:v>110</c:v>
                </c:pt>
                <c:pt idx="7922">
                  <c:v>48</c:v>
                </c:pt>
                <c:pt idx="7923">
                  <c:v>295</c:v>
                </c:pt>
                <c:pt idx="7924">
                  <c:v>94.86</c:v>
                </c:pt>
                <c:pt idx="7925">
                  <c:v>75</c:v>
                </c:pt>
                <c:pt idx="7926">
                  <c:v>82</c:v>
                </c:pt>
                <c:pt idx="7927">
                  <c:v>51</c:v>
                </c:pt>
                <c:pt idx="7928">
                  <c:v>49.61</c:v>
                </c:pt>
                <c:pt idx="7929">
                  <c:v>155</c:v>
                </c:pt>
                <c:pt idx="7930">
                  <c:v>35.799999999999997</c:v>
                </c:pt>
                <c:pt idx="7931">
                  <c:v>20</c:v>
                </c:pt>
                <c:pt idx="7932">
                  <c:v>62</c:v>
                </c:pt>
                <c:pt idx="7933">
                  <c:v>126</c:v>
                </c:pt>
                <c:pt idx="7934">
                  <c:v>55</c:v>
                </c:pt>
                <c:pt idx="7935">
                  <c:v>66</c:v>
                </c:pt>
                <c:pt idx="7936">
                  <c:v>75</c:v>
                </c:pt>
                <c:pt idx="7937">
                  <c:v>104</c:v>
                </c:pt>
                <c:pt idx="7938">
                  <c:v>55</c:v>
                </c:pt>
                <c:pt idx="7939">
                  <c:v>22</c:v>
                </c:pt>
                <c:pt idx="7940">
                  <c:v>115</c:v>
                </c:pt>
                <c:pt idx="7941">
                  <c:v>79</c:v>
                </c:pt>
                <c:pt idx="7942">
                  <c:v>96</c:v>
                </c:pt>
                <c:pt idx="7943">
                  <c:v>70</c:v>
                </c:pt>
                <c:pt idx="7944">
                  <c:v>40</c:v>
                </c:pt>
                <c:pt idx="7945">
                  <c:v>204</c:v>
                </c:pt>
                <c:pt idx="7946">
                  <c:v>42.6</c:v>
                </c:pt>
                <c:pt idx="7947">
                  <c:v>48.38</c:v>
                </c:pt>
                <c:pt idx="7948">
                  <c:v>31</c:v>
                </c:pt>
                <c:pt idx="7949">
                  <c:v>42.79</c:v>
                </c:pt>
                <c:pt idx="7950">
                  <c:v>56</c:v>
                </c:pt>
                <c:pt idx="7951">
                  <c:v>150</c:v>
                </c:pt>
                <c:pt idx="7952">
                  <c:v>120</c:v>
                </c:pt>
                <c:pt idx="7953">
                  <c:v>64</c:v>
                </c:pt>
                <c:pt idx="7954">
                  <c:v>170</c:v>
                </c:pt>
                <c:pt idx="7955">
                  <c:v>43.5</c:v>
                </c:pt>
                <c:pt idx="7956">
                  <c:v>78</c:v>
                </c:pt>
                <c:pt idx="7957">
                  <c:v>73.8</c:v>
                </c:pt>
                <c:pt idx="7958">
                  <c:v>55</c:v>
                </c:pt>
                <c:pt idx="7959">
                  <c:v>69.97</c:v>
                </c:pt>
                <c:pt idx="7960">
                  <c:v>65</c:v>
                </c:pt>
                <c:pt idx="7961">
                  <c:v>68.900000000000006</c:v>
                </c:pt>
                <c:pt idx="7962">
                  <c:v>107</c:v>
                </c:pt>
                <c:pt idx="7963">
                  <c:v>45</c:v>
                </c:pt>
                <c:pt idx="7964">
                  <c:v>42</c:v>
                </c:pt>
                <c:pt idx="7965">
                  <c:v>32.99</c:v>
                </c:pt>
                <c:pt idx="7966">
                  <c:v>46.5</c:v>
                </c:pt>
                <c:pt idx="7967">
                  <c:v>65</c:v>
                </c:pt>
                <c:pt idx="7968">
                  <c:v>31</c:v>
                </c:pt>
                <c:pt idx="7969">
                  <c:v>69</c:v>
                </c:pt>
                <c:pt idx="7970">
                  <c:v>51.77</c:v>
                </c:pt>
                <c:pt idx="7971">
                  <c:v>42</c:v>
                </c:pt>
                <c:pt idx="7972">
                  <c:v>46</c:v>
                </c:pt>
                <c:pt idx="7973">
                  <c:v>37.75</c:v>
                </c:pt>
                <c:pt idx="7974">
                  <c:v>64</c:v>
                </c:pt>
                <c:pt idx="7975">
                  <c:v>38</c:v>
                </c:pt>
                <c:pt idx="7976">
                  <c:v>110</c:v>
                </c:pt>
                <c:pt idx="7977">
                  <c:v>78</c:v>
                </c:pt>
                <c:pt idx="7978">
                  <c:v>80</c:v>
                </c:pt>
                <c:pt idx="7979">
                  <c:v>42</c:v>
                </c:pt>
                <c:pt idx="7980">
                  <c:v>48</c:v>
                </c:pt>
                <c:pt idx="7981">
                  <c:v>45</c:v>
                </c:pt>
                <c:pt idx="7982">
                  <c:v>25.12</c:v>
                </c:pt>
                <c:pt idx="7983">
                  <c:v>56.7</c:v>
                </c:pt>
                <c:pt idx="7984">
                  <c:v>95</c:v>
                </c:pt>
                <c:pt idx="7985">
                  <c:v>150</c:v>
                </c:pt>
                <c:pt idx="7986">
                  <c:v>185</c:v>
                </c:pt>
                <c:pt idx="7987">
                  <c:v>246</c:v>
                </c:pt>
                <c:pt idx="7988">
                  <c:v>49.11</c:v>
                </c:pt>
                <c:pt idx="7989">
                  <c:v>79</c:v>
                </c:pt>
                <c:pt idx="7990">
                  <c:v>48.02</c:v>
                </c:pt>
                <c:pt idx="7991">
                  <c:v>45</c:v>
                </c:pt>
                <c:pt idx="7992">
                  <c:v>38</c:v>
                </c:pt>
                <c:pt idx="7993">
                  <c:v>55.47</c:v>
                </c:pt>
                <c:pt idx="7994">
                  <c:v>80</c:v>
                </c:pt>
                <c:pt idx="7995">
                  <c:v>164</c:v>
                </c:pt>
                <c:pt idx="7996">
                  <c:v>46</c:v>
                </c:pt>
                <c:pt idx="7997">
                  <c:v>140</c:v>
                </c:pt>
                <c:pt idx="7998">
                  <c:v>120</c:v>
                </c:pt>
                <c:pt idx="7999">
                  <c:v>60</c:v>
                </c:pt>
                <c:pt idx="8000">
                  <c:v>73</c:v>
                </c:pt>
                <c:pt idx="8001">
                  <c:v>93</c:v>
                </c:pt>
                <c:pt idx="8002">
                  <c:v>62</c:v>
                </c:pt>
                <c:pt idx="8003">
                  <c:v>55</c:v>
                </c:pt>
                <c:pt idx="8004">
                  <c:v>75</c:v>
                </c:pt>
                <c:pt idx="8005">
                  <c:v>28</c:v>
                </c:pt>
                <c:pt idx="8006">
                  <c:v>87</c:v>
                </c:pt>
                <c:pt idx="8007">
                  <c:v>34.200000000000003</c:v>
                </c:pt>
                <c:pt idx="8008">
                  <c:v>250</c:v>
                </c:pt>
                <c:pt idx="8009">
                  <c:v>59.4</c:v>
                </c:pt>
                <c:pt idx="8010">
                  <c:v>70.5</c:v>
                </c:pt>
                <c:pt idx="8011">
                  <c:v>41</c:v>
                </c:pt>
                <c:pt idx="8012">
                  <c:v>69</c:v>
                </c:pt>
                <c:pt idx="8013">
                  <c:v>68</c:v>
                </c:pt>
                <c:pt idx="8014">
                  <c:v>97.8</c:v>
                </c:pt>
                <c:pt idx="8015">
                  <c:v>33.645000000000003</c:v>
                </c:pt>
                <c:pt idx="8016">
                  <c:v>101</c:v>
                </c:pt>
                <c:pt idx="8017">
                  <c:v>80</c:v>
                </c:pt>
                <c:pt idx="8018">
                  <c:v>72</c:v>
                </c:pt>
                <c:pt idx="8019">
                  <c:v>38.4</c:v>
                </c:pt>
                <c:pt idx="8020">
                  <c:v>80</c:v>
                </c:pt>
                <c:pt idx="8021">
                  <c:v>65</c:v>
                </c:pt>
                <c:pt idx="8022">
                  <c:v>65</c:v>
                </c:pt>
                <c:pt idx="8023">
                  <c:v>105</c:v>
                </c:pt>
                <c:pt idx="8024">
                  <c:v>20</c:v>
                </c:pt>
                <c:pt idx="8025">
                  <c:v>35</c:v>
                </c:pt>
                <c:pt idx="8026">
                  <c:v>46.8</c:v>
                </c:pt>
                <c:pt idx="8027">
                  <c:v>48</c:v>
                </c:pt>
                <c:pt idx="8028">
                  <c:v>32.49</c:v>
                </c:pt>
                <c:pt idx="8029">
                  <c:v>32.49</c:v>
                </c:pt>
                <c:pt idx="8030">
                  <c:v>85</c:v>
                </c:pt>
                <c:pt idx="8031">
                  <c:v>77.61</c:v>
                </c:pt>
                <c:pt idx="8032">
                  <c:v>85</c:v>
                </c:pt>
                <c:pt idx="8033">
                  <c:v>34.65</c:v>
                </c:pt>
                <c:pt idx="8034">
                  <c:v>120</c:v>
                </c:pt>
                <c:pt idx="8035">
                  <c:v>135</c:v>
                </c:pt>
                <c:pt idx="8036">
                  <c:v>35.840000000000003</c:v>
                </c:pt>
                <c:pt idx="8037">
                  <c:v>67</c:v>
                </c:pt>
                <c:pt idx="8038">
                  <c:v>45</c:v>
                </c:pt>
                <c:pt idx="8039">
                  <c:v>65</c:v>
                </c:pt>
                <c:pt idx="8040">
                  <c:v>250</c:v>
                </c:pt>
                <c:pt idx="8041">
                  <c:v>85</c:v>
                </c:pt>
                <c:pt idx="8042">
                  <c:v>259</c:v>
                </c:pt>
                <c:pt idx="8043">
                  <c:v>98</c:v>
                </c:pt>
                <c:pt idx="8044">
                  <c:v>94</c:v>
                </c:pt>
                <c:pt idx="8045">
                  <c:v>130</c:v>
                </c:pt>
                <c:pt idx="8046">
                  <c:v>75</c:v>
                </c:pt>
                <c:pt idx="8047">
                  <c:v>60</c:v>
                </c:pt>
                <c:pt idx="8048">
                  <c:v>50</c:v>
                </c:pt>
                <c:pt idx="8049">
                  <c:v>73</c:v>
                </c:pt>
                <c:pt idx="8050">
                  <c:v>52.2</c:v>
                </c:pt>
                <c:pt idx="8051">
                  <c:v>67</c:v>
                </c:pt>
                <c:pt idx="8052">
                  <c:v>21</c:v>
                </c:pt>
                <c:pt idx="8053">
                  <c:v>78</c:v>
                </c:pt>
                <c:pt idx="8054">
                  <c:v>29</c:v>
                </c:pt>
                <c:pt idx="8055">
                  <c:v>50</c:v>
                </c:pt>
                <c:pt idx="8056">
                  <c:v>58</c:v>
                </c:pt>
                <c:pt idx="8057">
                  <c:v>48.95</c:v>
                </c:pt>
                <c:pt idx="8058">
                  <c:v>34</c:v>
                </c:pt>
                <c:pt idx="8059">
                  <c:v>42</c:v>
                </c:pt>
                <c:pt idx="8060">
                  <c:v>105</c:v>
                </c:pt>
                <c:pt idx="8061">
                  <c:v>35.200000000000003</c:v>
                </c:pt>
                <c:pt idx="8062">
                  <c:v>69</c:v>
                </c:pt>
                <c:pt idx="8063">
                  <c:v>45</c:v>
                </c:pt>
                <c:pt idx="8064">
                  <c:v>200</c:v>
                </c:pt>
                <c:pt idx="8065">
                  <c:v>72</c:v>
                </c:pt>
                <c:pt idx="8066">
                  <c:v>80</c:v>
                </c:pt>
                <c:pt idx="8067">
                  <c:v>175</c:v>
                </c:pt>
                <c:pt idx="8068">
                  <c:v>95</c:v>
                </c:pt>
                <c:pt idx="8069">
                  <c:v>135</c:v>
                </c:pt>
                <c:pt idx="8070">
                  <c:v>290</c:v>
                </c:pt>
                <c:pt idx="8071">
                  <c:v>95</c:v>
                </c:pt>
                <c:pt idx="8072">
                  <c:v>46.55</c:v>
                </c:pt>
                <c:pt idx="8073">
                  <c:v>130</c:v>
                </c:pt>
                <c:pt idx="8074">
                  <c:v>55</c:v>
                </c:pt>
                <c:pt idx="8075">
                  <c:v>50</c:v>
                </c:pt>
                <c:pt idx="8076">
                  <c:v>45</c:v>
                </c:pt>
                <c:pt idx="8077">
                  <c:v>35</c:v>
                </c:pt>
                <c:pt idx="8078">
                  <c:v>50</c:v>
                </c:pt>
                <c:pt idx="8079">
                  <c:v>188</c:v>
                </c:pt>
                <c:pt idx="8080">
                  <c:v>48</c:v>
                </c:pt>
                <c:pt idx="8081">
                  <c:v>198</c:v>
                </c:pt>
                <c:pt idx="8082">
                  <c:v>80</c:v>
                </c:pt>
                <c:pt idx="8083">
                  <c:v>54</c:v>
                </c:pt>
                <c:pt idx="8084">
                  <c:v>110</c:v>
                </c:pt>
                <c:pt idx="8085">
                  <c:v>57.5</c:v>
                </c:pt>
                <c:pt idx="8086">
                  <c:v>70</c:v>
                </c:pt>
                <c:pt idx="8087">
                  <c:v>125</c:v>
                </c:pt>
                <c:pt idx="8088">
                  <c:v>55</c:v>
                </c:pt>
                <c:pt idx="8089">
                  <c:v>18.5</c:v>
                </c:pt>
                <c:pt idx="8090">
                  <c:v>177</c:v>
                </c:pt>
                <c:pt idx="8091">
                  <c:v>130</c:v>
                </c:pt>
                <c:pt idx="8092">
                  <c:v>93.5</c:v>
                </c:pt>
                <c:pt idx="8093">
                  <c:v>150</c:v>
                </c:pt>
                <c:pt idx="8094">
                  <c:v>105</c:v>
                </c:pt>
                <c:pt idx="8095">
                  <c:v>100</c:v>
                </c:pt>
                <c:pt idx="8096">
                  <c:v>95</c:v>
                </c:pt>
                <c:pt idx="8097">
                  <c:v>115</c:v>
                </c:pt>
                <c:pt idx="8098">
                  <c:v>22.34</c:v>
                </c:pt>
                <c:pt idx="8099">
                  <c:v>73</c:v>
                </c:pt>
                <c:pt idx="8100">
                  <c:v>53</c:v>
                </c:pt>
                <c:pt idx="8101">
                  <c:v>56</c:v>
                </c:pt>
                <c:pt idx="8102">
                  <c:v>27.68</c:v>
                </c:pt>
                <c:pt idx="8103">
                  <c:v>95</c:v>
                </c:pt>
                <c:pt idx="8104">
                  <c:v>88.6</c:v>
                </c:pt>
                <c:pt idx="8105">
                  <c:v>110</c:v>
                </c:pt>
                <c:pt idx="8106">
                  <c:v>180</c:v>
                </c:pt>
                <c:pt idx="8107">
                  <c:v>50</c:v>
                </c:pt>
                <c:pt idx="8108">
                  <c:v>50</c:v>
                </c:pt>
                <c:pt idx="8109">
                  <c:v>34</c:v>
                </c:pt>
                <c:pt idx="8110">
                  <c:v>32</c:v>
                </c:pt>
                <c:pt idx="8111">
                  <c:v>45.9</c:v>
                </c:pt>
                <c:pt idx="8112">
                  <c:v>86</c:v>
                </c:pt>
                <c:pt idx="8113">
                  <c:v>47</c:v>
                </c:pt>
                <c:pt idx="8114">
                  <c:v>105</c:v>
                </c:pt>
                <c:pt idx="8115">
                  <c:v>85</c:v>
                </c:pt>
                <c:pt idx="8116">
                  <c:v>36</c:v>
                </c:pt>
                <c:pt idx="8117">
                  <c:v>75</c:v>
                </c:pt>
                <c:pt idx="8118">
                  <c:v>77</c:v>
                </c:pt>
                <c:pt idx="8119">
                  <c:v>98</c:v>
                </c:pt>
                <c:pt idx="8120">
                  <c:v>55.25</c:v>
                </c:pt>
                <c:pt idx="8121">
                  <c:v>72</c:v>
                </c:pt>
                <c:pt idx="8122">
                  <c:v>75</c:v>
                </c:pt>
                <c:pt idx="8123">
                  <c:v>197</c:v>
                </c:pt>
                <c:pt idx="8124">
                  <c:v>95</c:v>
                </c:pt>
                <c:pt idx="8125">
                  <c:v>70.5</c:v>
                </c:pt>
                <c:pt idx="8126">
                  <c:v>112</c:v>
                </c:pt>
                <c:pt idx="8127">
                  <c:v>62</c:v>
                </c:pt>
                <c:pt idx="8128">
                  <c:v>130</c:v>
                </c:pt>
                <c:pt idx="8129">
                  <c:v>70</c:v>
                </c:pt>
                <c:pt idx="8130">
                  <c:v>58</c:v>
                </c:pt>
                <c:pt idx="8131">
                  <c:v>60</c:v>
                </c:pt>
                <c:pt idx="8132">
                  <c:v>190</c:v>
                </c:pt>
                <c:pt idx="8133">
                  <c:v>234</c:v>
                </c:pt>
                <c:pt idx="8134">
                  <c:v>97</c:v>
                </c:pt>
                <c:pt idx="8135">
                  <c:v>66</c:v>
                </c:pt>
                <c:pt idx="8136">
                  <c:v>44.95</c:v>
                </c:pt>
                <c:pt idx="8137">
                  <c:v>47</c:v>
                </c:pt>
                <c:pt idx="8138">
                  <c:v>33.840000000000003</c:v>
                </c:pt>
                <c:pt idx="8139">
                  <c:v>52</c:v>
                </c:pt>
                <c:pt idx="8140">
                  <c:v>57</c:v>
                </c:pt>
                <c:pt idx="8141">
                  <c:v>50</c:v>
                </c:pt>
                <c:pt idx="8142">
                  <c:v>110</c:v>
                </c:pt>
                <c:pt idx="8143">
                  <c:v>131</c:v>
                </c:pt>
                <c:pt idx="8144">
                  <c:v>65</c:v>
                </c:pt>
                <c:pt idx="8145">
                  <c:v>80</c:v>
                </c:pt>
                <c:pt idx="8146">
                  <c:v>70</c:v>
                </c:pt>
                <c:pt idx="8147">
                  <c:v>69.180000000000007</c:v>
                </c:pt>
                <c:pt idx="8148">
                  <c:v>38</c:v>
                </c:pt>
                <c:pt idx="8149">
                  <c:v>72</c:v>
                </c:pt>
                <c:pt idx="8150">
                  <c:v>113</c:v>
                </c:pt>
                <c:pt idx="8151">
                  <c:v>50</c:v>
                </c:pt>
                <c:pt idx="8152">
                  <c:v>36</c:v>
                </c:pt>
                <c:pt idx="8153">
                  <c:v>66</c:v>
                </c:pt>
                <c:pt idx="8154">
                  <c:v>70</c:v>
                </c:pt>
                <c:pt idx="8155">
                  <c:v>65</c:v>
                </c:pt>
                <c:pt idx="8156">
                  <c:v>58</c:v>
                </c:pt>
                <c:pt idx="8157">
                  <c:v>55.25</c:v>
                </c:pt>
                <c:pt idx="8158">
                  <c:v>45</c:v>
                </c:pt>
                <c:pt idx="8159">
                  <c:v>69</c:v>
                </c:pt>
                <c:pt idx="8160">
                  <c:v>52</c:v>
                </c:pt>
                <c:pt idx="8161">
                  <c:v>50</c:v>
                </c:pt>
                <c:pt idx="8162">
                  <c:v>80</c:v>
                </c:pt>
                <c:pt idx="8163">
                  <c:v>175</c:v>
                </c:pt>
                <c:pt idx="8164">
                  <c:v>90</c:v>
                </c:pt>
                <c:pt idx="8165">
                  <c:v>42.67</c:v>
                </c:pt>
                <c:pt idx="8166">
                  <c:v>275</c:v>
                </c:pt>
                <c:pt idx="8167">
                  <c:v>125</c:v>
                </c:pt>
                <c:pt idx="8168">
                  <c:v>44</c:v>
                </c:pt>
                <c:pt idx="8169">
                  <c:v>71</c:v>
                </c:pt>
                <c:pt idx="8170">
                  <c:v>48</c:v>
                </c:pt>
                <c:pt idx="8171">
                  <c:v>49</c:v>
                </c:pt>
                <c:pt idx="8172">
                  <c:v>75</c:v>
                </c:pt>
                <c:pt idx="8173">
                  <c:v>48</c:v>
                </c:pt>
                <c:pt idx="8174">
                  <c:v>34.22</c:v>
                </c:pt>
                <c:pt idx="8175">
                  <c:v>43.82</c:v>
                </c:pt>
                <c:pt idx="8176">
                  <c:v>55</c:v>
                </c:pt>
                <c:pt idx="8177">
                  <c:v>28</c:v>
                </c:pt>
                <c:pt idx="8178">
                  <c:v>45</c:v>
                </c:pt>
                <c:pt idx="8179">
                  <c:v>54.05</c:v>
                </c:pt>
                <c:pt idx="8180">
                  <c:v>50</c:v>
                </c:pt>
                <c:pt idx="8181">
                  <c:v>25</c:v>
                </c:pt>
                <c:pt idx="8182">
                  <c:v>75</c:v>
                </c:pt>
                <c:pt idx="8183">
                  <c:v>90</c:v>
                </c:pt>
                <c:pt idx="8184">
                  <c:v>99</c:v>
                </c:pt>
                <c:pt idx="8185">
                  <c:v>43.66</c:v>
                </c:pt>
                <c:pt idx="8186">
                  <c:v>130</c:v>
                </c:pt>
                <c:pt idx="8187">
                  <c:v>28</c:v>
                </c:pt>
                <c:pt idx="8188">
                  <c:v>69.23</c:v>
                </c:pt>
                <c:pt idx="8189">
                  <c:v>68</c:v>
                </c:pt>
                <c:pt idx="8190">
                  <c:v>28.93</c:v>
                </c:pt>
                <c:pt idx="8191">
                  <c:v>64</c:v>
                </c:pt>
                <c:pt idx="8192">
                  <c:v>48</c:v>
                </c:pt>
                <c:pt idx="8193">
                  <c:v>38</c:v>
                </c:pt>
                <c:pt idx="8194">
                  <c:v>72</c:v>
                </c:pt>
                <c:pt idx="8195">
                  <c:v>252</c:v>
                </c:pt>
                <c:pt idx="8196">
                  <c:v>41.94</c:v>
                </c:pt>
                <c:pt idx="8197">
                  <c:v>85.2</c:v>
                </c:pt>
                <c:pt idx="8198">
                  <c:v>70</c:v>
                </c:pt>
                <c:pt idx="8199">
                  <c:v>40</c:v>
                </c:pt>
                <c:pt idx="8200">
                  <c:v>70</c:v>
                </c:pt>
                <c:pt idx="8201">
                  <c:v>40.770000000000003</c:v>
                </c:pt>
                <c:pt idx="8202">
                  <c:v>118</c:v>
                </c:pt>
                <c:pt idx="8203">
                  <c:v>95</c:v>
                </c:pt>
                <c:pt idx="8204">
                  <c:v>70</c:v>
                </c:pt>
                <c:pt idx="8205">
                  <c:v>125</c:v>
                </c:pt>
                <c:pt idx="8206">
                  <c:v>46.7</c:v>
                </c:pt>
                <c:pt idx="8207">
                  <c:v>115</c:v>
                </c:pt>
                <c:pt idx="8208">
                  <c:v>205</c:v>
                </c:pt>
                <c:pt idx="8209">
                  <c:v>110</c:v>
                </c:pt>
                <c:pt idx="8210">
                  <c:v>40</c:v>
                </c:pt>
                <c:pt idx="8211">
                  <c:v>68</c:v>
                </c:pt>
                <c:pt idx="8212">
                  <c:v>145</c:v>
                </c:pt>
                <c:pt idx="8213">
                  <c:v>85</c:v>
                </c:pt>
                <c:pt idx="8214">
                  <c:v>100</c:v>
                </c:pt>
                <c:pt idx="8215">
                  <c:v>53</c:v>
                </c:pt>
                <c:pt idx="8216">
                  <c:v>50</c:v>
                </c:pt>
                <c:pt idx="8217">
                  <c:v>97</c:v>
                </c:pt>
                <c:pt idx="8218">
                  <c:v>60</c:v>
                </c:pt>
                <c:pt idx="8219">
                  <c:v>65</c:v>
                </c:pt>
                <c:pt idx="8220">
                  <c:v>57</c:v>
                </c:pt>
                <c:pt idx="8221">
                  <c:v>50</c:v>
                </c:pt>
                <c:pt idx="8222">
                  <c:v>52.97</c:v>
                </c:pt>
                <c:pt idx="8223">
                  <c:v>103</c:v>
                </c:pt>
                <c:pt idx="8224">
                  <c:v>55</c:v>
                </c:pt>
                <c:pt idx="8225">
                  <c:v>116</c:v>
                </c:pt>
                <c:pt idx="8226">
                  <c:v>220</c:v>
                </c:pt>
                <c:pt idx="8227">
                  <c:v>93.01</c:v>
                </c:pt>
                <c:pt idx="8228">
                  <c:v>111</c:v>
                </c:pt>
                <c:pt idx="8229">
                  <c:v>95</c:v>
                </c:pt>
                <c:pt idx="8230">
                  <c:v>102</c:v>
                </c:pt>
                <c:pt idx="8231">
                  <c:v>48.51</c:v>
                </c:pt>
                <c:pt idx="8232">
                  <c:v>95</c:v>
                </c:pt>
                <c:pt idx="8233">
                  <c:v>65</c:v>
                </c:pt>
                <c:pt idx="8234">
                  <c:v>27.5</c:v>
                </c:pt>
                <c:pt idx="8235">
                  <c:v>83.87</c:v>
                </c:pt>
                <c:pt idx="8236">
                  <c:v>62</c:v>
                </c:pt>
                <c:pt idx="8237">
                  <c:v>41.13</c:v>
                </c:pt>
                <c:pt idx="8238">
                  <c:v>139</c:v>
                </c:pt>
                <c:pt idx="8239">
                  <c:v>145</c:v>
                </c:pt>
                <c:pt idx="8240">
                  <c:v>150</c:v>
                </c:pt>
                <c:pt idx="8241">
                  <c:v>75</c:v>
                </c:pt>
                <c:pt idx="8242">
                  <c:v>59</c:v>
                </c:pt>
                <c:pt idx="8243">
                  <c:v>49.86</c:v>
                </c:pt>
                <c:pt idx="8244">
                  <c:v>133</c:v>
                </c:pt>
                <c:pt idx="8245">
                  <c:v>299</c:v>
                </c:pt>
                <c:pt idx="8246">
                  <c:v>56</c:v>
                </c:pt>
                <c:pt idx="8247">
                  <c:v>100</c:v>
                </c:pt>
                <c:pt idx="8248">
                  <c:v>67</c:v>
                </c:pt>
                <c:pt idx="8249">
                  <c:v>78</c:v>
                </c:pt>
                <c:pt idx="8250">
                  <c:v>55.55</c:v>
                </c:pt>
                <c:pt idx="8251">
                  <c:v>41.68</c:v>
                </c:pt>
                <c:pt idx="8252">
                  <c:v>57.6</c:v>
                </c:pt>
                <c:pt idx="8253">
                  <c:v>120</c:v>
                </c:pt>
                <c:pt idx="8254">
                  <c:v>56.45</c:v>
                </c:pt>
                <c:pt idx="8255">
                  <c:v>165</c:v>
                </c:pt>
                <c:pt idx="8256">
                  <c:v>71</c:v>
                </c:pt>
                <c:pt idx="8257">
                  <c:v>89</c:v>
                </c:pt>
                <c:pt idx="8258">
                  <c:v>100</c:v>
                </c:pt>
                <c:pt idx="8259">
                  <c:v>60</c:v>
                </c:pt>
                <c:pt idx="8260">
                  <c:v>62</c:v>
                </c:pt>
                <c:pt idx="8261">
                  <c:v>66.33</c:v>
                </c:pt>
                <c:pt idx="8262">
                  <c:v>76</c:v>
                </c:pt>
                <c:pt idx="8263">
                  <c:v>76</c:v>
                </c:pt>
                <c:pt idx="8264">
                  <c:v>59.9</c:v>
                </c:pt>
                <c:pt idx="8265">
                  <c:v>65.45</c:v>
                </c:pt>
                <c:pt idx="8266">
                  <c:v>55</c:v>
                </c:pt>
                <c:pt idx="8267">
                  <c:v>90</c:v>
                </c:pt>
                <c:pt idx="8268">
                  <c:v>53</c:v>
                </c:pt>
                <c:pt idx="8269">
                  <c:v>90</c:v>
                </c:pt>
                <c:pt idx="8270">
                  <c:v>65</c:v>
                </c:pt>
                <c:pt idx="8271">
                  <c:v>240</c:v>
                </c:pt>
                <c:pt idx="8272">
                  <c:v>65</c:v>
                </c:pt>
                <c:pt idx="8273">
                  <c:v>77.44</c:v>
                </c:pt>
                <c:pt idx="8274">
                  <c:v>49.5</c:v>
                </c:pt>
                <c:pt idx="8275">
                  <c:v>140</c:v>
                </c:pt>
                <c:pt idx="8276">
                  <c:v>95</c:v>
                </c:pt>
                <c:pt idx="8277">
                  <c:v>70.180000000000007</c:v>
                </c:pt>
                <c:pt idx="8278">
                  <c:v>40</c:v>
                </c:pt>
                <c:pt idx="8279">
                  <c:v>85</c:v>
                </c:pt>
                <c:pt idx="8280">
                  <c:v>75</c:v>
                </c:pt>
                <c:pt idx="8281">
                  <c:v>40</c:v>
                </c:pt>
                <c:pt idx="8282">
                  <c:v>66</c:v>
                </c:pt>
                <c:pt idx="8283">
                  <c:v>120</c:v>
                </c:pt>
                <c:pt idx="8284">
                  <c:v>130</c:v>
                </c:pt>
                <c:pt idx="8285">
                  <c:v>92</c:v>
                </c:pt>
                <c:pt idx="8286">
                  <c:v>105</c:v>
                </c:pt>
                <c:pt idx="8287">
                  <c:v>40</c:v>
                </c:pt>
                <c:pt idx="8288">
                  <c:v>55</c:v>
                </c:pt>
                <c:pt idx="8289">
                  <c:v>45</c:v>
                </c:pt>
                <c:pt idx="8290">
                  <c:v>67</c:v>
                </c:pt>
                <c:pt idx="8291">
                  <c:v>95</c:v>
                </c:pt>
                <c:pt idx="8292">
                  <c:v>55</c:v>
                </c:pt>
                <c:pt idx="8293">
                  <c:v>60</c:v>
                </c:pt>
                <c:pt idx="8294">
                  <c:v>29.47</c:v>
                </c:pt>
                <c:pt idx="8295">
                  <c:v>65</c:v>
                </c:pt>
                <c:pt idx="8296">
                  <c:v>26.01</c:v>
                </c:pt>
                <c:pt idx="8297">
                  <c:v>56</c:v>
                </c:pt>
                <c:pt idx="8298">
                  <c:v>33</c:v>
                </c:pt>
                <c:pt idx="8299">
                  <c:v>91</c:v>
                </c:pt>
                <c:pt idx="8300">
                  <c:v>55</c:v>
                </c:pt>
                <c:pt idx="8301">
                  <c:v>55</c:v>
                </c:pt>
                <c:pt idx="8302">
                  <c:v>60.8</c:v>
                </c:pt>
                <c:pt idx="8303">
                  <c:v>44</c:v>
                </c:pt>
                <c:pt idx="8304">
                  <c:v>28</c:v>
                </c:pt>
                <c:pt idx="8305">
                  <c:v>46.45</c:v>
                </c:pt>
                <c:pt idx="8306">
                  <c:v>275</c:v>
                </c:pt>
                <c:pt idx="8307">
                  <c:v>46</c:v>
                </c:pt>
                <c:pt idx="8308">
                  <c:v>100</c:v>
                </c:pt>
                <c:pt idx="8309">
                  <c:v>72</c:v>
                </c:pt>
                <c:pt idx="8310">
                  <c:v>56</c:v>
                </c:pt>
                <c:pt idx="8311">
                  <c:v>30.75</c:v>
                </c:pt>
                <c:pt idx="8312">
                  <c:v>66.88</c:v>
                </c:pt>
                <c:pt idx="8313">
                  <c:v>59</c:v>
                </c:pt>
                <c:pt idx="8314">
                  <c:v>44.8</c:v>
                </c:pt>
                <c:pt idx="8315">
                  <c:v>44</c:v>
                </c:pt>
                <c:pt idx="8316">
                  <c:v>57.15</c:v>
                </c:pt>
                <c:pt idx="8317">
                  <c:v>39</c:v>
                </c:pt>
                <c:pt idx="8318">
                  <c:v>48.6</c:v>
                </c:pt>
                <c:pt idx="8319">
                  <c:v>20</c:v>
                </c:pt>
                <c:pt idx="8320">
                  <c:v>77</c:v>
                </c:pt>
                <c:pt idx="8321">
                  <c:v>33.51</c:v>
                </c:pt>
                <c:pt idx="8322">
                  <c:v>139</c:v>
                </c:pt>
                <c:pt idx="8323">
                  <c:v>100</c:v>
                </c:pt>
                <c:pt idx="8324">
                  <c:v>52</c:v>
                </c:pt>
                <c:pt idx="8325">
                  <c:v>129</c:v>
                </c:pt>
                <c:pt idx="8326">
                  <c:v>32</c:v>
                </c:pt>
                <c:pt idx="8327">
                  <c:v>124</c:v>
                </c:pt>
                <c:pt idx="8328">
                  <c:v>77.25</c:v>
                </c:pt>
                <c:pt idx="8329">
                  <c:v>84</c:v>
                </c:pt>
                <c:pt idx="8330">
                  <c:v>56</c:v>
                </c:pt>
                <c:pt idx="8331">
                  <c:v>85</c:v>
                </c:pt>
                <c:pt idx="8332">
                  <c:v>49.5</c:v>
                </c:pt>
                <c:pt idx="8333">
                  <c:v>64.62</c:v>
                </c:pt>
                <c:pt idx="8334">
                  <c:v>132</c:v>
                </c:pt>
                <c:pt idx="8335">
                  <c:v>35</c:v>
                </c:pt>
                <c:pt idx="8336">
                  <c:v>70</c:v>
                </c:pt>
                <c:pt idx="8337">
                  <c:v>114</c:v>
                </c:pt>
                <c:pt idx="8338">
                  <c:v>154</c:v>
                </c:pt>
                <c:pt idx="8339">
                  <c:v>125</c:v>
                </c:pt>
                <c:pt idx="8340">
                  <c:v>79.5</c:v>
                </c:pt>
                <c:pt idx="8341">
                  <c:v>89</c:v>
                </c:pt>
                <c:pt idx="8342">
                  <c:v>46</c:v>
                </c:pt>
                <c:pt idx="8343">
                  <c:v>40.5</c:v>
                </c:pt>
                <c:pt idx="8344">
                  <c:v>72</c:v>
                </c:pt>
                <c:pt idx="8345">
                  <c:v>80</c:v>
                </c:pt>
                <c:pt idx="8346">
                  <c:v>28.5</c:v>
                </c:pt>
                <c:pt idx="8347">
                  <c:v>69.569999999999993</c:v>
                </c:pt>
                <c:pt idx="8348">
                  <c:v>65</c:v>
                </c:pt>
                <c:pt idx="8349">
                  <c:v>36</c:v>
                </c:pt>
                <c:pt idx="8350">
                  <c:v>75</c:v>
                </c:pt>
                <c:pt idx="8351">
                  <c:v>56</c:v>
                </c:pt>
                <c:pt idx="8352">
                  <c:v>66</c:v>
                </c:pt>
                <c:pt idx="8353">
                  <c:v>73</c:v>
                </c:pt>
                <c:pt idx="8354">
                  <c:v>46</c:v>
                </c:pt>
                <c:pt idx="8355">
                  <c:v>115</c:v>
                </c:pt>
                <c:pt idx="8356">
                  <c:v>55</c:v>
                </c:pt>
                <c:pt idx="8357">
                  <c:v>105</c:v>
                </c:pt>
                <c:pt idx="8358">
                  <c:v>45</c:v>
                </c:pt>
                <c:pt idx="8359">
                  <c:v>100</c:v>
                </c:pt>
                <c:pt idx="8360">
                  <c:v>35.25</c:v>
                </c:pt>
                <c:pt idx="8361">
                  <c:v>35</c:v>
                </c:pt>
                <c:pt idx="8362">
                  <c:v>39</c:v>
                </c:pt>
                <c:pt idx="8363">
                  <c:v>89.5</c:v>
                </c:pt>
                <c:pt idx="8364">
                  <c:v>85</c:v>
                </c:pt>
                <c:pt idx="8365">
                  <c:v>150</c:v>
                </c:pt>
                <c:pt idx="8366">
                  <c:v>32.6</c:v>
                </c:pt>
                <c:pt idx="8367">
                  <c:v>97</c:v>
                </c:pt>
                <c:pt idx="8368">
                  <c:v>165</c:v>
                </c:pt>
                <c:pt idx="8369">
                  <c:v>46</c:v>
                </c:pt>
                <c:pt idx="8370">
                  <c:v>51.5</c:v>
                </c:pt>
                <c:pt idx="8371">
                  <c:v>69</c:v>
                </c:pt>
                <c:pt idx="8372">
                  <c:v>58</c:v>
                </c:pt>
                <c:pt idx="8373">
                  <c:v>60.55</c:v>
                </c:pt>
                <c:pt idx="8374">
                  <c:v>38</c:v>
                </c:pt>
                <c:pt idx="8375">
                  <c:v>76</c:v>
                </c:pt>
                <c:pt idx="8376">
                  <c:v>91.48</c:v>
                </c:pt>
                <c:pt idx="8377">
                  <c:v>85</c:v>
                </c:pt>
                <c:pt idx="8378">
                  <c:v>25</c:v>
                </c:pt>
                <c:pt idx="8379">
                  <c:v>115</c:v>
                </c:pt>
                <c:pt idx="8380">
                  <c:v>66</c:v>
                </c:pt>
                <c:pt idx="8381">
                  <c:v>60</c:v>
                </c:pt>
                <c:pt idx="8382">
                  <c:v>44</c:v>
                </c:pt>
                <c:pt idx="8383">
                  <c:v>77.930000000000007</c:v>
                </c:pt>
                <c:pt idx="8384">
                  <c:v>100</c:v>
                </c:pt>
                <c:pt idx="8385">
                  <c:v>68</c:v>
                </c:pt>
                <c:pt idx="8386">
                  <c:v>80.040000000000006</c:v>
                </c:pt>
                <c:pt idx="8387">
                  <c:v>56</c:v>
                </c:pt>
                <c:pt idx="8388">
                  <c:v>79</c:v>
                </c:pt>
                <c:pt idx="8389">
                  <c:v>85</c:v>
                </c:pt>
                <c:pt idx="8390">
                  <c:v>27</c:v>
                </c:pt>
                <c:pt idx="8391">
                  <c:v>98</c:v>
                </c:pt>
                <c:pt idx="8392">
                  <c:v>99.39</c:v>
                </c:pt>
                <c:pt idx="8393">
                  <c:v>135</c:v>
                </c:pt>
                <c:pt idx="8394">
                  <c:v>64.08</c:v>
                </c:pt>
                <c:pt idx="8395">
                  <c:v>25</c:v>
                </c:pt>
                <c:pt idx="8396">
                  <c:v>135</c:v>
                </c:pt>
                <c:pt idx="8397">
                  <c:v>52.5</c:v>
                </c:pt>
                <c:pt idx="8398">
                  <c:v>50</c:v>
                </c:pt>
                <c:pt idx="8399">
                  <c:v>58</c:v>
                </c:pt>
                <c:pt idx="8400">
                  <c:v>39</c:v>
                </c:pt>
                <c:pt idx="8401">
                  <c:v>37</c:v>
                </c:pt>
                <c:pt idx="8402">
                  <c:v>59</c:v>
                </c:pt>
                <c:pt idx="8403">
                  <c:v>135</c:v>
                </c:pt>
                <c:pt idx="8404">
                  <c:v>45</c:v>
                </c:pt>
                <c:pt idx="8405">
                  <c:v>68</c:v>
                </c:pt>
                <c:pt idx="8406">
                  <c:v>46</c:v>
                </c:pt>
                <c:pt idx="8407">
                  <c:v>85</c:v>
                </c:pt>
                <c:pt idx="8408">
                  <c:v>130</c:v>
                </c:pt>
                <c:pt idx="8409">
                  <c:v>112</c:v>
                </c:pt>
                <c:pt idx="8410">
                  <c:v>90</c:v>
                </c:pt>
                <c:pt idx="8411">
                  <c:v>72</c:v>
                </c:pt>
                <c:pt idx="8412">
                  <c:v>51</c:v>
                </c:pt>
                <c:pt idx="8413">
                  <c:v>60.48</c:v>
                </c:pt>
                <c:pt idx="8414">
                  <c:v>28.18</c:v>
                </c:pt>
                <c:pt idx="8415">
                  <c:v>175</c:v>
                </c:pt>
                <c:pt idx="8416">
                  <c:v>52</c:v>
                </c:pt>
                <c:pt idx="8417">
                  <c:v>46</c:v>
                </c:pt>
                <c:pt idx="8418">
                  <c:v>36.1</c:v>
                </c:pt>
                <c:pt idx="8419">
                  <c:v>60</c:v>
                </c:pt>
                <c:pt idx="8420">
                  <c:v>59</c:v>
                </c:pt>
                <c:pt idx="8421">
                  <c:v>58</c:v>
                </c:pt>
                <c:pt idx="8422">
                  <c:v>118</c:v>
                </c:pt>
                <c:pt idx="8423">
                  <c:v>37</c:v>
                </c:pt>
                <c:pt idx="8424">
                  <c:v>77.989999999999995</c:v>
                </c:pt>
                <c:pt idx="8425">
                  <c:v>250</c:v>
                </c:pt>
                <c:pt idx="8426">
                  <c:v>85</c:v>
                </c:pt>
                <c:pt idx="8427">
                  <c:v>68</c:v>
                </c:pt>
                <c:pt idx="8428">
                  <c:v>53</c:v>
                </c:pt>
                <c:pt idx="8429">
                  <c:v>19.899999999999999</c:v>
                </c:pt>
                <c:pt idx="8430">
                  <c:v>70</c:v>
                </c:pt>
                <c:pt idx="8431">
                  <c:v>115</c:v>
                </c:pt>
                <c:pt idx="8432">
                  <c:v>40.450000000000003</c:v>
                </c:pt>
                <c:pt idx="8433">
                  <c:v>48.75</c:v>
                </c:pt>
                <c:pt idx="8434">
                  <c:v>30.76</c:v>
                </c:pt>
                <c:pt idx="8435">
                  <c:v>90</c:v>
                </c:pt>
                <c:pt idx="8436">
                  <c:v>50</c:v>
                </c:pt>
                <c:pt idx="8437">
                  <c:v>110</c:v>
                </c:pt>
                <c:pt idx="8438">
                  <c:v>47</c:v>
                </c:pt>
                <c:pt idx="8439">
                  <c:v>33.43</c:v>
                </c:pt>
                <c:pt idx="8440">
                  <c:v>52</c:v>
                </c:pt>
                <c:pt idx="8441">
                  <c:v>75</c:v>
                </c:pt>
                <c:pt idx="8442">
                  <c:v>35</c:v>
                </c:pt>
                <c:pt idx="8443">
                  <c:v>44</c:v>
                </c:pt>
                <c:pt idx="8444">
                  <c:v>71</c:v>
                </c:pt>
                <c:pt idx="8445">
                  <c:v>53.5</c:v>
                </c:pt>
                <c:pt idx="8446">
                  <c:v>62</c:v>
                </c:pt>
                <c:pt idx="8447">
                  <c:v>40.21</c:v>
                </c:pt>
                <c:pt idx="8448">
                  <c:v>120</c:v>
                </c:pt>
                <c:pt idx="8449">
                  <c:v>120</c:v>
                </c:pt>
                <c:pt idx="8450">
                  <c:v>58</c:v>
                </c:pt>
                <c:pt idx="8451">
                  <c:v>81</c:v>
                </c:pt>
                <c:pt idx="8452">
                  <c:v>45</c:v>
                </c:pt>
                <c:pt idx="8453">
                  <c:v>55.6</c:v>
                </c:pt>
                <c:pt idx="8454">
                  <c:v>95</c:v>
                </c:pt>
                <c:pt idx="8455">
                  <c:v>85</c:v>
                </c:pt>
                <c:pt idx="8456">
                  <c:v>40</c:v>
                </c:pt>
                <c:pt idx="8457">
                  <c:v>33.700000000000003</c:v>
                </c:pt>
                <c:pt idx="8458">
                  <c:v>60</c:v>
                </c:pt>
                <c:pt idx="8459">
                  <c:v>185</c:v>
                </c:pt>
                <c:pt idx="8460">
                  <c:v>142</c:v>
                </c:pt>
                <c:pt idx="8461">
                  <c:v>92.69</c:v>
                </c:pt>
                <c:pt idx="8462">
                  <c:v>125</c:v>
                </c:pt>
                <c:pt idx="8463">
                  <c:v>95</c:v>
                </c:pt>
                <c:pt idx="8464">
                  <c:v>77</c:v>
                </c:pt>
                <c:pt idx="8465">
                  <c:v>120</c:v>
                </c:pt>
                <c:pt idx="8466">
                  <c:v>80</c:v>
                </c:pt>
                <c:pt idx="8467">
                  <c:v>31.1</c:v>
                </c:pt>
                <c:pt idx="8468">
                  <c:v>78</c:v>
                </c:pt>
                <c:pt idx="8469">
                  <c:v>96</c:v>
                </c:pt>
                <c:pt idx="8470">
                  <c:v>65</c:v>
                </c:pt>
                <c:pt idx="8471">
                  <c:v>220</c:v>
                </c:pt>
                <c:pt idx="8472">
                  <c:v>48.66</c:v>
                </c:pt>
                <c:pt idx="8473">
                  <c:v>58</c:v>
                </c:pt>
                <c:pt idx="8474">
                  <c:v>185</c:v>
                </c:pt>
                <c:pt idx="8475">
                  <c:v>81</c:v>
                </c:pt>
                <c:pt idx="8476">
                  <c:v>70.989999999999995</c:v>
                </c:pt>
                <c:pt idx="8477">
                  <c:v>45.51</c:v>
                </c:pt>
                <c:pt idx="8478">
                  <c:v>75</c:v>
                </c:pt>
                <c:pt idx="8479">
                  <c:v>89</c:v>
                </c:pt>
                <c:pt idx="8480">
                  <c:v>55.78</c:v>
                </c:pt>
                <c:pt idx="8481">
                  <c:v>59</c:v>
                </c:pt>
                <c:pt idx="8482">
                  <c:v>70</c:v>
                </c:pt>
                <c:pt idx="8483">
                  <c:v>108</c:v>
                </c:pt>
                <c:pt idx="8484">
                  <c:v>38</c:v>
                </c:pt>
                <c:pt idx="8485">
                  <c:v>29.61</c:v>
                </c:pt>
                <c:pt idx="8486">
                  <c:v>67.48</c:v>
                </c:pt>
                <c:pt idx="8487">
                  <c:v>34.770000000000003</c:v>
                </c:pt>
                <c:pt idx="8488">
                  <c:v>45</c:v>
                </c:pt>
                <c:pt idx="8489">
                  <c:v>65</c:v>
                </c:pt>
                <c:pt idx="8490">
                  <c:v>52</c:v>
                </c:pt>
                <c:pt idx="8491">
                  <c:v>60</c:v>
                </c:pt>
                <c:pt idx="8492">
                  <c:v>230</c:v>
                </c:pt>
                <c:pt idx="8493">
                  <c:v>122</c:v>
                </c:pt>
                <c:pt idx="8494">
                  <c:v>70</c:v>
                </c:pt>
                <c:pt idx="8495">
                  <c:v>70</c:v>
                </c:pt>
                <c:pt idx="8496">
                  <c:v>27.565000000000001</c:v>
                </c:pt>
                <c:pt idx="8497">
                  <c:v>70</c:v>
                </c:pt>
                <c:pt idx="8498">
                  <c:v>57</c:v>
                </c:pt>
                <c:pt idx="8499">
                  <c:v>48</c:v>
                </c:pt>
                <c:pt idx="8500">
                  <c:v>150</c:v>
                </c:pt>
                <c:pt idx="8501">
                  <c:v>103</c:v>
                </c:pt>
                <c:pt idx="8502">
                  <c:v>47.42</c:v>
                </c:pt>
                <c:pt idx="8503">
                  <c:v>69</c:v>
                </c:pt>
                <c:pt idx="8504">
                  <c:v>230</c:v>
                </c:pt>
                <c:pt idx="8505">
                  <c:v>39.979999999999997</c:v>
                </c:pt>
                <c:pt idx="8506">
                  <c:v>92</c:v>
                </c:pt>
                <c:pt idx="8507">
                  <c:v>76</c:v>
                </c:pt>
                <c:pt idx="8508">
                  <c:v>225</c:v>
                </c:pt>
                <c:pt idx="8509">
                  <c:v>120</c:v>
                </c:pt>
                <c:pt idx="8510">
                  <c:v>55</c:v>
                </c:pt>
                <c:pt idx="8511">
                  <c:v>51</c:v>
                </c:pt>
                <c:pt idx="8512">
                  <c:v>25.4</c:v>
                </c:pt>
                <c:pt idx="8513">
                  <c:v>115</c:v>
                </c:pt>
                <c:pt idx="8514">
                  <c:v>72</c:v>
                </c:pt>
                <c:pt idx="8515">
                  <c:v>40</c:v>
                </c:pt>
                <c:pt idx="8516">
                  <c:v>30.35</c:v>
                </c:pt>
                <c:pt idx="8517">
                  <c:v>68</c:v>
                </c:pt>
                <c:pt idx="8518">
                  <c:v>105</c:v>
                </c:pt>
                <c:pt idx="8519">
                  <c:v>182</c:v>
                </c:pt>
                <c:pt idx="8520">
                  <c:v>31.9</c:v>
                </c:pt>
                <c:pt idx="8521">
                  <c:v>67</c:v>
                </c:pt>
                <c:pt idx="8522">
                  <c:v>145</c:v>
                </c:pt>
                <c:pt idx="8523">
                  <c:v>109</c:v>
                </c:pt>
                <c:pt idx="8524">
                  <c:v>32</c:v>
                </c:pt>
                <c:pt idx="8525">
                  <c:v>58</c:v>
                </c:pt>
                <c:pt idx="8526">
                  <c:v>75</c:v>
                </c:pt>
                <c:pt idx="8527">
                  <c:v>50</c:v>
                </c:pt>
                <c:pt idx="8528">
                  <c:v>25.99</c:v>
                </c:pt>
                <c:pt idx="8529">
                  <c:v>42</c:v>
                </c:pt>
                <c:pt idx="8530">
                  <c:v>48.1</c:v>
                </c:pt>
                <c:pt idx="8531">
                  <c:v>62</c:v>
                </c:pt>
                <c:pt idx="8532">
                  <c:v>63</c:v>
                </c:pt>
                <c:pt idx="8533">
                  <c:v>24.9</c:v>
                </c:pt>
                <c:pt idx="8534">
                  <c:v>30.13</c:v>
                </c:pt>
                <c:pt idx="8535">
                  <c:v>115</c:v>
                </c:pt>
                <c:pt idx="8536">
                  <c:v>112</c:v>
                </c:pt>
                <c:pt idx="8537">
                  <c:v>45</c:v>
                </c:pt>
                <c:pt idx="8538">
                  <c:v>80</c:v>
                </c:pt>
                <c:pt idx="8539">
                  <c:v>65</c:v>
                </c:pt>
                <c:pt idx="8540">
                  <c:v>93.25</c:v>
                </c:pt>
                <c:pt idx="8541">
                  <c:v>145</c:v>
                </c:pt>
                <c:pt idx="8542">
                  <c:v>138</c:v>
                </c:pt>
                <c:pt idx="8543">
                  <c:v>45</c:v>
                </c:pt>
                <c:pt idx="8544">
                  <c:v>69.84</c:v>
                </c:pt>
                <c:pt idx="8545">
                  <c:v>69</c:v>
                </c:pt>
                <c:pt idx="8546">
                  <c:v>65</c:v>
                </c:pt>
                <c:pt idx="8547">
                  <c:v>35</c:v>
                </c:pt>
                <c:pt idx="8548">
                  <c:v>33.51</c:v>
                </c:pt>
                <c:pt idx="8549">
                  <c:v>61.95</c:v>
                </c:pt>
                <c:pt idx="8550">
                  <c:v>85</c:v>
                </c:pt>
                <c:pt idx="8551">
                  <c:v>41</c:v>
                </c:pt>
                <c:pt idx="8552">
                  <c:v>182</c:v>
                </c:pt>
                <c:pt idx="8553">
                  <c:v>58</c:v>
                </c:pt>
                <c:pt idx="8554">
                  <c:v>145</c:v>
                </c:pt>
                <c:pt idx="8555">
                  <c:v>135</c:v>
                </c:pt>
                <c:pt idx="8556">
                  <c:v>65</c:v>
                </c:pt>
                <c:pt idx="8557">
                  <c:v>25</c:v>
                </c:pt>
                <c:pt idx="8558">
                  <c:v>60</c:v>
                </c:pt>
                <c:pt idx="8559">
                  <c:v>71.73</c:v>
                </c:pt>
                <c:pt idx="8560">
                  <c:v>40</c:v>
                </c:pt>
                <c:pt idx="8561">
                  <c:v>27.6</c:v>
                </c:pt>
                <c:pt idx="8562">
                  <c:v>56.7</c:v>
                </c:pt>
                <c:pt idx="8563">
                  <c:v>65</c:v>
                </c:pt>
                <c:pt idx="8564">
                  <c:v>38.950000000000003</c:v>
                </c:pt>
                <c:pt idx="8565">
                  <c:v>29.5</c:v>
                </c:pt>
                <c:pt idx="8566">
                  <c:v>40.450000000000003</c:v>
                </c:pt>
                <c:pt idx="8567">
                  <c:v>145</c:v>
                </c:pt>
                <c:pt idx="8568">
                  <c:v>16.5</c:v>
                </c:pt>
                <c:pt idx="8569">
                  <c:v>18</c:v>
                </c:pt>
                <c:pt idx="8570">
                  <c:v>120</c:v>
                </c:pt>
                <c:pt idx="8571">
                  <c:v>55.43</c:v>
                </c:pt>
                <c:pt idx="8572">
                  <c:v>67.55</c:v>
                </c:pt>
                <c:pt idx="8573">
                  <c:v>189</c:v>
                </c:pt>
                <c:pt idx="8574">
                  <c:v>63</c:v>
                </c:pt>
                <c:pt idx="8575">
                  <c:v>129</c:v>
                </c:pt>
                <c:pt idx="8576">
                  <c:v>73.87</c:v>
                </c:pt>
                <c:pt idx="8577">
                  <c:v>64.08</c:v>
                </c:pt>
                <c:pt idx="8578">
                  <c:v>73</c:v>
                </c:pt>
                <c:pt idx="8579">
                  <c:v>42</c:v>
                </c:pt>
                <c:pt idx="8580">
                  <c:v>53.11</c:v>
                </c:pt>
                <c:pt idx="8581">
                  <c:v>62</c:v>
                </c:pt>
                <c:pt idx="8582">
                  <c:v>45</c:v>
                </c:pt>
                <c:pt idx="8583">
                  <c:v>75</c:v>
                </c:pt>
                <c:pt idx="8584">
                  <c:v>76</c:v>
                </c:pt>
                <c:pt idx="8585">
                  <c:v>26.85</c:v>
                </c:pt>
                <c:pt idx="8586">
                  <c:v>48</c:v>
                </c:pt>
                <c:pt idx="8587">
                  <c:v>134</c:v>
                </c:pt>
                <c:pt idx="8588">
                  <c:v>55</c:v>
                </c:pt>
                <c:pt idx="8589">
                  <c:v>65</c:v>
                </c:pt>
                <c:pt idx="8590">
                  <c:v>36</c:v>
                </c:pt>
                <c:pt idx="8591">
                  <c:v>33</c:v>
                </c:pt>
                <c:pt idx="8592">
                  <c:v>85</c:v>
                </c:pt>
                <c:pt idx="8593">
                  <c:v>75</c:v>
                </c:pt>
                <c:pt idx="8594">
                  <c:v>30</c:v>
                </c:pt>
                <c:pt idx="8595">
                  <c:v>115</c:v>
                </c:pt>
                <c:pt idx="8596">
                  <c:v>35</c:v>
                </c:pt>
                <c:pt idx="8597">
                  <c:v>33</c:v>
                </c:pt>
                <c:pt idx="8598">
                  <c:v>153.5</c:v>
                </c:pt>
                <c:pt idx="8599">
                  <c:v>140</c:v>
                </c:pt>
                <c:pt idx="8600">
                  <c:v>37.5</c:v>
                </c:pt>
                <c:pt idx="8601">
                  <c:v>80</c:v>
                </c:pt>
                <c:pt idx="8602">
                  <c:v>51</c:v>
                </c:pt>
                <c:pt idx="8603">
                  <c:v>75</c:v>
                </c:pt>
                <c:pt idx="8604">
                  <c:v>87</c:v>
                </c:pt>
                <c:pt idx="8605">
                  <c:v>25.88</c:v>
                </c:pt>
                <c:pt idx="8606">
                  <c:v>90</c:v>
                </c:pt>
                <c:pt idx="8607">
                  <c:v>155</c:v>
                </c:pt>
                <c:pt idx="8608">
                  <c:v>40</c:v>
                </c:pt>
                <c:pt idx="8609">
                  <c:v>46</c:v>
                </c:pt>
                <c:pt idx="8610">
                  <c:v>92.13</c:v>
                </c:pt>
                <c:pt idx="8611">
                  <c:v>67.38</c:v>
                </c:pt>
                <c:pt idx="8612">
                  <c:v>31.48</c:v>
                </c:pt>
                <c:pt idx="8613">
                  <c:v>51.1</c:v>
                </c:pt>
                <c:pt idx="8614">
                  <c:v>145</c:v>
                </c:pt>
                <c:pt idx="8615">
                  <c:v>52</c:v>
                </c:pt>
                <c:pt idx="8616">
                  <c:v>42</c:v>
                </c:pt>
                <c:pt idx="8617">
                  <c:v>65</c:v>
                </c:pt>
                <c:pt idx="8618">
                  <c:v>40.5</c:v>
                </c:pt>
                <c:pt idx="8619">
                  <c:v>51.66</c:v>
                </c:pt>
                <c:pt idx="8620">
                  <c:v>131</c:v>
                </c:pt>
                <c:pt idx="8621">
                  <c:v>55</c:v>
                </c:pt>
                <c:pt idx="8622">
                  <c:v>60</c:v>
                </c:pt>
                <c:pt idx="8623">
                  <c:v>36.1</c:v>
                </c:pt>
                <c:pt idx="8624">
                  <c:v>80</c:v>
                </c:pt>
                <c:pt idx="8625">
                  <c:v>37.799999999999997</c:v>
                </c:pt>
                <c:pt idx="8626">
                  <c:v>50</c:v>
                </c:pt>
                <c:pt idx="8627">
                  <c:v>35</c:v>
                </c:pt>
                <c:pt idx="8628">
                  <c:v>50</c:v>
                </c:pt>
                <c:pt idx="8629">
                  <c:v>127</c:v>
                </c:pt>
                <c:pt idx="8630">
                  <c:v>20</c:v>
                </c:pt>
                <c:pt idx="8631">
                  <c:v>252</c:v>
                </c:pt>
                <c:pt idx="8632">
                  <c:v>38.369999999999997</c:v>
                </c:pt>
                <c:pt idx="8633">
                  <c:v>55</c:v>
                </c:pt>
                <c:pt idx="8634">
                  <c:v>157</c:v>
                </c:pt>
                <c:pt idx="8635">
                  <c:v>42.15</c:v>
                </c:pt>
                <c:pt idx="8636">
                  <c:v>47.36</c:v>
                </c:pt>
                <c:pt idx="8637">
                  <c:v>85</c:v>
                </c:pt>
                <c:pt idx="8638">
                  <c:v>32.9</c:v>
                </c:pt>
                <c:pt idx="8639">
                  <c:v>85.5</c:v>
                </c:pt>
                <c:pt idx="8640">
                  <c:v>72</c:v>
                </c:pt>
                <c:pt idx="8641">
                  <c:v>180</c:v>
                </c:pt>
                <c:pt idx="8642">
                  <c:v>69</c:v>
                </c:pt>
                <c:pt idx="8643">
                  <c:v>150</c:v>
                </c:pt>
                <c:pt idx="8644">
                  <c:v>8</c:v>
                </c:pt>
                <c:pt idx="8645">
                  <c:v>14</c:v>
                </c:pt>
                <c:pt idx="8646">
                  <c:v>68</c:v>
                </c:pt>
                <c:pt idx="8647">
                  <c:v>44.96</c:v>
                </c:pt>
                <c:pt idx="8648">
                  <c:v>51</c:v>
                </c:pt>
                <c:pt idx="8649">
                  <c:v>92</c:v>
                </c:pt>
                <c:pt idx="8650">
                  <c:v>65</c:v>
                </c:pt>
                <c:pt idx="8651">
                  <c:v>175</c:v>
                </c:pt>
                <c:pt idx="8652">
                  <c:v>211</c:v>
                </c:pt>
                <c:pt idx="8653">
                  <c:v>31.15</c:v>
                </c:pt>
                <c:pt idx="8654">
                  <c:v>120</c:v>
                </c:pt>
                <c:pt idx="8655">
                  <c:v>46.25</c:v>
                </c:pt>
                <c:pt idx="8656">
                  <c:v>33.659999999999997</c:v>
                </c:pt>
                <c:pt idx="8657">
                  <c:v>90</c:v>
                </c:pt>
                <c:pt idx="8658">
                  <c:v>65</c:v>
                </c:pt>
                <c:pt idx="8659">
                  <c:v>55</c:v>
                </c:pt>
                <c:pt idx="8660">
                  <c:v>80</c:v>
                </c:pt>
                <c:pt idx="8661">
                  <c:v>70</c:v>
                </c:pt>
                <c:pt idx="8662">
                  <c:v>35</c:v>
                </c:pt>
                <c:pt idx="8663">
                  <c:v>121</c:v>
                </c:pt>
                <c:pt idx="8664">
                  <c:v>68.319999999999993</c:v>
                </c:pt>
                <c:pt idx="8665">
                  <c:v>46</c:v>
                </c:pt>
                <c:pt idx="8666">
                  <c:v>73</c:v>
                </c:pt>
                <c:pt idx="8667">
                  <c:v>48.9</c:v>
                </c:pt>
                <c:pt idx="8668">
                  <c:v>29</c:v>
                </c:pt>
                <c:pt idx="8669">
                  <c:v>245</c:v>
                </c:pt>
                <c:pt idx="8670">
                  <c:v>90</c:v>
                </c:pt>
                <c:pt idx="8671">
                  <c:v>45.91</c:v>
                </c:pt>
                <c:pt idx="8672">
                  <c:v>50.17</c:v>
                </c:pt>
                <c:pt idx="8673">
                  <c:v>161</c:v>
                </c:pt>
                <c:pt idx="8674">
                  <c:v>60</c:v>
                </c:pt>
                <c:pt idx="8675">
                  <c:v>130</c:v>
                </c:pt>
                <c:pt idx="8676">
                  <c:v>44.42</c:v>
                </c:pt>
                <c:pt idx="8677">
                  <c:v>86</c:v>
                </c:pt>
                <c:pt idx="8678">
                  <c:v>62.424999999999997</c:v>
                </c:pt>
                <c:pt idx="8679">
                  <c:v>86.65</c:v>
                </c:pt>
                <c:pt idx="8680">
                  <c:v>85.5</c:v>
                </c:pt>
                <c:pt idx="8681">
                  <c:v>87</c:v>
                </c:pt>
                <c:pt idx="8682">
                  <c:v>85</c:v>
                </c:pt>
                <c:pt idx="8683">
                  <c:v>32.92</c:v>
                </c:pt>
                <c:pt idx="8684">
                  <c:v>27</c:v>
                </c:pt>
                <c:pt idx="8685">
                  <c:v>83</c:v>
                </c:pt>
                <c:pt idx="8686">
                  <c:v>39</c:v>
                </c:pt>
                <c:pt idx="8687">
                  <c:v>149</c:v>
                </c:pt>
                <c:pt idx="8688">
                  <c:v>100</c:v>
                </c:pt>
                <c:pt idx="8689">
                  <c:v>80</c:v>
                </c:pt>
                <c:pt idx="8690">
                  <c:v>40</c:v>
                </c:pt>
                <c:pt idx="8691">
                  <c:v>90</c:v>
                </c:pt>
                <c:pt idx="8692">
                  <c:v>130</c:v>
                </c:pt>
                <c:pt idx="8693">
                  <c:v>31.99</c:v>
                </c:pt>
                <c:pt idx="8694">
                  <c:v>53</c:v>
                </c:pt>
                <c:pt idx="8695">
                  <c:v>50</c:v>
                </c:pt>
                <c:pt idx="8696">
                  <c:v>61</c:v>
                </c:pt>
                <c:pt idx="8697">
                  <c:v>188</c:v>
                </c:pt>
                <c:pt idx="8698">
                  <c:v>162</c:v>
                </c:pt>
                <c:pt idx="8699">
                  <c:v>160</c:v>
                </c:pt>
                <c:pt idx="8700">
                  <c:v>150</c:v>
                </c:pt>
                <c:pt idx="8701">
                  <c:v>52.86</c:v>
                </c:pt>
                <c:pt idx="8702">
                  <c:v>45</c:v>
                </c:pt>
                <c:pt idx="8703">
                  <c:v>50.75</c:v>
                </c:pt>
                <c:pt idx="8704">
                  <c:v>131</c:v>
                </c:pt>
                <c:pt idx="8705">
                  <c:v>71</c:v>
                </c:pt>
                <c:pt idx="8706">
                  <c:v>195</c:v>
                </c:pt>
                <c:pt idx="8707">
                  <c:v>70</c:v>
                </c:pt>
                <c:pt idx="8708">
                  <c:v>35</c:v>
                </c:pt>
                <c:pt idx="8709">
                  <c:v>47.25</c:v>
                </c:pt>
                <c:pt idx="8710">
                  <c:v>27</c:v>
                </c:pt>
                <c:pt idx="8711">
                  <c:v>110</c:v>
                </c:pt>
                <c:pt idx="8712">
                  <c:v>36.85</c:v>
                </c:pt>
                <c:pt idx="8713">
                  <c:v>110</c:v>
                </c:pt>
                <c:pt idx="8714">
                  <c:v>95</c:v>
                </c:pt>
                <c:pt idx="8715">
                  <c:v>92</c:v>
                </c:pt>
                <c:pt idx="8716">
                  <c:v>54</c:v>
                </c:pt>
                <c:pt idx="8717">
                  <c:v>39.08</c:v>
                </c:pt>
                <c:pt idx="8718">
                  <c:v>60</c:v>
                </c:pt>
                <c:pt idx="8719">
                  <c:v>51.5</c:v>
                </c:pt>
                <c:pt idx="8720">
                  <c:v>255</c:v>
                </c:pt>
                <c:pt idx="8721">
                  <c:v>46</c:v>
                </c:pt>
                <c:pt idx="8722">
                  <c:v>80</c:v>
                </c:pt>
                <c:pt idx="8723">
                  <c:v>95</c:v>
                </c:pt>
                <c:pt idx="8724">
                  <c:v>31</c:v>
                </c:pt>
                <c:pt idx="8725">
                  <c:v>72</c:v>
                </c:pt>
                <c:pt idx="8726">
                  <c:v>160</c:v>
                </c:pt>
                <c:pt idx="8727">
                  <c:v>60</c:v>
                </c:pt>
                <c:pt idx="8728">
                  <c:v>69</c:v>
                </c:pt>
                <c:pt idx="8729">
                  <c:v>36.28</c:v>
                </c:pt>
                <c:pt idx="8730">
                  <c:v>69.180000000000007</c:v>
                </c:pt>
                <c:pt idx="8731">
                  <c:v>55</c:v>
                </c:pt>
                <c:pt idx="8732">
                  <c:v>75</c:v>
                </c:pt>
                <c:pt idx="8733">
                  <c:v>33.840000000000003</c:v>
                </c:pt>
                <c:pt idx="8734">
                  <c:v>60</c:v>
                </c:pt>
                <c:pt idx="8735">
                  <c:v>55</c:v>
                </c:pt>
                <c:pt idx="8736">
                  <c:v>45</c:v>
                </c:pt>
                <c:pt idx="8737">
                  <c:v>235</c:v>
                </c:pt>
                <c:pt idx="8738">
                  <c:v>55</c:v>
                </c:pt>
                <c:pt idx="8739">
                  <c:v>150</c:v>
                </c:pt>
                <c:pt idx="8740">
                  <c:v>37</c:v>
                </c:pt>
                <c:pt idx="8741">
                  <c:v>60</c:v>
                </c:pt>
                <c:pt idx="8742">
                  <c:v>37</c:v>
                </c:pt>
                <c:pt idx="8743">
                  <c:v>90</c:v>
                </c:pt>
                <c:pt idx="8744">
                  <c:v>57</c:v>
                </c:pt>
                <c:pt idx="8745">
                  <c:v>112</c:v>
                </c:pt>
                <c:pt idx="8746">
                  <c:v>69.900000000000006</c:v>
                </c:pt>
                <c:pt idx="8747">
                  <c:v>49</c:v>
                </c:pt>
                <c:pt idx="8748">
                  <c:v>34</c:v>
                </c:pt>
                <c:pt idx="8749">
                  <c:v>54</c:v>
                </c:pt>
                <c:pt idx="8750">
                  <c:v>40</c:v>
                </c:pt>
                <c:pt idx="8751">
                  <c:v>54.79</c:v>
                </c:pt>
                <c:pt idx="8752">
                  <c:v>106</c:v>
                </c:pt>
                <c:pt idx="8753">
                  <c:v>70</c:v>
                </c:pt>
                <c:pt idx="8754">
                  <c:v>110</c:v>
                </c:pt>
                <c:pt idx="8755">
                  <c:v>34</c:v>
                </c:pt>
                <c:pt idx="8756">
                  <c:v>32</c:v>
                </c:pt>
                <c:pt idx="8757">
                  <c:v>65</c:v>
                </c:pt>
                <c:pt idx="8758">
                  <c:v>145</c:v>
                </c:pt>
                <c:pt idx="8759">
                  <c:v>37.01</c:v>
                </c:pt>
                <c:pt idx="8760">
                  <c:v>38</c:v>
                </c:pt>
                <c:pt idx="8761">
                  <c:v>50</c:v>
                </c:pt>
                <c:pt idx="8762">
                  <c:v>104</c:v>
                </c:pt>
                <c:pt idx="8763">
                  <c:v>46</c:v>
                </c:pt>
                <c:pt idx="8764">
                  <c:v>66</c:v>
                </c:pt>
                <c:pt idx="8765">
                  <c:v>57</c:v>
                </c:pt>
                <c:pt idx="8766">
                  <c:v>36</c:v>
                </c:pt>
                <c:pt idx="8767">
                  <c:v>73.2</c:v>
                </c:pt>
                <c:pt idx="8768">
                  <c:v>43</c:v>
                </c:pt>
                <c:pt idx="8769">
                  <c:v>125</c:v>
                </c:pt>
                <c:pt idx="8770">
                  <c:v>62</c:v>
                </c:pt>
                <c:pt idx="8771">
                  <c:v>26.91</c:v>
                </c:pt>
                <c:pt idx="8772">
                  <c:v>78.739999999999995</c:v>
                </c:pt>
                <c:pt idx="8773">
                  <c:v>40</c:v>
                </c:pt>
                <c:pt idx="8774">
                  <c:v>160</c:v>
                </c:pt>
                <c:pt idx="8775">
                  <c:v>44</c:v>
                </c:pt>
                <c:pt idx="8776">
                  <c:v>20</c:v>
                </c:pt>
                <c:pt idx="8777">
                  <c:v>140</c:v>
                </c:pt>
                <c:pt idx="8778">
                  <c:v>42</c:v>
                </c:pt>
                <c:pt idx="8779">
                  <c:v>45</c:v>
                </c:pt>
                <c:pt idx="8780">
                  <c:v>55</c:v>
                </c:pt>
                <c:pt idx="8781">
                  <c:v>32</c:v>
                </c:pt>
                <c:pt idx="8782">
                  <c:v>92</c:v>
                </c:pt>
                <c:pt idx="8783">
                  <c:v>63</c:v>
                </c:pt>
                <c:pt idx="8784">
                  <c:v>41</c:v>
                </c:pt>
                <c:pt idx="8785">
                  <c:v>50</c:v>
                </c:pt>
                <c:pt idx="8786">
                  <c:v>27</c:v>
                </c:pt>
                <c:pt idx="8787">
                  <c:v>32.39</c:v>
                </c:pt>
                <c:pt idx="8788">
                  <c:v>58</c:v>
                </c:pt>
                <c:pt idx="8789">
                  <c:v>20</c:v>
                </c:pt>
                <c:pt idx="8790">
                  <c:v>58</c:v>
                </c:pt>
                <c:pt idx="8791">
                  <c:v>75</c:v>
                </c:pt>
                <c:pt idx="8792">
                  <c:v>108</c:v>
                </c:pt>
                <c:pt idx="8793">
                  <c:v>125</c:v>
                </c:pt>
                <c:pt idx="8794">
                  <c:v>42</c:v>
                </c:pt>
                <c:pt idx="8795">
                  <c:v>230</c:v>
                </c:pt>
                <c:pt idx="8796">
                  <c:v>65</c:v>
                </c:pt>
                <c:pt idx="8797">
                  <c:v>81</c:v>
                </c:pt>
                <c:pt idx="8798">
                  <c:v>37.49</c:v>
                </c:pt>
                <c:pt idx="8799">
                  <c:v>87</c:v>
                </c:pt>
                <c:pt idx="8800">
                  <c:v>107</c:v>
                </c:pt>
                <c:pt idx="8801">
                  <c:v>196</c:v>
                </c:pt>
                <c:pt idx="8802">
                  <c:v>102.92</c:v>
                </c:pt>
                <c:pt idx="8803">
                  <c:v>72</c:v>
                </c:pt>
                <c:pt idx="8804">
                  <c:v>130</c:v>
                </c:pt>
                <c:pt idx="8805">
                  <c:v>99</c:v>
                </c:pt>
                <c:pt idx="8806">
                  <c:v>170</c:v>
                </c:pt>
                <c:pt idx="8807">
                  <c:v>78</c:v>
                </c:pt>
                <c:pt idx="8808">
                  <c:v>150</c:v>
                </c:pt>
                <c:pt idx="8809">
                  <c:v>40</c:v>
                </c:pt>
                <c:pt idx="8810">
                  <c:v>74.03</c:v>
                </c:pt>
                <c:pt idx="8811">
                  <c:v>33.950000000000003</c:v>
                </c:pt>
                <c:pt idx="8812">
                  <c:v>57</c:v>
                </c:pt>
                <c:pt idx="8813">
                  <c:v>97</c:v>
                </c:pt>
                <c:pt idx="8814">
                  <c:v>85</c:v>
                </c:pt>
                <c:pt idx="8815">
                  <c:v>85</c:v>
                </c:pt>
                <c:pt idx="8816">
                  <c:v>110</c:v>
                </c:pt>
                <c:pt idx="8817">
                  <c:v>29</c:v>
                </c:pt>
                <c:pt idx="8818">
                  <c:v>70</c:v>
                </c:pt>
                <c:pt idx="8819">
                  <c:v>55</c:v>
                </c:pt>
                <c:pt idx="8820">
                  <c:v>70</c:v>
                </c:pt>
                <c:pt idx="8821">
                  <c:v>55</c:v>
                </c:pt>
                <c:pt idx="8822">
                  <c:v>74</c:v>
                </c:pt>
                <c:pt idx="8823">
                  <c:v>60</c:v>
                </c:pt>
                <c:pt idx="8824">
                  <c:v>39</c:v>
                </c:pt>
                <c:pt idx="8825">
                  <c:v>51</c:v>
                </c:pt>
                <c:pt idx="8826">
                  <c:v>38</c:v>
                </c:pt>
                <c:pt idx="8827">
                  <c:v>54.2</c:v>
                </c:pt>
                <c:pt idx="8828">
                  <c:v>150</c:v>
                </c:pt>
                <c:pt idx="8829">
                  <c:v>175</c:v>
                </c:pt>
                <c:pt idx="8830">
                  <c:v>51.91</c:v>
                </c:pt>
                <c:pt idx="8831">
                  <c:v>115</c:v>
                </c:pt>
                <c:pt idx="8832">
                  <c:v>49</c:v>
                </c:pt>
                <c:pt idx="8833">
                  <c:v>83</c:v>
                </c:pt>
                <c:pt idx="8834">
                  <c:v>91.65</c:v>
                </c:pt>
                <c:pt idx="8835">
                  <c:v>76</c:v>
                </c:pt>
                <c:pt idx="8836">
                  <c:v>76.180000000000007</c:v>
                </c:pt>
                <c:pt idx="8837">
                  <c:v>170</c:v>
                </c:pt>
                <c:pt idx="8838">
                  <c:v>34.65</c:v>
                </c:pt>
                <c:pt idx="8839">
                  <c:v>45</c:v>
                </c:pt>
                <c:pt idx="8840">
                  <c:v>151</c:v>
                </c:pt>
                <c:pt idx="8841">
                  <c:v>225</c:v>
                </c:pt>
                <c:pt idx="8842">
                  <c:v>46</c:v>
                </c:pt>
                <c:pt idx="8843">
                  <c:v>45</c:v>
                </c:pt>
                <c:pt idx="8844">
                  <c:v>107</c:v>
                </c:pt>
                <c:pt idx="8845">
                  <c:v>130</c:v>
                </c:pt>
                <c:pt idx="8846">
                  <c:v>63</c:v>
                </c:pt>
                <c:pt idx="8847">
                  <c:v>27</c:v>
                </c:pt>
                <c:pt idx="8848">
                  <c:v>180</c:v>
                </c:pt>
                <c:pt idx="8849">
                  <c:v>125</c:v>
                </c:pt>
                <c:pt idx="8850">
                  <c:v>39.770000000000003</c:v>
                </c:pt>
                <c:pt idx="8851">
                  <c:v>38</c:v>
                </c:pt>
                <c:pt idx="8852">
                  <c:v>36</c:v>
                </c:pt>
                <c:pt idx="8853">
                  <c:v>73</c:v>
                </c:pt>
                <c:pt idx="8854">
                  <c:v>39.9</c:v>
                </c:pt>
                <c:pt idx="8855">
                  <c:v>56</c:v>
                </c:pt>
                <c:pt idx="8856">
                  <c:v>240</c:v>
                </c:pt>
                <c:pt idx="8857">
                  <c:v>55</c:v>
                </c:pt>
                <c:pt idx="8858">
                  <c:v>133</c:v>
                </c:pt>
                <c:pt idx="8859">
                  <c:v>54</c:v>
                </c:pt>
                <c:pt idx="8860">
                  <c:v>80</c:v>
                </c:pt>
                <c:pt idx="8861">
                  <c:v>23</c:v>
                </c:pt>
                <c:pt idx="8862">
                  <c:v>48</c:v>
                </c:pt>
                <c:pt idx="8863">
                  <c:v>74</c:v>
                </c:pt>
                <c:pt idx="8864">
                  <c:v>113</c:v>
                </c:pt>
                <c:pt idx="8865">
                  <c:v>60</c:v>
                </c:pt>
                <c:pt idx="8866">
                  <c:v>100</c:v>
                </c:pt>
                <c:pt idx="8867">
                  <c:v>66.25</c:v>
                </c:pt>
                <c:pt idx="8868">
                  <c:v>37.619999999999997</c:v>
                </c:pt>
                <c:pt idx="8869">
                  <c:v>57</c:v>
                </c:pt>
                <c:pt idx="8870">
                  <c:v>78</c:v>
                </c:pt>
                <c:pt idx="8871">
                  <c:v>65</c:v>
                </c:pt>
                <c:pt idx="8872">
                  <c:v>55.15</c:v>
                </c:pt>
                <c:pt idx="8873">
                  <c:v>60</c:v>
                </c:pt>
                <c:pt idx="8874">
                  <c:v>92.59</c:v>
                </c:pt>
                <c:pt idx="8875">
                  <c:v>150</c:v>
                </c:pt>
                <c:pt idx="8876">
                  <c:v>85</c:v>
                </c:pt>
                <c:pt idx="8877">
                  <c:v>42</c:v>
                </c:pt>
                <c:pt idx="8878">
                  <c:v>62</c:v>
                </c:pt>
                <c:pt idx="8879">
                  <c:v>39.89</c:v>
                </c:pt>
                <c:pt idx="8880">
                  <c:v>70</c:v>
                </c:pt>
                <c:pt idx="8881">
                  <c:v>35</c:v>
                </c:pt>
                <c:pt idx="8882">
                  <c:v>63</c:v>
                </c:pt>
                <c:pt idx="8883">
                  <c:v>85</c:v>
                </c:pt>
                <c:pt idx="8884">
                  <c:v>68</c:v>
                </c:pt>
                <c:pt idx="8885">
                  <c:v>27</c:v>
                </c:pt>
                <c:pt idx="8886">
                  <c:v>110</c:v>
                </c:pt>
                <c:pt idx="8887">
                  <c:v>62</c:v>
                </c:pt>
                <c:pt idx="8888">
                  <c:v>56.5</c:v>
                </c:pt>
                <c:pt idx="8889">
                  <c:v>134</c:v>
                </c:pt>
                <c:pt idx="8890">
                  <c:v>28</c:v>
                </c:pt>
                <c:pt idx="8891">
                  <c:v>98</c:v>
                </c:pt>
                <c:pt idx="8892">
                  <c:v>38.5</c:v>
                </c:pt>
                <c:pt idx="8893">
                  <c:v>59</c:v>
                </c:pt>
                <c:pt idx="8894">
                  <c:v>60.1</c:v>
                </c:pt>
                <c:pt idx="8895">
                  <c:v>46.29</c:v>
                </c:pt>
                <c:pt idx="8896">
                  <c:v>125</c:v>
                </c:pt>
                <c:pt idx="8897">
                  <c:v>116</c:v>
                </c:pt>
                <c:pt idx="8898">
                  <c:v>105</c:v>
                </c:pt>
                <c:pt idx="8899">
                  <c:v>52.79</c:v>
                </c:pt>
                <c:pt idx="8900">
                  <c:v>53</c:v>
                </c:pt>
                <c:pt idx="8901">
                  <c:v>55</c:v>
                </c:pt>
                <c:pt idx="8902">
                  <c:v>62</c:v>
                </c:pt>
                <c:pt idx="8903">
                  <c:v>107</c:v>
                </c:pt>
                <c:pt idx="8904">
                  <c:v>65</c:v>
                </c:pt>
                <c:pt idx="8905">
                  <c:v>45</c:v>
                </c:pt>
                <c:pt idx="8906">
                  <c:v>39</c:v>
                </c:pt>
                <c:pt idx="8907">
                  <c:v>36</c:v>
                </c:pt>
                <c:pt idx="8908">
                  <c:v>69</c:v>
                </c:pt>
                <c:pt idx="8909">
                  <c:v>93.65</c:v>
                </c:pt>
                <c:pt idx="8910">
                  <c:v>65</c:v>
                </c:pt>
                <c:pt idx="8911">
                  <c:v>54.2</c:v>
                </c:pt>
                <c:pt idx="8912">
                  <c:v>65</c:v>
                </c:pt>
                <c:pt idx="8913">
                  <c:v>125</c:v>
                </c:pt>
                <c:pt idx="8914">
                  <c:v>90</c:v>
                </c:pt>
                <c:pt idx="8915">
                  <c:v>99.14</c:v>
                </c:pt>
                <c:pt idx="8916">
                  <c:v>30</c:v>
                </c:pt>
                <c:pt idx="8917">
                  <c:v>87</c:v>
                </c:pt>
                <c:pt idx="8918">
                  <c:v>85.05</c:v>
                </c:pt>
                <c:pt idx="8919">
                  <c:v>39.5</c:v>
                </c:pt>
                <c:pt idx="8920">
                  <c:v>57</c:v>
                </c:pt>
                <c:pt idx="8921">
                  <c:v>75</c:v>
                </c:pt>
                <c:pt idx="8922">
                  <c:v>51</c:v>
                </c:pt>
                <c:pt idx="8923">
                  <c:v>70</c:v>
                </c:pt>
                <c:pt idx="8924">
                  <c:v>56.725000000000001</c:v>
                </c:pt>
                <c:pt idx="8925">
                  <c:v>30.27</c:v>
                </c:pt>
                <c:pt idx="8926">
                  <c:v>62.63</c:v>
                </c:pt>
                <c:pt idx="8927">
                  <c:v>36.85</c:v>
                </c:pt>
                <c:pt idx="8928">
                  <c:v>115</c:v>
                </c:pt>
                <c:pt idx="8929">
                  <c:v>29.6</c:v>
                </c:pt>
                <c:pt idx="8930">
                  <c:v>65</c:v>
                </c:pt>
                <c:pt idx="8931">
                  <c:v>120</c:v>
                </c:pt>
                <c:pt idx="8932">
                  <c:v>65</c:v>
                </c:pt>
                <c:pt idx="8933">
                  <c:v>39</c:v>
                </c:pt>
                <c:pt idx="8934">
                  <c:v>85</c:v>
                </c:pt>
                <c:pt idx="8935">
                  <c:v>150</c:v>
                </c:pt>
                <c:pt idx="8936">
                  <c:v>35</c:v>
                </c:pt>
                <c:pt idx="8937">
                  <c:v>155</c:v>
                </c:pt>
                <c:pt idx="8938">
                  <c:v>34</c:v>
                </c:pt>
                <c:pt idx="8939">
                  <c:v>69</c:v>
                </c:pt>
                <c:pt idx="8940">
                  <c:v>42.6</c:v>
                </c:pt>
                <c:pt idx="8941">
                  <c:v>39.29</c:v>
                </c:pt>
                <c:pt idx="8942">
                  <c:v>12</c:v>
                </c:pt>
                <c:pt idx="8943">
                  <c:v>50</c:v>
                </c:pt>
                <c:pt idx="8944">
                  <c:v>119</c:v>
                </c:pt>
                <c:pt idx="8945">
                  <c:v>34.354999999999997</c:v>
                </c:pt>
                <c:pt idx="8946">
                  <c:v>125</c:v>
                </c:pt>
                <c:pt idx="8947">
                  <c:v>70</c:v>
                </c:pt>
                <c:pt idx="8948">
                  <c:v>60</c:v>
                </c:pt>
                <c:pt idx="8949">
                  <c:v>118</c:v>
                </c:pt>
                <c:pt idx="8950">
                  <c:v>36.25</c:v>
                </c:pt>
                <c:pt idx="8951">
                  <c:v>47.8</c:v>
                </c:pt>
                <c:pt idx="8952">
                  <c:v>36</c:v>
                </c:pt>
                <c:pt idx="8953">
                  <c:v>80</c:v>
                </c:pt>
                <c:pt idx="8954">
                  <c:v>57</c:v>
                </c:pt>
                <c:pt idx="8955">
                  <c:v>73</c:v>
                </c:pt>
                <c:pt idx="8956">
                  <c:v>36.380000000000003</c:v>
                </c:pt>
                <c:pt idx="8957">
                  <c:v>253</c:v>
                </c:pt>
                <c:pt idx="8958">
                  <c:v>56</c:v>
                </c:pt>
                <c:pt idx="8959">
                  <c:v>48</c:v>
                </c:pt>
                <c:pt idx="8960">
                  <c:v>210</c:v>
                </c:pt>
                <c:pt idx="8961">
                  <c:v>92</c:v>
                </c:pt>
                <c:pt idx="8962">
                  <c:v>61.8</c:v>
                </c:pt>
                <c:pt idx="8963">
                  <c:v>84.52</c:v>
                </c:pt>
                <c:pt idx="8964">
                  <c:v>120</c:v>
                </c:pt>
                <c:pt idx="8965">
                  <c:v>64.8</c:v>
                </c:pt>
                <c:pt idx="8966">
                  <c:v>85</c:v>
                </c:pt>
                <c:pt idx="8967">
                  <c:v>35.25</c:v>
                </c:pt>
                <c:pt idx="8968">
                  <c:v>20</c:v>
                </c:pt>
                <c:pt idx="8969">
                  <c:v>122</c:v>
                </c:pt>
                <c:pt idx="8970">
                  <c:v>40.65</c:v>
                </c:pt>
                <c:pt idx="8971">
                  <c:v>53.67</c:v>
                </c:pt>
                <c:pt idx="8972">
                  <c:v>82</c:v>
                </c:pt>
                <c:pt idx="8973">
                  <c:v>75</c:v>
                </c:pt>
                <c:pt idx="8974">
                  <c:v>52</c:v>
                </c:pt>
                <c:pt idx="8975">
                  <c:v>56</c:v>
                </c:pt>
                <c:pt idx="8976">
                  <c:v>55</c:v>
                </c:pt>
                <c:pt idx="8977">
                  <c:v>135</c:v>
                </c:pt>
                <c:pt idx="8978">
                  <c:v>95</c:v>
                </c:pt>
                <c:pt idx="8979">
                  <c:v>77.680000000000007</c:v>
                </c:pt>
                <c:pt idx="8980">
                  <c:v>59</c:v>
                </c:pt>
                <c:pt idx="8981">
                  <c:v>240</c:v>
                </c:pt>
                <c:pt idx="8982">
                  <c:v>46</c:v>
                </c:pt>
                <c:pt idx="8983">
                  <c:v>60.9</c:v>
                </c:pt>
                <c:pt idx="8984">
                  <c:v>66</c:v>
                </c:pt>
                <c:pt idx="8985">
                  <c:v>53.56</c:v>
                </c:pt>
                <c:pt idx="8986">
                  <c:v>35.229999999999997</c:v>
                </c:pt>
                <c:pt idx="8987">
                  <c:v>52</c:v>
                </c:pt>
                <c:pt idx="8988">
                  <c:v>80</c:v>
                </c:pt>
                <c:pt idx="8989">
                  <c:v>21</c:v>
                </c:pt>
                <c:pt idx="8990">
                  <c:v>47</c:v>
                </c:pt>
                <c:pt idx="8991">
                  <c:v>40</c:v>
                </c:pt>
                <c:pt idx="8992">
                  <c:v>54.5</c:v>
                </c:pt>
                <c:pt idx="8993">
                  <c:v>63</c:v>
                </c:pt>
                <c:pt idx="8994">
                  <c:v>192</c:v>
                </c:pt>
                <c:pt idx="8995">
                  <c:v>60</c:v>
                </c:pt>
                <c:pt idx="8996">
                  <c:v>65</c:v>
                </c:pt>
                <c:pt idx="8997">
                  <c:v>70</c:v>
                </c:pt>
                <c:pt idx="8998">
                  <c:v>100</c:v>
                </c:pt>
                <c:pt idx="8999">
                  <c:v>55</c:v>
                </c:pt>
                <c:pt idx="9000">
                  <c:v>50</c:v>
                </c:pt>
                <c:pt idx="9001">
                  <c:v>105</c:v>
                </c:pt>
                <c:pt idx="9002">
                  <c:v>115</c:v>
                </c:pt>
                <c:pt idx="9003">
                  <c:v>30.47</c:v>
                </c:pt>
                <c:pt idx="9004">
                  <c:v>69</c:v>
                </c:pt>
                <c:pt idx="9005">
                  <c:v>52.76</c:v>
                </c:pt>
                <c:pt idx="9006">
                  <c:v>42.5</c:v>
                </c:pt>
                <c:pt idx="9007">
                  <c:v>110</c:v>
                </c:pt>
                <c:pt idx="9008">
                  <c:v>52</c:v>
                </c:pt>
                <c:pt idx="9009">
                  <c:v>138</c:v>
                </c:pt>
                <c:pt idx="9010">
                  <c:v>36.28</c:v>
                </c:pt>
                <c:pt idx="9011">
                  <c:v>39</c:v>
                </c:pt>
                <c:pt idx="9012">
                  <c:v>62</c:v>
                </c:pt>
                <c:pt idx="9013">
                  <c:v>126</c:v>
                </c:pt>
                <c:pt idx="9014">
                  <c:v>100</c:v>
                </c:pt>
                <c:pt idx="9015">
                  <c:v>41</c:v>
                </c:pt>
                <c:pt idx="9016">
                  <c:v>120</c:v>
                </c:pt>
                <c:pt idx="9017">
                  <c:v>45</c:v>
                </c:pt>
                <c:pt idx="9018">
                  <c:v>64</c:v>
                </c:pt>
                <c:pt idx="9019">
                  <c:v>65</c:v>
                </c:pt>
                <c:pt idx="9020">
                  <c:v>135</c:v>
                </c:pt>
                <c:pt idx="9021">
                  <c:v>55</c:v>
                </c:pt>
                <c:pt idx="9022">
                  <c:v>57</c:v>
                </c:pt>
                <c:pt idx="9023">
                  <c:v>106</c:v>
                </c:pt>
                <c:pt idx="9024">
                  <c:v>150</c:v>
                </c:pt>
                <c:pt idx="9025">
                  <c:v>44.5</c:v>
                </c:pt>
                <c:pt idx="9026">
                  <c:v>40.42</c:v>
                </c:pt>
                <c:pt idx="9027">
                  <c:v>38</c:v>
                </c:pt>
                <c:pt idx="9028">
                  <c:v>270</c:v>
                </c:pt>
                <c:pt idx="9029">
                  <c:v>48</c:v>
                </c:pt>
                <c:pt idx="9030">
                  <c:v>130</c:v>
                </c:pt>
                <c:pt idx="9031">
                  <c:v>104</c:v>
                </c:pt>
                <c:pt idx="9032">
                  <c:v>60</c:v>
                </c:pt>
                <c:pt idx="9033">
                  <c:v>70</c:v>
                </c:pt>
                <c:pt idx="9034">
                  <c:v>78</c:v>
                </c:pt>
                <c:pt idx="9035">
                  <c:v>59</c:v>
                </c:pt>
                <c:pt idx="9036">
                  <c:v>154</c:v>
                </c:pt>
                <c:pt idx="9037">
                  <c:v>45</c:v>
                </c:pt>
                <c:pt idx="9038">
                  <c:v>105</c:v>
                </c:pt>
                <c:pt idx="9039">
                  <c:v>65</c:v>
                </c:pt>
                <c:pt idx="9040">
                  <c:v>43</c:v>
                </c:pt>
                <c:pt idx="9041">
                  <c:v>75</c:v>
                </c:pt>
                <c:pt idx="9042">
                  <c:v>42</c:v>
                </c:pt>
                <c:pt idx="9043">
                  <c:v>69.61</c:v>
                </c:pt>
                <c:pt idx="9044">
                  <c:v>94.36</c:v>
                </c:pt>
                <c:pt idx="9045">
                  <c:v>88</c:v>
                </c:pt>
                <c:pt idx="9046">
                  <c:v>68</c:v>
                </c:pt>
                <c:pt idx="9047">
                  <c:v>39</c:v>
                </c:pt>
                <c:pt idx="9048">
                  <c:v>29.95</c:v>
                </c:pt>
                <c:pt idx="9049">
                  <c:v>45</c:v>
                </c:pt>
                <c:pt idx="9050">
                  <c:v>71.28</c:v>
                </c:pt>
                <c:pt idx="9051">
                  <c:v>37.29</c:v>
                </c:pt>
                <c:pt idx="9052">
                  <c:v>24</c:v>
                </c:pt>
                <c:pt idx="9053">
                  <c:v>170</c:v>
                </c:pt>
                <c:pt idx="9054">
                  <c:v>190</c:v>
                </c:pt>
                <c:pt idx="9055">
                  <c:v>58</c:v>
                </c:pt>
                <c:pt idx="9056">
                  <c:v>75</c:v>
                </c:pt>
                <c:pt idx="9057">
                  <c:v>38</c:v>
                </c:pt>
                <c:pt idx="9058">
                  <c:v>52.32</c:v>
                </c:pt>
                <c:pt idx="9059">
                  <c:v>58</c:v>
                </c:pt>
                <c:pt idx="9060">
                  <c:v>45</c:v>
                </c:pt>
                <c:pt idx="9061">
                  <c:v>68</c:v>
                </c:pt>
                <c:pt idx="9062">
                  <c:v>76.16</c:v>
                </c:pt>
                <c:pt idx="9063">
                  <c:v>180</c:v>
                </c:pt>
                <c:pt idx="9064">
                  <c:v>149</c:v>
                </c:pt>
                <c:pt idx="9065">
                  <c:v>126</c:v>
                </c:pt>
                <c:pt idx="9066">
                  <c:v>87</c:v>
                </c:pt>
                <c:pt idx="9067">
                  <c:v>103</c:v>
                </c:pt>
                <c:pt idx="9068">
                  <c:v>67.77</c:v>
                </c:pt>
                <c:pt idx="9069">
                  <c:v>50</c:v>
                </c:pt>
                <c:pt idx="9070">
                  <c:v>65</c:v>
                </c:pt>
                <c:pt idx="9071">
                  <c:v>84.53</c:v>
                </c:pt>
                <c:pt idx="9072">
                  <c:v>180</c:v>
                </c:pt>
                <c:pt idx="9073">
                  <c:v>110</c:v>
                </c:pt>
                <c:pt idx="9074">
                  <c:v>110</c:v>
                </c:pt>
                <c:pt idx="9075">
                  <c:v>45.68</c:v>
                </c:pt>
                <c:pt idx="9076">
                  <c:v>70</c:v>
                </c:pt>
                <c:pt idx="9077">
                  <c:v>129</c:v>
                </c:pt>
                <c:pt idx="9078">
                  <c:v>70</c:v>
                </c:pt>
                <c:pt idx="9079">
                  <c:v>78</c:v>
                </c:pt>
                <c:pt idx="9080">
                  <c:v>58</c:v>
                </c:pt>
                <c:pt idx="9081">
                  <c:v>50</c:v>
                </c:pt>
                <c:pt idx="9082">
                  <c:v>65</c:v>
                </c:pt>
                <c:pt idx="9083">
                  <c:v>62.63</c:v>
                </c:pt>
                <c:pt idx="9084">
                  <c:v>32.67</c:v>
                </c:pt>
                <c:pt idx="9085">
                  <c:v>57</c:v>
                </c:pt>
                <c:pt idx="9086">
                  <c:v>125</c:v>
                </c:pt>
                <c:pt idx="9087">
                  <c:v>140</c:v>
                </c:pt>
                <c:pt idx="9088">
                  <c:v>45</c:v>
                </c:pt>
                <c:pt idx="9089">
                  <c:v>43</c:v>
                </c:pt>
                <c:pt idx="9090">
                  <c:v>31</c:v>
                </c:pt>
                <c:pt idx="9091">
                  <c:v>130</c:v>
                </c:pt>
                <c:pt idx="9092">
                  <c:v>66.73</c:v>
                </c:pt>
                <c:pt idx="9093">
                  <c:v>41</c:v>
                </c:pt>
                <c:pt idx="9094">
                  <c:v>125</c:v>
                </c:pt>
                <c:pt idx="9095">
                  <c:v>68</c:v>
                </c:pt>
                <c:pt idx="9096">
                  <c:v>204</c:v>
                </c:pt>
                <c:pt idx="9097">
                  <c:v>25.88</c:v>
                </c:pt>
                <c:pt idx="9098">
                  <c:v>42</c:v>
                </c:pt>
                <c:pt idx="9099">
                  <c:v>38</c:v>
                </c:pt>
                <c:pt idx="9100">
                  <c:v>41</c:v>
                </c:pt>
                <c:pt idx="9101">
                  <c:v>33.1</c:v>
                </c:pt>
                <c:pt idx="9102">
                  <c:v>85</c:v>
                </c:pt>
                <c:pt idx="9103">
                  <c:v>115</c:v>
                </c:pt>
                <c:pt idx="9104">
                  <c:v>10</c:v>
                </c:pt>
                <c:pt idx="9105">
                  <c:v>62.93</c:v>
                </c:pt>
                <c:pt idx="9106">
                  <c:v>68</c:v>
                </c:pt>
                <c:pt idx="9107">
                  <c:v>93</c:v>
                </c:pt>
                <c:pt idx="9108">
                  <c:v>42</c:v>
                </c:pt>
                <c:pt idx="9109">
                  <c:v>38.5</c:v>
                </c:pt>
                <c:pt idx="9110">
                  <c:v>71</c:v>
                </c:pt>
                <c:pt idx="9111">
                  <c:v>43</c:v>
                </c:pt>
                <c:pt idx="9112">
                  <c:v>33.5</c:v>
                </c:pt>
                <c:pt idx="9113">
                  <c:v>139</c:v>
                </c:pt>
                <c:pt idx="9114">
                  <c:v>63</c:v>
                </c:pt>
                <c:pt idx="9115">
                  <c:v>125</c:v>
                </c:pt>
                <c:pt idx="9116">
                  <c:v>124</c:v>
                </c:pt>
                <c:pt idx="9117">
                  <c:v>56.5</c:v>
                </c:pt>
                <c:pt idx="9118">
                  <c:v>107</c:v>
                </c:pt>
                <c:pt idx="9119">
                  <c:v>130</c:v>
                </c:pt>
                <c:pt idx="9120">
                  <c:v>40</c:v>
                </c:pt>
                <c:pt idx="9121">
                  <c:v>65</c:v>
                </c:pt>
                <c:pt idx="9122">
                  <c:v>77</c:v>
                </c:pt>
                <c:pt idx="9123">
                  <c:v>19.899999999999999</c:v>
                </c:pt>
                <c:pt idx="9124">
                  <c:v>15</c:v>
                </c:pt>
                <c:pt idx="9125">
                  <c:v>90</c:v>
                </c:pt>
                <c:pt idx="9126">
                  <c:v>58</c:v>
                </c:pt>
                <c:pt idx="9127">
                  <c:v>40.43</c:v>
                </c:pt>
                <c:pt idx="9128">
                  <c:v>95</c:v>
                </c:pt>
                <c:pt idx="9129">
                  <c:v>108</c:v>
                </c:pt>
                <c:pt idx="9130">
                  <c:v>56</c:v>
                </c:pt>
                <c:pt idx="9131">
                  <c:v>39</c:v>
                </c:pt>
                <c:pt idx="9132">
                  <c:v>100</c:v>
                </c:pt>
                <c:pt idx="9133">
                  <c:v>70</c:v>
                </c:pt>
                <c:pt idx="9134">
                  <c:v>58</c:v>
                </c:pt>
                <c:pt idx="9135">
                  <c:v>54</c:v>
                </c:pt>
                <c:pt idx="9136">
                  <c:v>80.3</c:v>
                </c:pt>
                <c:pt idx="9137">
                  <c:v>41.18</c:v>
                </c:pt>
                <c:pt idx="9138">
                  <c:v>88</c:v>
                </c:pt>
                <c:pt idx="9139">
                  <c:v>90</c:v>
                </c:pt>
                <c:pt idx="9140">
                  <c:v>55</c:v>
                </c:pt>
                <c:pt idx="9141">
                  <c:v>74.930000000000007</c:v>
                </c:pt>
                <c:pt idx="9142">
                  <c:v>57</c:v>
                </c:pt>
                <c:pt idx="9143">
                  <c:v>67</c:v>
                </c:pt>
                <c:pt idx="9144">
                  <c:v>46</c:v>
                </c:pt>
                <c:pt idx="9145">
                  <c:v>200</c:v>
                </c:pt>
                <c:pt idx="9146">
                  <c:v>58</c:v>
                </c:pt>
                <c:pt idx="9147">
                  <c:v>73.95</c:v>
                </c:pt>
                <c:pt idx="9148">
                  <c:v>76</c:v>
                </c:pt>
                <c:pt idx="9149">
                  <c:v>43</c:v>
                </c:pt>
                <c:pt idx="9150">
                  <c:v>47.39</c:v>
                </c:pt>
                <c:pt idx="9151">
                  <c:v>81</c:v>
                </c:pt>
                <c:pt idx="9152">
                  <c:v>68</c:v>
                </c:pt>
                <c:pt idx="9153">
                  <c:v>85</c:v>
                </c:pt>
                <c:pt idx="9154">
                  <c:v>54</c:v>
                </c:pt>
                <c:pt idx="9155">
                  <c:v>42.28</c:v>
                </c:pt>
                <c:pt idx="9156">
                  <c:v>40</c:v>
                </c:pt>
                <c:pt idx="9157">
                  <c:v>46</c:v>
                </c:pt>
                <c:pt idx="9158">
                  <c:v>115</c:v>
                </c:pt>
                <c:pt idx="9159">
                  <c:v>47.32</c:v>
                </c:pt>
                <c:pt idx="9160">
                  <c:v>105</c:v>
                </c:pt>
                <c:pt idx="9161">
                  <c:v>65</c:v>
                </c:pt>
                <c:pt idx="9162">
                  <c:v>40</c:v>
                </c:pt>
                <c:pt idx="9163">
                  <c:v>17</c:v>
                </c:pt>
                <c:pt idx="9164">
                  <c:v>80</c:v>
                </c:pt>
                <c:pt idx="9165">
                  <c:v>43</c:v>
                </c:pt>
                <c:pt idx="9166">
                  <c:v>42.48</c:v>
                </c:pt>
                <c:pt idx="9167">
                  <c:v>51</c:v>
                </c:pt>
                <c:pt idx="9168">
                  <c:v>44</c:v>
                </c:pt>
                <c:pt idx="9169">
                  <c:v>13.5</c:v>
                </c:pt>
                <c:pt idx="9170">
                  <c:v>78</c:v>
                </c:pt>
                <c:pt idx="9171">
                  <c:v>56</c:v>
                </c:pt>
                <c:pt idx="9172">
                  <c:v>42</c:v>
                </c:pt>
                <c:pt idx="9173">
                  <c:v>75.989999999999995</c:v>
                </c:pt>
                <c:pt idx="9174">
                  <c:v>59</c:v>
                </c:pt>
                <c:pt idx="9175">
                  <c:v>102</c:v>
                </c:pt>
                <c:pt idx="9176">
                  <c:v>69</c:v>
                </c:pt>
                <c:pt idx="9177">
                  <c:v>36</c:v>
                </c:pt>
                <c:pt idx="9178">
                  <c:v>110</c:v>
                </c:pt>
                <c:pt idx="9179">
                  <c:v>45</c:v>
                </c:pt>
                <c:pt idx="9180">
                  <c:v>140</c:v>
                </c:pt>
                <c:pt idx="9181">
                  <c:v>64</c:v>
                </c:pt>
                <c:pt idx="9182">
                  <c:v>250</c:v>
                </c:pt>
                <c:pt idx="9183">
                  <c:v>28</c:v>
                </c:pt>
                <c:pt idx="9184">
                  <c:v>160</c:v>
                </c:pt>
                <c:pt idx="9185">
                  <c:v>77.989999999999995</c:v>
                </c:pt>
                <c:pt idx="9186">
                  <c:v>46</c:v>
                </c:pt>
                <c:pt idx="9187">
                  <c:v>107</c:v>
                </c:pt>
                <c:pt idx="9188">
                  <c:v>25</c:v>
                </c:pt>
                <c:pt idx="9189">
                  <c:v>65</c:v>
                </c:pt>
                <c:pt idx="9190">
                  <c:v>150</c:v>
                </c:pt>
                <c:pt idx="9191">
                  <c:v>120</c:v>
                </c:pt>
                <c:pt idx="9192">
                  <c:v>51.91</c:v>
                </c:pt>
                <c:pt idx="9193">
                  <c:v>25</c:v>
                </c:pt>
                <c:pt idx="9194">
                  <c:v>70</c:v>
                </c:pt>
                <c:pt idx="9195">
                  <c:v>24.8</c:v>
                </c:pt>
                <c:pt idx="9196">
                  <c:v>57</c:v>
                </c:pt>
                <c:pt idx="9197">
                  <c:v>62</c:v>
                </c:pt>
                <c:pt idx="9198">
                  <c:v>70</c:v>
                </c:pt>
                <c:pt idx="9199">
                  <c:v>172</c:v>
                </c:pt>
                <c:pt idx="9200">
                  <c:v>56</c:v>
                </c:pt>
                <c:pt idx="9201">
                  <c:v>102</c:v>
                </c:pt>
                <c:pt idx="9202">
                  <c:v>115</c:v>
                </c:pt>
                <c:pt idx="9203">
                  <c:v>45</c:v>
                </c:pt>
                <c:pt idx="9204">
                  <c:v>135</c:v>
                </c:pt>
                <c:pt idx="9205">
                  <c:v>77</c:v>
                </c:pt>
                <c:pt idx="9206">
                  <c:v>62</c:v>
                </c:pt>
                <c:pt idx="9207">
                  <c:v>140</c:v>
                </c:pt>
                <c:pt idx="9208">
                  <c:v>87</c:v>
                </c:pt>
                <c:pt idx="9209">
                  <c:v>110</c:v>
                </c:pt>
                <c:pt idx="9210">
                  <c:v>52.35</c:v>
                </c:pt>
                <c:pt idx="9211">
                  <c:v>36</c:v>
                </c:pt>
                <c:pt idx="9212">
                  <c:v>46</c:v>
                </c:pt>
                <c:pt idx="9213">
                  <c:v>29.6</c:v>
                </c:pt>
                <c:pt idx="9214">
                  <c:v>59.6</c:v>
                </c:pt>
                <c:pt idx="9215">
                  <c:v>140</c:v>
                </c:pt>
                <c:pt idx="9216">
                  <c:v>78</c:v>
                </c:pt>
                <c:pt idx="9217">
                  <c:v>108</c:v>
                </c:pt>
                <c:pt idx="9218">
                  <c:v>88</c:v>
                </c:pt>
                <c:pt idx="9219">
                  <c:v>28.57</c:v>
                </c:pt>
                <c:pt idx="9220">
                  <c:v>38</c:v>
                </c:pt>
                <c:pt idx="9221">
                  <c:v>33.340000000000003</c:v>
                </c:pt>
                <c:pt idx="9222">
                  <c:v>71</c:v>
                </c:pt>
                <c:pt idx="9223">
                  <c:v>39.33</c:v>
                </c:pt>
                <c:pt idx="9224">
                  <c:v>84.22</c:v>
                </c:pt>
                <c:pt idx="9225">
                  <c:v>50.66</c:v>
                </c:pt>
                <c:pt idx="9226">
                  <c:v>125</c:v>
                </c:pt>
                <c:pt idx="9227">
                  <c:v>85</c:v>
                </c:pt>
                <c:pt idx="9228">
                  <c:v>63.43</c:v>
                </c:pt>
                <c:pt idx="9229">
                  <c:v>52.81</c:v>
                </c:pt>
                <c:pt idx="9230">
                  <c:v>90</c:v>
                </c:pt>
                <c:pt idx="9231">
                  <c:v>170</c:v>
                </c:pt>
                <c:pt idx="9232">
                  <c:v>69.459999999999994</c:v>
                </c:pt>
                <c:pt idx="9233">
                  <c:v>59.76</c:v>
                </c:pt>
                <c:pt idx="9234">
                  <c:v>64.08</c:v>
                </c:pt>
                <c:pt idx="9235">
                  <c:v>73</c:v>
                </c:pt>
                <c:pt idx="9236">
                  <c:v>21.5</c:v>
                </c:pt>
                <c:pt idx="9237">
                  <c:v>170</c:v>
                </c:pt>
                <c:pt idx="9238">
                  <c:v>48</c:v>
                </c:pt>
                <c:pt idx="9239">
                  <c:v>44.5</c:v>
                </c:pt>
                <c:pt idx="9240">
                  <c:v>69.430000000000007</c:v>
                </c:pt>
                <c:pt idx="9241">
                  <c:v>100</c:v>
                </c:pt>
                <c:pt idx="9242">
                  <c:v>60</c:v>
                </c:pt>
                <c:pt idx="9243">
                  <c:v>65</c:v>
                </c:pt>
                <c:pt idx="9244">
                  <c:v>68.63</c:v>
                </c:pt>
                <c:pt idx="9245">
                  <c:v>123</c:v>
                </c:pt>
                <c:pt idx="9246">
                  <c:v>117</c:v>
                </c:pt>
                <c:pt idx="9247">
                  <c:v>92</c:v>
                </c:pt>
                <c:pt idx="9248">
                  <c:v>32</c:v>
                </c:pt>
                <c:pt idx="9249">
                  <c:v>25</c:v>
                </c:pt>
                <c:pt idx="9250">
                  <c:v>64.150000000000006</c:v>
                </c:pt>
                <c:pt idx="9251">
                  <c:v>22.8</c:v>
                </c:pt>
                <c:pt idx="9252">
                  <c:v>155</c:v>
                </c:pt>
                <c:pt idx="9253">
                  <c:v>50</c:v>
                </c:pt>
                <c:pt idx="9254">
                  <c:v>35</c:v>
                </c:pt>
                <c:pt idx="9255">
                  <c:v>60</c:v>
                </c:pt>
                <c:pt idx="9256">
                  <c:v>69</c:v>
                </c:pt>
                <c:pt idx="9257">
                  <c:v>75</c:v>
                </c:pt>
                <c:pt idx="9258">
                  <c:v>42.66</c:v>
                </c:pt>
                <c:pt idx="9259">
                  <c:v>115</c:v>
                </c:pt>
                <c:pt idx="9260">
                  <c:v>96.5</c:v>
                </c:pt>
                <c:pt idx="9261">
                  <c:v>40.984999999999999</c:v>
                </c:pt>
                <c:pt idx="9262">
                  <c:v>38</c:v>
                </c:pt>
                <c:pt idx="9263">
                  <c:v>98.49</c:v>
                </c:pt>
                <c:pt idx="9264">
                  <c:v>50</c:v>
                </c:pt>
                <c:pt idx="9265">
                  <c:v>75</c:v>
                </c:pt>
                <c:pt idx="9266">
                  <c:v>67</c:v>
                </c:pt>
                <c:pt idx="9267">
                  <c:v>46</c:v>
                </c:pt>
                <c:pt idx="9268">
                  <c:v>113</c:v>
                </c:pt>
                <c:pt idx="9269">
                  <c:v>47.25</c:v>
                </c:pt>
                <c:pt idx="9270">
                  <c:v>57.32</c:v>
                </c:pt>
                <c:pt idx="9271">
                  <c:v>120</c:v>
                </c:pt>
                <c:pt idx="9272">
                  <c:v>135</c:v>
                </c:pt>
                <c:pt idx="9273">
                  <c:v>60</c:v>
                </c:pt>
                <c:pt idx="9274">
                  <c:v>46.5</c:v>
                </c:pt>
                <c:pt idx="9275">
                  <c:v>88</c:v>
                </c:pt>
                <c:pt idx="9276">
                  <c:v>35</c:v>
                </c:pt>
                <c:pt idx="9277">
                  <c:v>208</c:v>
                </c:pt>
                <c:pt idx="9278">
                  <c:v>38.5</c:v>
                </c:pt>
                <c:pt idx="9279">
                  <c:v>53.7</c:v>
                </c:pt>
                <c:pt idx="9280">
                  <c:v>60</c:v>
                </c:pt>
                <c:pt idx="9281">
                  <c:v>225</c:v>
                </c:pt>
                <c:pt idx="9282">
                  <c:v>45</c:v>
                </c:pt>
                <c:pt idx="9283">
                  <c:v>42.8</c:v>
                </c:pt>
                <c:pt idx="9284">
                  <c:v>46.13</c:v>
                </c:pt>
                <c:pt idx="9285">
                  <c:v>175</c:v>
                </c:pt>
                <c:pt idx="9286">
                  <c:v>74</c:v>
                </c:pt>
                <c:pt idx="9287">
                  <c:v>69.61</c:v>
                </c:pt>
                <c:pt idx="9288">
                  <c:v>40</c:v>
                </c:pt>
                <c:pt idx="9289">
                  <c:v>23.65</c:v>
                </c:pt>
                <c:pt idx="9290">
                  <c:v>134</c:v>
                </c:pt>
                <c:pt idx="9291">
                  <c:v>96</c:v>
                </c:pt>
                <c:pt idx="9292">
                  <c:v>90</c:v>
                </c:pt>
                <c:pt idx="9293">
                  <c:v>240</c:v>
                </c:pt>
                <c:pt idx="9294">
                  <c:v>165</c:v>
                </c:pt>
                <c:pt idx="9295">
                  <c:v>86</c:v>
                </c:pt>
                <c:pt idx="9296">
                  <c:v>54.27</c:v>
                </c:pt>
                <c:pt idx="9297">
                  <c:v>135</c:v>
                </c:pt>
                <c:pt idx="9298">
                  <c:v>41.51</c:v>
                </c:pt>
                <c:pt idx="9299">
                  <c:v>45.84</c:v>
                </c:pt>
                <c:pt idx="9300">
                  <c:v>104</c:v>
                </c:pt>
                <c:pt idx="9301">
                  <c:v>58.56</c:v>
                </c:pt>
                <c:pt idx="9302">
                  <c:v>96</c:v>
                </c:pt>
                <c:pt idx="9303">
                  <c:v>50</c:v>
                </c:pt>
                <c:pt idx="9304">
                  <c:v>78</c:v>
                </c:pt>
                <c:pt idx="9305">
                  <c:v>55</c:v>
                </c:pt>
                <c:pt idx="9306">
                  <c:v>78</c:v>
                </c:pt>
                <c:pt idx="9307">
                  <c:v>60</c:v>
                </c:pt>
                <c:pt idx="9308">
                  <c:v>45</c:v>
                </c:pt>
                <c:pt idx="9309">
                  <c:v>52</c:v>
                </c:pt>
                <c:pt idx="9310">
                  <c:v>85</c:v>
                </c:pt>
                <c:pt idx="9311">
                  <c:v>58.3</c:v>
                </c:pt>
                <c:pt idx="9312">
                  <c:v>120</c:v>
                </c:pt>
                <c:pt idx="9313">
                  <c:v>55</c:v>
                </c:pt>
                <c:pt idx="9314">
                  <c:v>95</c:v>
                </c:pt>
                <c:pt idx="9315">
                  <c:v>125</c:v>
                </c:pt>
                <c:pt idx="9316">
                  <c:v>71.05</c:v>
                </c:pt>
                <c:pt idx="9317">
                  <c:v>53</c:v>
                </c:pt>
                <c:pt idx="9318">
                  <c:v>90</c:v>
                </c:pt>
                <c:pt idx="9319">
                  <c:v>42.6</c:v>
                </c:pt>
                <c:pt idx="9320">
                  <c:v>225</c:v>
                </c:pt>
                <c:pt idx="9321">
                  <c:v>78</c:v>
                </c:pt>
                <c:pt idx="9322">
                  <c:v>57.91</c:v>
                </c:pt>
                <c:pt idx="9323">
                  <c:v>78</c:v>
                </c:pt>
                <c:pt idx="9324">
                  <c:v>76</c:v>
                </c:pt>
                <c:pt idx="9325">
                  <c:v>200</c:v>
                </c:pt>
                <c:pt idx="9326">
                  <c:v>97</c:v>
                </c:pt>
                <c:pt idx="9327">
                  <c:v>38.92</c:v>
                </c:pt>
                <c:pt idx="9328">
                  <c:v>35</c:v>
                </c:pt>
                <c:pt idx="9329">
                  <c:v>55</c:v>
                </c:pt>
                <c:pt idx="9330">
                  <c:v>72</c:v>
                </c:pt>
                <c:pt idx="9331">
                  <c:v>38.68</c:v>
                </c:pt>
                <c:pt idx="9332">
                  <c:v>28.094999999999999</c:v>
                </c:pt>
                <c:pt idx="9333">
                  <c:v>55</c:v>
                </c:pt>
                <c:pt idx="9334">
                  <c:v>32.92</c:v>
                </c:pt>
                <c:pt idx="9335">
                  <c:v>310</c:v>
                </c:pt>
                <c:pt idx="9336">
                  <c:v>30</c:v>
                </c:pt>
                <c:pt idx="9337">
                  <c:v>65</c:v>
                </c:pt>
                <c:pt idx="9338">
                  <c:v>95</c:v>
                </c:pt>
                <c:pt idx="9339">
                  <c:v>60</c:v>
                </c:pt>
                <c:pt idx="9340">
                  <c:v>178</c:v>
                </c:pt>
                <c:pt idx="9341">
                  <c:v>56</c:v>
                </c:pt>
                <c:pt idx="9342">
                  <c:v>89.5</c:v>
                </c:pt>
                <c:pt idx="9343">
                  <c:v>45</c:v>
                </c:pt>
                <c:pt idx="9344">
                  <c:v>125</c:v>
                </c:pt>
                <c:pt idx="9345">
                  <c:v>105</c:v>
                </c:pt>
                <c:pt idx="9346">
                  <c:v>58.5</c:v>
                </c:pt>
                <c:pt idx="9347">
                  <c:v>75</c:v>
                </c:pt>
                <c:pt idx="9348">
                  <c:v>180</c:v>
                </c:pt>
                <c:pt idx="9349">
                  <c:v>72</c:v>
                </c:pt>
                <c:pt idx="9350">
                  <c:v>67</c:v>
                </c:pt>
                <c:pt idx="9351">
                  <c:v>125</c:v>
                </c:pt>
                <c:pt idx="9352">
                  <c:v>225</c:v>
                </c:pt>
                <c:pt idx="9353">
                  <c:v>42</c:v>
                </c:pt>
                <c:pt idx="9354">
                  <c:v>66</c:v>
                </c:pt>
                <c:pt idx="9355">
                  <c:v>156</c:v>
                </c:pt>
                <c:pt idx="9356">
                  <c:v>130</c:v>
                </c:pt>
                <c:pt idx="9357">
                  <c:v>70</c:v>
                </c:pt>
                <c:pt idx="9358">
                  <c:v>51</c:v>
                </c:pt>
                <c:pt idx="9359">
                  <c:v>52.5</c:v>
                </c:pt>
                <c:pt idx="9360">
                  <c:v>32.49</c:v>
                </c:pt>
                <c:pt idx="9361">
                  <c:v>92.63</c:v>
                </c:pt>
                <c:pt idx="9362">
                  <c:v>57</c:v>
                </c:pt>
                <c:pt idx="9363">
                  <c:v>253</c:v>
                </c:pt>
                <c:pt idx="9364">
                  <c:v>73.430000000000007</c:v>
                </c:pt>
                <c:pt idx="9365">
                  <c:v>64.08</c:v>
                </c:pt>
                <c:pt idx="9366">
                  <c:v>90</c:v>
                </c:pt>
                <c:pt idx="9367">
                  <c:v>50</c:v>
                </c:pt>
                <c:pt idx="9368">
                  <c:v>93</c:v>
                </c:pt>
                <c:pt idx="9369">
                  <c:v>32</c:v>
                </c:pt>
                <c:pt idx="9370">
                  <c:v>85.73</c:v>
                </c:pt>
                <c:pt idx="9371">
                  <c:v>72</c:v>
                </c:pt>
                <c:pt idx="9372">
                  <c:v>85.41</c:v>
                </c:pt>
                <c:pt idx="9373">
                  <c:v>17.190000000000001</c:v>
                </c:pt>
                <c:pt idx="9374">
                  <c:v>50</c:v>
                </c:pt>
                <c:pt idx="9375">
                  <c:v>85</c:v>
                </c:pt>
                <c:pt idx="9376">
                  <c:v>73</c:v>
                </c:pt>
                <c:pt idx="9377">
                  <c:v>65</c:v>
                </c:pt>
                <c:pt idx="9378">
                  <c:v>68</c:v>
                </c:pt>
                <c:pt idx="9379">
                  <c:v>124</c:v>
                </c:pt>
                <c:pt idx="9380">
                  <c:v>68</c:v>
                </c:pt>
                <c:pt idx="9381">
                  <c:v>56</c:v>
                </c:pt>
                <c:pt idx="9382">
                  <c:v>95</c:v>
                </c:pt>
                <c:pt idx="9383">
                  <c:v>70</c:v>
                </c:pt>
                <c:pt idx="9384">
                  <c:v>33.99</c:v>
                </c:pt>
                <c:pt idx="9385">
                  <c:v>62</c:v>
                </c:pt>
                <c:pt idx="9386">
                  <c:v>118</c:v>
                </c:pt>
                <c:pt idx="9387">
                  <c:v>50</c:v>
                </c:pt>
                <c:pt idx="9388">
                  <c:v>54</c:v>
                </c:pt>
                <c:pt idx="9389">
                  <c:v>201</c:v>
                </c:pt>
                <c:pt idx="9390">
                  <c:v>110</c:v>
                </c:pt>
                <c:pt idx="9391">
                  <c:v>46</c:v>
                </c:pt>
                <c:pt idx="9392">
                  <c:v>42</c:v>
                </c:pt>
                <c:pt idx="9393">
                  <c:v>36</c:v>
                </c:pt>
                <c:pt idx="9394">
                  <c:v>36</c:v>
                </c:pt>
                <c:pt idx="9395">
                  <c:v>52</c:v>
                </c:pt>
                <c:pt idx="9396">
                  <c:v>162</c:v>
                </c:pt>
                <c:pt idx="9397">
                  <c:v>54.5</c:v>
                </c:pt>
                <c:pt idx="9398">
                  <c:v>53.7</c:v>
                </c:pt>
                <c:pt idx="9399">
                  <c:v>180</c:v>
                </c:pt>
                <c:pt idx="9400">
                  <c:v>27</c:v>
                </c:pt>
                <c:pt idx="9401">
                  <c:v>79.540000000000006</c:v>
                </c:pt>
                <c:pt idx="9402">
                  <c:v>44</c:v>
                </c:pt>
                <c:pt idx="9403">
                  <c:v>70</c:v>
                </c:pt>
                <c:pt idx="9404">
                  <c:v>120</c:v>
                </c:pt>
                <c:pt idx="9405">
                  <c:v>75</c:v>
                </c:pt>
                <c:pt idx="9406">
                  <c:v>80</c:v>
                </c:pt>
                <c:pt idx="9407">
                  <c:v>55</c:v>
                </c:pt>
                <c:pt idx="9408">
                  <c:v>110</c:v>
                </c:pt>
                <c:pt idx="9409">
                  <c:v>55</c:v>
                </c:pt>
                <c:pt idx="9410">
                  <c:v>58</c:v>
                </c:pt>
                <c:pt idx="9411">
                  <c:v>39</c:v>
                </c:pt>
                <c:pt idx="9412">
                  <c:v>175</c:v>
                </c:pt>
                <c:pt idx="9413">
                  <c:v>34.659999999999997</c:v>
                </c:pt>
                <c:pt idx="9414">
                  <c:v>75</c:v>
                </c:pt>
                <c:pt idx="9415">
                  <c:v>56</c:v>
                </c:pt>
                <c:pt idx="9416">
                  <c:v>75</c:v>
                </c:pt>
                <c:pt idx="9417">
                  <c:v>42.85</c:v>
                </c:pt>
                <c:pt idx="9418">
                  <c:v>74.52</c:v>
                </c:pt>
                <c:pt idx="9419">
                  <c:v>110</c:v>
                </c:pt>
                <c:pt idx="9420">
                  <c:v>180</c:v>
                </c:pt>
                <c:pt idx="9421">
                  <c:v>30.22</c:v>
                </c:pt>
                <c:pt idx="9422">
                  <c:v>56</c:v>
                </c:pt>
                <c:pt idx="9423">
                  <c:v>68</c:v>
                </c:pt>
                <c:pt idx="9424">
                  <c:v>70</c:v>
                </c:pt>
                <c:pt idx="9425">
                  <c:v>80</c:v>
                </c:pt>
                <c:pt idx="9426">
                  <c:v>37</c:v>
                </c:pt>
                <c:pt idx="9427">
                  <c:v>115</c:v>
                </c:pt>
                <c:pt idx="9428">
                  <c:v>78</c:v>
                </c:pt>
                <c:pt idx="9429">
                  <c:v>106</c:v>
                </c:pt>
                <c:pt idx="9430">
                  <c:v>80</c:v>
                </c:pt>
                <c:pt idx="9431">
                  <c:v>27</c:v>
                </c:pt>
                <c:pt idx="9432">
                  <c:v>61.52</c:v>
                </c:pt>
                <c:pt idx="9433">
                  <c:v>42.534999999999997</c:v>
                </c:pt>
                <c:pt idx="9434">
                  <c:v>72</c:v>
                </c:pt>
                <c:pt idx="9435">
                  <c:v>68</c:v>
                </c:pt>
                <c:pt idx="9436">
                  <c:v>53</c:v>
                </c:pt>
                <c:pt idx="9437">
                  <c:v>115</c:v>
                </c:pt>
                <c:pt idx="9438">
                  <c:v>37.49</c:v>
                </c:pt>
                <c:pt idx="9439">
                  <c:v>100</c:v>
                </c:pt>
                <c:pt idx="9440">
                  <c:v>390</c:v>
                </c:pt>
                <c:pt idx="9441">
                  <c:v>51</c:v>
                </c:pt>
                <c:pt idx="9442">
                  <c:v>43.58</c:v>
                </c:pt>
                <c:pt idx="9443">
                  <c:v>44</c:v>
                </c:pt>
                <c:pt idx="9444">
                  <c:v>46</c:v>
                </c:pt>
                <c:pt idx="9445">
                  <c:v>100</c:v>
                </c:pt>
                <c:pt idx="9446">
                  <c:v>82</c:v>
                </c:pt>
                <c:pt idx="9447">
                  <c:v>200</c:v>
                </c:pt>
                <c:pt idx="9448">
                  <c:v>90</c:v>
                </c:pt>
                <c:pt idx="9449">
                  <c:v>42</c:v>
                </c:pt>
                <c:pt idx="9450">
                  <c:v>54</c:v>
                </c:pt>
                <c:pt idx="9451">
                  <c:v>60</c:v>
                </c:pt>
                <c:pt idx="9452">
                  <c:v>150</c:v>
                </c:pt>
                <c:pt idx="9453">
                  <c:v>89</c:v>
                </c:pt>
                <c:pt idx="9454">
                  <c:v>80</c:v>
                </c:pt>
                <c:pt idx="9455">
                  <c:v>50</c:v>
                </c:pt>
                <c:pt idx="9456">
                  <c:v>68.48</c:v>
                </c:pt>
                <c:pt idx="9457">
                  <c:v>83.05</c:v>
                </c:pt>
                <c:pt idx="9458">
                  <c:v>44</c:v>
                </c:pt>
                <c:pt idx="9459">
                  <c:v>46.17</c:v>
                </c:pt>
                <c:pt idx="9460">
                  <c:v>58</c:v>
                </c:pt>
                <c:pt idx="9461">
                  <c:v>72</c:v>
                </c:pt>
                <c:pt idx="9462">
                  <c:v>129</c:v>
                </c:pt>
                <c:pt idx="9463">
                  <c:v>112</c:v>
                </c:pt>
                <c:pt idx="9464">
                  <c:v>78</c:v>
                </c:pt>
                <c:pt idx="9465">
                  <c:v>79</c:v>
                </c:pt>
                <c:pt idx="9466">
                  <c:v>77.13</c:v>
                </c:pt>
                <c:pt idx="9467">
                  <c:v>46</c:v>
                </c:pt>
                <c:pt idx="9468">
                  <c:v>60.98</c:v>
                </c:pt>
                <c:pt idx="9469">
                  <c:v>75</c:v>
                </c:pt>
                <c:pt idx="9470">
                  <c:v>75</c:v>
                </c:pt>
                <c:pt idx="9471">
                  <c:v>210</c:v>
                </c:pt>
                <c:pt idx="9472">
                  <c:v>58</c:v>
                </c:pt>
                <c:pt idx="9473">
                  <c:v>96</c:v>
                </c:pt>
                <c:pt idx="9474">
                  <c:v>75</c:v>
                </c:pt>
                <c:pt idx="9475">
                  <c:v>188</c:v>
                </c:pt>
                <c:pt idx="9476">
                  <c:v>65</c:v>
                </c:pt>
                <c:pt idx="9477">
                  <c:v>18</c:v>
                </c:pt>
                <c:pt idx="9478">
                  <c:v>90</c:v>
                </c:pt>
                <c:pt idx="9479">
                  <c:v>75</c:v>
                </c:pt>
                <c:pt idx="9480">
                  <c:v>90</c:v>
                </c:pt>
                <c:pt idx="9481">
                  <c:v>67</c:v>
                </c:pt>
                <c:pt idx="9482">
                  <c:v>67</c:v>
                </c:pt>
                <c:pt idx="9483">
                  <c:v>60</c:v>
                </c:pt>
                <c:pt idx="9484">
                  <c:v>35</c:v>
                </c:pt>
                <c:pt idx="9485">
                  <c:v>79</c:v>
                </c:pt>
                <c:pt idx="9486">
                  <c:v>38</c:v>
                </c:pt>
                <c:pt idx="9487">
                  <c:v>46.13</c:v>
                </c:pt>
                <c:pt idx="9488">
                  <c:v>89</c:v>
                </c:pt>
                <c:pt idx="9489">
                  <c:v>35.4</c:v>
                </c:pt>
                <c:pt idx="9490">
                  <c:v>78.56</c:v>
                </c:pt>
                <c:pt idx="9491">
                  <c:v>45</c:v>
                </c:pt>
                <c:pt idx="9492">
                  <c:v>46</c:v>
                </c:pt>
                <c:pt idx="9493">
                  <c:v>76.34</c:v>
                </c:pt>
                <c:pt idx="9494">
                  <c:v>65</c:v>
                </c:pt>
                <c:pt idx="9495">
                  <c:v>94</c:v>
                </c:pt>
                <c:pt idx="9496">
                  <c:v>89</c:v>
                </c:pt>
                <c:pt idx="9497">
                  <c:v>35</c:v>
                </c:pt>
                <c:pt idx="9498">
                  <c:v>250</c:v>
                </c:pt>
                <c:pt idx="9499">
                  <c:v>78</c:v>
                </c:pt>
                <c:pt idx="9500">
                  <c:v>65</c:v>
                </c:pt>
                <c:pt idx="9501">
                  <c:v>67</c:v>
                </c:pt>
                <c:pt idx="9502">
                  <c:v>72</c:v>
                </c:pt>
                <c:pt idx="9503">
                  <c:v>44.4</c:v>
                </c:pt>
                <c:pt idx="9504">
                  <c:v>73.17</c:v>
                </c:pt>
                <c:pt idx="9505">
                  <c:v>60</c:v>
                </c:pt>
                <c:pt idx="9506">
                  <c:v>95</c:v>
                </c:pt>
                <c:pt idx="9507">
                  <c:v>57</c:v>
                </c:pt>
                <c:pt idx="9508">
                  <c:v>180</c:v>
                </c:pt>
                <c:pt idx="9509">
                  <c:v>30</c:v>
                </c:pt>
                <c:pt idx="9510">
                  <c:v>31.2</c:v>
                </c:pt>
                <c:pt idx="9511">
                  <c:v>65</c:v>
                </c:pt>
                <c:pt idx="9512">
                  <c:v>95</c:v>
                </c:pt>
                <c:pt idx="9513">
                  <c:v>75</c:v>
                </c:pt>
                <c:pt idx="9514">
                  <c:v>40.54</c:v>
                </c:pt>
                <c:pt idx="9515">
                  <c:v>85</c:v>
                </c:pt>
                <c:pt idx="9516">
                  <c:v>43.5</c:v>
                </c:pt>
                <c:pt idx="9517">
                  <c:v>170</c:v>
                </c:pt>
                <c:pt idx="9518">
                  <c:v>89</c:v>
                </c:pt>
                <c:pt idx="9519">
                  <c:v>51.91</c:v>
                </c:pt>
                <c:pt idx="9520">
                  <c:v>75</c:v>
                </c:pt>
                <c:pt idx="9521">
                  <c:v>110</c:v>
                </c:pt>
                <c:pt idx="9522">
                  <c:v>250</c:v>
                </c:pt>
                <c:pt idx="9523">
                  <c:v>90</c:v>
                </c:pt>
                <c:pt idx="9524">
                  <c:v>150</c:v>
                </c:pt>
                <c:pt idx="9525">
                  <c:v>90</c:v>
                </c:pt>
                <c:pt idx="9526">
                  <c:v>74</c:v>
                </c:pt>
                <c:pt idx="9527">
                  <c:v>76</c:v>
                </c:pt>
                <c:pt idx="9528">
                  <c:v>107</c:v>
                </c:pt>
                <c:pt idx="9529">
                  <c:v>70.44</c:v>
                </c:pt>
                <c:pt idx="9530">
                  <c:v>110</c:v>
                </c:pt>
                <c:pt idx="9531">
                  <c:v>103</c:v>
                </c:pt>
                <c:pt idx="9532">
                  <c:v>67.5</c:v>
                </c:pt>
                <c:pt idx="9533">
                  <c:v>65</c:v>
                </c:pt>
                <c:pt idx="9534">
                  <c:v>62</c:v>
                </c:pt>
                <c:pt idx="9535">
                  <c:v>45</c:v>
                </c:pt>
                <c:pt idx="9536">
                  <c:v>75</c:v>
                </c:pt>
                <c:pt idx="9537">
                  <c:v>80</c:v>
                </c:pt>
                <c:pt idx="9538">
                  <c:v>63</c:v>
                </c:pt>
                <c:pt idx="9539">
                  <c:v>36.5</c:v>
                </c:pt>
                <c:pt idx="9540">
                  <c:v>44</c:v>
                </c:pt>
                <c:pt idx="9541">
                  <c:v>75</c:v>
                </c:pt>
                <c:pt idx="9542">
                  <c:v>24.86</c:v>
                </c:pt>
                <c:pt idx="9543">
                  <c:v>80</c:v>
                </c:pt>
                <c:pt idx="9544">
                  <c:v>46</c:v>
                </c:pt>
                <c:pt idx="9545">
                  <c:v>50</c:v>
                </c:pt>
                <c:pt idx="9546">
                  <c:v>25.53</c:v>
                </c:pt>
                <c:pt idx="9547">
                  <c:v>49.36</c:v>
                </c:pt>
                <c:pt idx="9548">
                  <c:v>135</c:v>
                </c:pt>
                <c:pt idx="9549">
                  <c:v>39</c:v>
                </c:pt>
                <c:pt idx="9550">
                  <c:v>38.119999999999997</c:v>
                </c:pt>
                <c:pt idx="9551">
                  <c:v>105</c:v>
                </c:pt>
                <c:pt idx="9552">
                  <c:v>62.15</c:v>
                </c:pt>
                <c:pt idx="9553">
                  <c:v>66</c:v>
                </c:pt>
                <c:pt idx="9554">
                  <c:v>140</c:v>
                </c:pt>
                <c:pt idx="9555">
                  <c:v>90</c:v>
                </c:pt>
                <c:pt idx="9556">
                  <c:v>59</c:v>
                </c:pt>
                <c:pt idx="9557">
                  <c:v>36.4</c:v>
                </c:pt>
                <c:pt idx="9558">
                  <c:v>115</c:v>
                </c:pt>
                <c:pt idx="9559">
                  <c:v>212</c:v>
                </c:pt>
                <c:pt idx="9560">
                  <c:v>165</c:v>
                </c:pt>
                <c:pt idx="9561">
                  <c:v>309</c:v>
                </c:pt>
                <c:pt idx="9562">
                  <c:v>100</c:v>
                </c:pt>
                <c:pt idx="9563">
                  <c:v>53.104999999999997</c:v>
                </c:pt>
                <c:pt idx="9564">
                  <c:v>40</c:v>
                </c:pt>
                <c:pt idx="9565">
                  <c:v>130</c:v>
                </c:pt>
                <c:pt idx="9566">
                  <c:v>44</c:v>
                </c:pt>
                <c:pt idx="9567">
                  <c:v>52.82</c:v>
                </c:pt>
                <c:pt idx="9568">
                  <c:v>18</c:v>
                </c:pt>
                <c:pt idx="9569">
                  <c:v>52</c:v>
                </c:pt>
                <c:pt idx="9570">
                  <c:v>90</c:v>
                </c:pt>
                <c:pt idx="9571">
                  <c:v>57</c:v>
                </c:pt>
                <c:pt idx="9572">
                  <c:v>63</c:v>
                </c:pt>
                <c:pt idx="9573">
                  <c:v>58</c:v>
                </c:pt>
                <c:pt idx="9574">
                  <c:v>65</c:v>
                </c:pt>
                <c:pt idx="9575">
                  <c:v>67.5</c:v>
                </c:pt>
                <c:pt idx="9576">
                  <c:v>90.2</c:v>
                </c:pt>
                <c:pt idx="9577">
                  <c:v>32</c:v>
                </c:pt>
                <c:pt idx="9578">
                  <c:v>75.48</c:v>
                </c:pt>
                <c:pt idx="9579">
                  <c:v>13</c:v>
                </c:pt>
                <c:pt idx="9580">
                  <c:v>125</c:v>
                </c:pt>
                <c:pt idx="9581">
                  <c:v>36.44</c:v>
                </c:pt>
                <c:pt idx="9582">
                  <c:v>48.4</c:v>
                </c:pt>
                <c:pt idx="9583">
                  <c:v>90</c:v>
                </c:pt>
                <c:pt idx="9584">
                  <c:v>65</c:v>
                </c:pt>
                <c:pt idx="9585">
                  <c:v>60</c:v>
                </c:pt>
                <c:pt idx="9586">
                  <c:v>39.5</c:v>
                </c:pt>
                <c:pt idx="9587">
                  <c:v>41</c:v>
                </c:pt>
                <c:pt idx="9588">
                  <c:v>45</c:v>
                </c:pt>
                <c:pt idx="9589">
                  <c:v>70</c:v>
                </c:pt>
                <c:pt idx="9590">
                  <c:v>115</c:v>
                </c:pt>
                <c:pt idx="9591">
                  <c:v>55</c:v>
                </c:pt>
                <c:pt idx="9592">
                  <c:v>42</c:v>
                </c:pt>
                <c:pt idx="9593">
                  <c:v>46</c:v>
                </c:pt>
                <c:pt idx="9594">
                  <c:v>44.5</c:v>
                </c:pt>
                <c:pt idx="9595">
                  <c:v>55</c:v>
                </c:pt>
                <c:pt idx="9596">
                  <c:v>115</c:v>
                </c:pt>
                <c:pt idx="9597">
                  <c:v>76</c:v>
                </c:pt>
                <c:pt idx="9598">
                  <c:v>32</c:v>
                </c:pt>
                <c:pt idx="9599">
                  <c:v>47</c:v>
                </c:pt>
                <c:pt idx="9600">
                  <c:v>30</c:v>
                </c:pt>
                <c:pt idx="9601">
                  <c:v>38</c:v>
                </c:pt>
                <c:pt idx="9602">
                  <c:v>114</c:v>
                </c:pt>
                <c:pt idx="9603">
                  <c:v>64.11</c:v>
                </c:pt>
                <c:pt idx="9604">
                  <c:v>55</c:v>
                </c:pt>
                <c:pt idx="9605">
                  <c:v>78</c:v>
                </c:pt>
                <c:pt idx="9606">
                  <c:v>47</c:v>
                </c:pt>
                <c:pt idx="9607">
                  <c:v>90</c:v>
                </c:pt>
                <c:pt idx="9608">
                  <c:v>35.799999999999997</c:v>
                </c:pt>
                <c:pt idx="9609">
                  <c:v>65</c:v>
                </c:pt>
                <c:pt idx="9610">
                  <c:v>68.5</c:v>
                </c:pt>
                <c:pt idx="9611">
                  <c:v>43.5</c:v>
                </c:pt>
                <c:pt idx="9612">
                  <c:v>74</c:v>
                </c:pt>
                <c:pt idx="9613">
                  <c:v>22</c:v>
                </c:pt>
                <c:pt idx="9614">
                  <c:v>61.5</c:v>
                </c:pt>
                <c:pt idx="9615">
                  <c:v>135</c:v>
                </c:pt>
                <c:pt idx="9616">
                  <c:v>37.770000000000003</c:v>
                </c:pt>
                <c:pt idx="9617">
                  <c:v>73</c:v>
                </c:pt>
                <c:pt idx="9618">
                  <c:v>60</c:v>
                </c:pt>
                <c:pt idx="9619">
                  <c:v>95</c:v>
                </c:pt>
                <c:pt idx="9620">
                  <c:v>66.849999999999994</c:v>
                </c:pt>
                <c:pt idx="9621">
                  <c:v>46.29</c:v>
                </c:pt>
                <c:pt idx="9622">
                  <c:v>89.56</c:v>
                </c:pt>
                <c:pt idx="9623">
                  <c:v>39</c:v>
                </c:pt>
                <c:pt idx="9624">
                  <c:v>50</c:v>
                </c:pt>
                <c:pt idx="9625">
                  <c:v>53</c:v>
                </c:pt>
                <c:pt idx="9626">
                  <c:v>56</c:v>
                </c:pt>
                <c:pt idx="9627">
                  <c:v>59.75</c:v>
                </c:pt>
                <c:pt idx="9628">
                  <c:v>46</c:v>
                </c:pt>
                <c:pt idx="9629">
                  <c:v>85</c:v>
                </c:pt>
                <c:pt idx="9630">
                  <c:v>80.989999999999995</c:v>
                </c:pt>
                <c:pt idx="9631">
                  <c:v>166</c:v>
                </c:pt>
                <c:pt idx="9632">
                  <c:v>128</c:v>
                </c:pt>
                <c:pt idx="9633">
                  <c:v>85</c:v>
                </c:pt>
                <c:pt idx="9634">
                  <c:v>45</c:v>
                </c:pt>
                <c:pt idx="9635">
                  <c:v>90</c:v>
                </c:pt>
                <c:pt idx="9636">
                  <c:v>48</c:v>
                </c:pt>
                <c:pt idx="9637">
                  <c:v>57.5</c:v>
                </c:pt>
                <c:pt idx="9638">
                  <c:v>51</c:v>
                </c:pt>
                <c:pt idx="9639">
                  <c:v>42</c:v>
                </c:pt>
                <c:pt idx="9640">
                  <c:v>51.48</c:v>
                </c:pt>
                <c:pt idx="9641">
                  <c:v>12</c:v>
                </c:pt>
                <c:pt idx="9642">
                  <c:v>39</c:v>
                </c:pt>
                <c:pt idx="9643">
                  <c:v>75</c:v>
                </c:pt>
                <c:pt idx="9644">
                  <c:v>39.5</c:v>
                </c:pt>
                <c:pt idx="9645">
                  <c:v>68</c:v>
                </c:pt>
                <c:pt idx="9646">
                  <c:v>40.5</c:v>
                </c:pt>
                <c:pt idx="9647">
                  <c:v>70</c:v>
                </c:pt>
                <c:pt idx="9648">
                  <c:v>100</c:v>
                </c:pt>
                <c:pt idx="9649">
                  <c:v>59</c:v>
                </c:pt>
                <c:pt idx="9650">
                  <c:v>110</c:v>
                </c:pt>
                <c:pt idx="9651">
                  <c:v>60</c:v>
                </c:pt>
                <c:pt idx="9652">
                  <c:v>26</c:v>
                </c:pt>
                <c:pt idx="9653">
                  <c:v>56.1</c:v>
                </c:pt>
                <c:pt idx="9654">
                  <c:v>122.5</c:v>
                </c:pt>
                <c:pt idx="9655">
                  <c:v>43</c:v>
                </c:pt>
                <c:pt idx="9656">
                  <c:v>85</c:v>
                </c:pt>
                <c:pt idx="9657">
                  <c:v>70</c:v>
                </c:pt>
                <c:pt idx="9658">
                  <c:v>200</c:v>
                </c:pt>
                <c:pt idx="9659">
                  <c:v>185</c:v>
                </c:pt>
                <c:pt idx="9660">
                  <c:v>110</c:v>
                </c:pt>
                <c:pt idx="9661">
                  <c:v>50.74</c:v>
                </c:pt>
                <c:pt idx="9662">
                  <c:v>146</c:v>
                </c:pt>
                <c:pt idx="9663">
                  <c:v>40.79</c:v>
                </c:pt>
                <c:pt idx="9664">
                  <c:v>35</c:v>
                </c:pt>
                <c:pt idx="9665">
                  <c:v>49</c:v>
                </c:pt>
                <c:pt idx="9666">
                  <c:v>220</c:v>
                </c:pt>
                <c:pt idx="9667">
                  <c:v>60</c:v>
                </c:pt>
                <c:pt idx="9668">
                  <c:v>24.95</c:v>
                </c:pt>
                <c:pt idx="9669">
                  <c:v>76</c:v>
                </c:pt>
                <c:pt idx="9670">
                  <c:v>120</c:v>
                </c:pt>
                <c:pt idx="9671">
                  <c:v>75</c:v>
                </c:pt>
                <c:pt idx="9672">
                  <c:v>110</c:v>
                </c:pt>
                <c:pt idx="9673">
                  <c:v>108</c:v>
                </c:pt>
                <c:pt idx="9674">
                  <c:v>69</c:v>
                </c:pt>
                <c:pt idx="9675">
                  <c:v>50</c:v>
                </c:pt>
                <c:pt idx="9676">
                  <c:v>56</c:v>
                </c:pt>
                <c:pt idx="9677">
                  <c:v>56</c:v>
                </c:pt>
                <c:pt idx="9678">
                  <c:v>40</c:v>
                </c:pt>
                <c:pt idx="9679">
                  <c:v>35</c:v>
                </c:pt>
                <c:pt idx="9680">
                  <c:v>136</c:v>
                </c:pt>
                <c:pt idx="9681">
                  <c:v>43</c:v>
                </c:pt>
                <c:pt idx="9682">
                  <c:v>42.5</c:v>
                </c:pt>
                <c:pt idx="9683">
                  <c:v>44</c:v>
                </c:pt>
                <c:pt idx="9684">
                  <c:v>128</c:v>
                </c:pt>
                <c:pt idx="9685">
                  <c:v>70</c:v>
                </c:pt>
                <c:pt idx="9686">
                  <c:v>31.99</c:v>
                </c:pt>
                <c:pt idx="9687">
                  <c:v>71.81</c:v>
                </c:pt>
                <c:pt idx="9688">
                  <c:v>38</c:v>
                </c:pt>
                <c:pt idx="9689">
                  <c:v>50</c:v>
                </c:pt>
                <c:pt idx="9690">
                  <c:v>32.630000000000003</c:v>
                </c:pt>
                <c:pt idx="9691">
                  <c:v>73</c:v>
                </c:pt>
                <c:pt idx="9692">
                  <c:v>42</c:v>
                </c:pt>
                <c:pt idx="9693">
                  <c:v>83.73</c:v>
                </c:pt>
                <c:pt idx="9694">
                  <c:v>130</c:v>
                </c:pt>
                <c:pt idx="9695">
                  <c:v>44.5</c:v>
                </c:pt>
                <c:pt idx="9696">
                  <c:v>75</c:v>
                </c:pt>
                <c:pt idx="9697">
                  <c:v>45</c:v>
                </c:pt>
                <c:pt idx="9698">
                  <c:v>63</c:v>
                </c:pt>
                <c:pt idx="9699">
                  <c:v>84</c:v>
                </c:pt>
                <c:pt idx="9700">
                  <c:v>42</c:v>
                </c:pt>
                <c:pt idx="9701">
                  <c:v>70</c:v>
                </c:pt>
                <c:pt idx="9702">
                  <c:v>156</c:v>
                </c:pt>
                <c:pt idx="9703">
                  <c:v>101</c:v>
                </c:pt>
                <c:pt idx="9704">
                  <c:v>88</c:v>
                </c:pt>
                <c:pt idx="9705">
                  <c:v>110</c:v>
                </c:pt>
                <c:pt idx="9706">
                  <c:v>51.83</c:v>
                </c:pt>
                <c:pt idx="9707">
                  <c:v>75</c:v>
                </c:pt>
                <c:pt idx="9708">
                  <c:v>50</c:v>
                </c:pt>
                <c:pt idx="9709">
                  <c:v>50.79</c:v>
                </c:pt>
                <c:pt idx="9710">
                  <c:v>55</c:v>
                </c:pt>
                <c:pt idx="9711">
                  <c:v>67</c:v>
                </c:pt>
                <c:pt idx="9712">
                  <c:v>139</c:v>
                </c:pt>
                <c:pt idx="9713">
                  <c:v>55.195</c:v>
                </c:pt>
                <c:pt idx="9714">
                  <c:v>140</c:v>
                </c:pt>
                <c:pt idx="9715">
                  <c:v>37</c:v>
                </c:pt>
                <c:pt idx="9716">
                  <c:v>34</c:v>
                </c:pt>
                <c:pt idx="9717">
                  <c:v>54</c:v>
                </c:pt>
                <c:pt idx="9718">
                  <c:v>142</c:v>
                </c:pt>
                <c:pt idx="9719">
                  <c:v>17.09</c:v>
                </c:pt>
                <c:pt idx="9720">
                  <c:v>19.5</c:v>
                </c:pt>
                <c:pt idx="9721">
                  <c:v>40</c:v>
                </c:pt>
                <c:pt idx="9722">
                  <c:v>82</c:v>
                </c:pt>
                <c:pt idx="9723">
                  <c:v>187</c:v>
                </c:pt>
                <c:pt idx="9724">
                  <c:v>85</c:v>
                </c:pt>
                <c:pt idx="9725">
                  <c:v>42.4</c:v>
                </c:pt>
                <c:pt idx="9726">
                  <c:v>91</c:v>
                </c:pt>
                <c:pt idx="9727">
                  <c:v>117</c:v>
                </c:pt>
                <c:pt idx="9728">
                  <c:v>58</c:v>
                </c:pt>
                <c:pt idx="9729">
                  <c:v>108</c:v>
                </c:pt>
                <c:pt idx="9730">
                  <c:v>50</c:v>
                </c:pt>
                <c:pt idx="9731">
                  <c:v>32.49</c:v>
                </c:pt>
                <c:pt idx="9732">
                  <c:v>59.8</c:v>
                </c:pt>
                <c:pt idx="9733">
                  <c:v>55</c:v>
                </c:pt>
                <c:pt idx="9734">
                  <c:v>77</c:v>
                </c:pt>
                <c:pt idx="9735">
                  <c:v>65</c:v>
                </c:pt>
                <c:pt idx="9736">
                  <c:v>33</c:v>
                </c:pt>
                <c:pt idx="9737">
                  <c:v>66</c:v>
                </c:pt>
                <c:pt idx="9738">
                  <c:v>60</c:v>
                </c:pt>
                <c:pt idx="9739">
                  <c:v>90</c:v>
                </c:pt>
                <c:pt idx="9740">
                  <c:v>43.68</c:v>
                </c:pt>
                <c:pt idx="9741">
                  <c:v>128</c:v>
                </c:pt>
                <c:pt idx="9742">
                  <c:v>54</c:v>
                </c:pt>
                <c:pt idx="9743">
                  <c:v>39.5</c:v>
                </c:pt>
                <c:pt idx="9744">
                  <c:v>72</c:v>
                </c:pt>
                <c:pt idx="9745">
                  <c:v>80</c:v>
                </c:pt>
                <c:pt idx="9746">
                  <c:v>50</c:v>
                </c:pt>
                <c:pt idx="9747">
                  <c:v>66</c:v>
                </c:pt>
                <c:pt idx="9748">
                  <c:v>59</c:v>
                </c:pt>
                <c:pt idx="9749">
                  <c:v>78</c:v>
                </c:pt>
                <c:pt idx="9750">
                  <c:v>120</c:v>
                </c:pt>
                <c:pt idx="9751">
                  <c:v>125</c:v>
                </c:pt>
                <c:pt idx="9752">
                  <c:v>14.04</c:v>
                </c:pt>
                <c:pt idx="9753">
                  <c:v>48</c:v>
                </c:pt>
                <c:pt idx="9754">
                  <c:v>72</c:v>
                </c:pt>
                <c:pt idx="9755">
                  <c:v>60.8</c:v>
                </c:pt>
                <c:pt idx="9756">
                  <c:v>300</c:v>
                </c:pt>
                <c:pt idx="9757">
                  <c:v>125</c:v>
                </c:pt>
                <c:pt idx="9758">
                  <c:v>60</c:v>
                </c:pt>
                <c:pt idx="9759">
                  <c:v>39.6</c:v>
                </c:pt>
                <c:pt idx="9760">
                  <c:v>50</c:v>
                </c:pt>
                <c:pt idx="9761">
                  <c:v>155</c:v>
                </c:pt>
                <c:pt idx="9762">
                  <c:v>46</c:v>
                </c:pt>
                <c:pt idx="9763">
                  <c:v>105</c:v>
                </c:pt>
                <c:pt idx="9764">
                  <c:v>189</c:v>
                </c:pt>
                <c:pt idx="9765">
                  <c:v>120</c:v>
                </c:pt>
                <c:pt idx="9766">
                  <c:v>55</c:v>
                </c:pt>
                <c:pt idx="9767">
                  <c:v>54</c:v>
                </c:pt>
                <c:pt idx="9768">
                  <c:v>120</c:v>
                </c:pt>
                <c:pt idx="9769">
                  <c:v>86</c:v>
                </c:pt>
                <c:pt idx="9770">
                  <c:v>60</c:v>
                </c:pt>
                <c:pt idx="9771">
                  <c:v>95</c:v>
                </c:pt>
                <c:pt idx="9772">
                  <c:v>56</c:v>
                </c:pt>
                <c:pt idx="9773">
                  <c:v>99.26</c:v>
                </c:pt>
                <c:pt idx="9774">
                  <c:v>40</c:v>
                </c:pt>
                <c:pt idx="9775">
                  <c:v>64.08</c:v>
                </c:pt>
                <c:pt idx="9776">
                  <c:v>62</c:v>
                </c:pt>
                <c:pt idx="9777">
                  <c:v>40.6</c:v>
                </c:pt>
                <c:pt idx="9778">
                  <c:v>95</c:v>
                </c:pt>
                <c:pt idx="9779">
                  <c:v>70</c:v>
                </c:pt>
                <c:pt idx="9780">
                  <c:v>180</c:v>
                </c:pt>
                <c:pt idx="9781">
                  <c:v>46</c:v>
                </c:pt>
                <c:pt idx="9782">
                  <c:v>37.840000000000003</c:v>
                </c:pt>
                <c:pt idx="9783">
                  <c:v>170</c:v>
                </c:pt>
                <c:pt idx="9784">
                  <c:v>300</c:v>
                </c:pt>
                <c:pt idx="9785">
                  <c:v>69</c:v>
                </c:pt>
                <c:pt idx="9786">
                  <c:v>110</c:v>
                </c:pt>
                <c:pt idx="9787">
                  <c:v>82</c:v>
                </c:pt>
                <c:pt idx="9788">
                  <c:v>100</c:v>
                </c:pt>
                <c:pt idx="9789">
                  <c:v>64</c:v>
                </c:pt>
                <c:pt idx="9790">
                  <c:v>45.5</c:v>
                </c:pt>
                <c:pt idx="9791">
                  <c:v>60</c:v>
                </c:pt>
                <c:pt idx="9792">
                  <c:v>40</c:v>
                </c:pt>
                <c:pt idx="9793">
                  <c:v>105</c:v>
                </c:pt>
                <c:pt idx="9794">
                  <c:v>175</c:v>
                </c:pt>
                <c:pt idx="9795">
                  <c:v>70</c:v>
                </c:pt>
                <c:pt idx="9796">
                  <c:v>190</c:v>
                </c:pt>
                <c:pt idx="9797">
                  <c:v>62</c:v>
                </c:pt>
                <c:pt idx="9798">
                  <c:v>50.18</c:v>
                </c:pt>
                <c:pt idx="9799">
                  <c:v>20</c:v>
                </c:pt>
                <c:pt idx="9800">
                  <c:v>45.79</c:v>
                </c:pt>
                <c:pt idx="9801">
                  <c:v>87</c:v>
                </c:pt>
                <c:pt idx="9802">
                  <c:v>12.5</c:v>
                </c:pt>
                <c:pt idx="9803">
                  <c:v>42</c:v>
                </c:pt>
                <c:pt idx="9804">
                  <c:v>28</c:v>
                </c:pt>
                <c:pt idx="9805">
                  <c:v>58</c:v>
                </c:pt>
                <c:pt idx="9806">
                  <c:v>58</c:v>
                </c:pt>
                <c:pt idx="9807">
                  <c:v>42.81</c:v>
                </c:pt>
                <c:pt idx="9808">
                  <c:v>80</c:v>
                </c:pt>
                <c:pt idx="9809">
                  <c:v>57</c:v>
                </c:pt>
                <c:pt idx="9810">
                  <c:v>70</c:v>
                </c:pt>
                <c:pt idx="9811">
                  <c:v>50</c:v>
                </c:pt>
                <c:pt idx="9812">
                  <c:v>46</c:v>
                </c:pt>
                <c:pt idx="9813">
                  <c:v>129</c:v>
                </c:pt>
                <c:pt idx="9814">
                  <c:v>36</c:v>
                </c:pt>
                <c:pt idx="9815">
                  <c:v>10.25</c:v>
                </c:pt>
                <c:pt idx="9816">
                  <c:v>75</c:v>
                </c:pt>
                <c:pt idx="9817">
                  <c:v>41</c:v>
                </c:pt>
                <c:pt idx="9818">
                  <c:v>95</c:v>
                </c:pt>
                <c:pt idx="9819">
                  <c:v>83</c:v>
                </c:pt>
                <c:pt idx="9820">
                  <c:v>59</c:v>
                </c:pt>
                <c:pt idx="9821">
                  <c:v>40.43</c:v>
                </c:pt>
                <c:pt idx="9822">
                  <c:v>150</c:v>
                </c:pt>
                <c:pt idx="9823">
                  <c:v>97</c:v>
                </c:pt>
                <c:pt idx="9824">
                  <c:v>122</c:v>
                </c:pt>
                <c:pt idx="9825">
                  <c:v>37</c:v>
                </c:pt>
                <c:pt idx="9826">
                  <c:v>16.75</c:v>
                </c:pt>
                <c:pt idx="9827">
                  <c:v>40.44</c:v>
                </c:pt>
                <c:pt idx="9828">
                  <c:v>38.69</c:v>
                </c:pt>
                <c:pt idx="9829">
                  <c:v>59</c:v>
                </c:pt>
                <c:pt idx="9830">
                  <c:v>55</c:v>
                </c:pt>
                <c:pt idx="9831">
                  <c:v>135</c:v>
                </c:pt>
                <c:pt idx="9832">
                  <c:v>200</c:v>
                </c:pt>
                <c:pt idx="9833">
                  <c:v>57.9</c:v>
                </c:pt>
                <c:pt idx="9834">
                  <c:v>125</c:v>
                </c:pt>
                <c:pt idx="9835">
                  <c:v>38.46</c:v>
                </c:pt>
                <c:pt idx="9836">
                  <c:v>57</c:v>
                </c:pt>
                <c:pt idx="9837">
                  <c:v>37</c:v>
                </c:pt>
                <c:pt idx="9838">
                  <c:v>110</c:v>
                </c:pt>
                <c:pt idx="9839">
                  <c:v>92</c:v>
                </c:pt>
                <c:pt idx="9840">
                  <c:v>85</c:v>
                </c:pt>
                <c:pt idx="9841">
                  <c:v>80</c:v>
                </c:pt>
                <c:pt idx="9842">
                  <c:v>70</c:v>
                </c:pt>
                <c:pt idx="9843">
                  <c:v>85</c:v>
                </c:pt>
                <c:pt idx="9844">
                  <c:v>34.5</c:v>
                </c:pt>
                <c:pt idx="9845">
                  <c:v>41.49</c:v>
                </c:pt>
                <c:pt idx="9846">
                  <c:v>150</c:v>
                </c:pt>
                <c:pt idx="9847">
                  <c:v>42</c:v>
                </c:pt>
                <c:pt idx="9848">
                  <c:v>60</c:v>
                </c:pt>
                <c:pt idx="9849">
                  <c:v>63</c:v>
                </c:pt>
                <c:pt idx="9850">
                  <c:v>98</c:v>
                </c:pt>
                <c:pt idx="9851">
                  <c:v>56</c:v>
                </c:pt>
                <c:pt idx="9852">
                  <c:v>95</c:v>
                </c:pt>
                <c:pt idx="9853">
                  <c:v>32</c:v>
                </c:pt>
                <c:pt idx="9854">
                  <c:v>70</c:v>
                </c:pt>
                <c:pt idx="9855">
                  <c:v>19</c:v>
                </c:pt>
                <c:pt idx="9856">
                  <c:v>74</c:v>
                </c:pt>
                <c:pt idx="9857">
                  <c:v>119</c:v>
                </c:pt>
                <c:pt idx="9858">
                  <c:v>55</c:v>
                </c:pt>
                <c:pt idx="9859">
                  <c:v>43.71</c:v>
                </c:pt>
                <c:pt idx="9860">
                  <c:v>37.799999999999997</c:v>
                </c:pt>
                <c:pt idx="9861">
                  <c:v>85</c:v>
                </c:pt>
                <c:pt idx="9862">
                  <c:v>58</c:v>
                </c:pt>
                <c:pt idx="9863">
                  <c:v>67</c:v>
                </c:pt>
                <c:pt idx="9864">
                  <c:v>44</c:v>
                </c:pt>
                <c:pt idx="9865">
                  <c:v>60</c:v>
                </c:pt>
                <c:pt idx="9866">
                  <c:v>52</c:v>
                </c:pt>
                <c:pt idx="9867">
                  <c:v>56</c:v>
                </c:pt>
                <c:pt idx="9868">
                  <c:v>45</c:v>
                </c:pt>
                <c:pt idx="9869">
                  <c:v>38.08</c:v>
                </c:pt>
                <c:pt idx="9870">
                  <c:v>70.67</c:v>
                </c:pt>
                <c:pt idx="9871">
                  <c:v>31</c:v>
                </c:pt>
                <c:pt idx="9872">
                  <c:v>95</c:v>
                </c:pt>
                <c:pt idx="9873">
                  <c:v>56</c:v>
                </c:pt>
                <c:pt idx="9874">
                  <c:v>58</c:v>
                </c:pt>
                <c:pt idx="9875">
                  <c:v>33</c:v>
                </c:pt>
                <c:pt idx="9876">
                  <c:v>42.25</c:v>
                </c:pt>
                <c:pt idx="9877">
                  <c:v>60</c:v>
                </c:pt>
                <c:pt idx="9878">
                  <c:v>52</c:v>
                </c:pt>
                <c:pt idx="9879">
                  <c:v>75</c:v>
                </c:pt>
                <c:pt idx="9880">
                  <c:v>170</c:v>
                </c:pt>
                <c:pt idx="9881">
                  <c:v>85</c:v>
                </c:pt>
                <c:pt idx="9882">
                  <c:v>80</c:v>
                </c:pt>
                <c:pt idx="9883">
                  <c:v>75</c:v>
                </c:pt>
                <c:pt idx="9884">
                  <c:v>45</c:v>
                </c:pt>
                <c:pt idx="9885">
                  <c:v>68</c:v>
                </c:pt>
                <c:pt idx="9886">
                  <c:v>62</c:v>
                </c:pt>
                <c:pt idx="9887">
                  <c:v>110</c:v>
                </c:pt>
                <c:pt idx="9888">
                  <c:v>55</c:v>
                </c:pt>
                <c:pt idx="9889">
                  <c:v>51</c:v>
                </c:pt>
                <c:pt idx="9890">
                  <c:v>58</c:v>
                </c:pt>
                <c:pt idx="9891">
                  <c:v>185</c:v>
                </c:pt>
                <c:pt idx="9892">
                  <c:v>62</c:v>
                </c:pt>
                <c:pt idx="9893">
                  <c:v>16</c:v>
                </c:pt>
                <c:pt idx="9894">
                  <c:v>90</c:v>
                </c:pt>
                <c:pt idx="9895">
                  <c:v>113</c:v>
                </c:pt>
                <c:pt idx="9896">
                  <c:v>67.77</c:v>
                </c:pt>
                <c:pt idx="9897">
                  <c:v>41</c:v>
                </c:pt>
                <c:pt idx="9898">
                  <c:v>45</c:v>
                </c:pt>
                <c:pt idx="9899">
                  <c:v>80</c:v>
                </c:pt>
                <c:pt idx="9900">
                  <c:v>57</c:v>
                </c:pt>
                <c:pt idx="9901">
                  <c:v>60</c:v>
                </c:pt>
                <c:pt idx="9902">
                  <c:v>102</c:v>
                </c:pt>
                <c:pt idx="9903">
                  <c:v>58.5</c:v>
                </c:pt>
                <c:pt idx="9904">
                  <c:v>65</c:v>
                </c:pt>
                <c:pt idx="9905">
                  <c:v>222</c:v>
                </c:pt>
                <c:pt idx="9906">
                  <c:v>77.900000000000006</c:v>
                </c:pt>
                <c:pt idx="9907">
                  <c:v>117</c:v>
                </c:pt>
                <c:pt idx="9908">
                  <c:v>46</c:v>
                </c:pt>
                <c:pt idx="9909">
                  <c:v>125</c:v>
                </c:pt>
                <c:pt idx="9910">
                  <c:v>85.5</c:v>
                </c:pt>
                <c:pt idx="9911">
                  <c:v>53</c:v>
                </c:pt>
                <c:pt idx="9912">
                  <c:v>65</c:v>
                </c:pt>
                <c:pt idx="9913">
                  <c:v>50</c:v>
                </c:pt>
                <c:pt idx="9914">
                  <c:v>45</c:v>
                </c:pt>
                <c:pt idx="9915">
                  <c:v>32.25</c:v>
                </c:pt>
                <c:pt idx="9916">
                  <c:v>85</c:v>
                </c:pt>
                <c:pt idx="9917">
                  <c:v>110</c:v>
                </c:pt>
                <c:pt idx="9918">
                  <c:v>42</c:v>
                </c:pt>
                <c:pt idx="9919">
                  <c:v>43.4</c:v>
                </c:pt>
                <c:pt idx="9920">
                  <c:v>165</c:v>
                </c:pt>
                <c:pt idx="9921">
                  <c:v>120</c:v>
                </c:pt>
                <c:pt idx="9922">
                  <c:v>45</c:v>
                </c:pt>
                <c:pt idx="9923">
                  <c:v>110</c:v>
                </c:pt>
                <c:pt idx="9924">
                  <c:v>120</c:v>
                </c:pt>
                <c:pt idx="9925">
                  <c:v>122</c:v>
                </c:pt>
                <c:pt idx="9926">
                  <c:v>34.200000000000003</c:v>
                </c:pt>
                <c:pt idx="9927">
                  <c:v>50.4</c:v>
                </c:pt>
                <c:pt idx="9928">
                  <c:v>80</c:v>
                </c:pt>
                <c:pt idx="9929">
                  <c:v>97</c:v>
                </c:pt>
                <c:pt idx="9930">
                  <c:v>70</c:v>
                </c:pt>
                <c:pt idx="9931">
                  <c:v>100</c:v>
                </c:pt>
                <c:pt idx="9932">
                  <c:v>80</c:v>
                </c:pt>
                <c:pt idx="9933">
                  <c:v>32.82</c:v>
                </c:pt>
                <c:pt idx="9934">
                  <c:v>33.65</c:v>
                </c:pt>
                <c:pt idx="9935">
                  <c:v>45.5</c:v>
                </c:pt>
                <c:pt idx="9936">
                  <c:v>39</c:v>
                </c:pt>
                <c:pt idx="9937">
                  <c:v>65</c:v>
                </c:pt>
                <c:pt idx="9938">
                  <c:v>50</c:v>
                </c:pt>
                <c:pt idx="9939">
                  <c:v>115</c:v>
                </c:pt>
                <c:pt idx="9940">
                  <c:v>55</c:v>
                </c:pt>
                <c:pt idx="9941">
                  <c:v>46</c:v>
                </c:pt>
                <c:pt idx="9942">
                  <c:v>53</c:v>
                </c:pt>
                <c:pt idx="9943">
                  <c:v>116</c:v>
                </c:pt>
                <c:pt idx="9944">
                  <c:v>140</c:v>
                </c:pt>
                <c:pt idx="9945">
                  <c:v>33.75</c:v>
                </c:pt>
                <c:pt idx="9946">
                  <c:v>67</c:v>
                </c:pt>
                <c:pt idx="9947">
                  <c:v>40.58</c:v>
                </c:pt>
                <c:pt idx="9948">
                  <c:v>47</c:v>
                </c:pt>
                <c:pt idx="9949">
                  <c:v>56.53</c:v>
                </c:pt>
                <c:pt idx="9950">
                  <c:v>69</c:v>
                </c:pt>
                <c:pt idx="9951">
                  <c:v>32.64</c:v>
                </c:pt>
                <c:pt idx="9952">
                  <c:v>90</c:v>
                </c:pt>
                <c:pt idx="9953">
                  <c:v>30.75</c:v>
                </c:pt>
                <c:pt idx="9954">
                  <c:v>85.52</c:v>
                </c:pt>
                <c:pt idx="9955">
                  <c:v>45</c:v>
                </c:pt>
                <c:pt idx="9956">
                  <c:v>69</c:v>
                </c:pt>
                <c:pt idx="9957">
                  <c:v>39.4</c:v>
                </c:pt>
                <c:pt idx="9958">
                  <c:v>59</c:v>
                </c:pt>
                <c:pt idx="9959">
                  <c:v>46.4</c:v>
                </c:pt>
                <c:pt idx="9960">
                  <c:v>55</c:v>
                </c:pt>
                <c:pt idx="9961">
                  <c:v>48</c:v>
                </c:pt>
                <c:pt idx="9962">
                  <c:v>92</c:v>
                </c:pt>
                <c:pt idx="9963">
                  <c:v>150</c:v>
                </c:pt>
                <c:pt idx="9964">
                  <c:v>112</c:v>
                </c:pt>
                <c:pt idx="9965">
                  <c:v>46.29</c:v>
                </c:pt>
                <c:pt idx="9966">
                  <c:v>38</c:v>
                </c:pt>
                <c:pt idx="9967">
                  <c:v>64.05</c:v>
                </c:pt>
                <c:pt idx="9968">
                  <c:v>185</c:v>
                </c:pt>
                <c:pt idx="9969">
                  <c:v>116</c:v>
                </c:pt>
                <c:pt idx="9970">
                  <c:v>145</c:v>
                </c:pt>
                <c:pt idx="9971">
                  <c:v>97</c:v>
                </c:pt>
                <c:pt idx="9972">
                  <c:v>46</c:v>
                </c:pt>
                <c:pt idx="9973">
                  <c:v>84</c:v>
                </c:pt>
                <c:pt idx="9974">
                  <c:v>33.64</c:v>
                </c:pt>
                <c:pt idx="9975">
                  <c:v>56.81</c:v>
                </c:pt>
                <c:pt idx="9976">
                  <c:v>47</c:v>
                </c:pt>
                <c:pt idx="9977">
                  <c:v>110</c:v>
                </c:pt>
                <c:pt idx="9978">
                  <c:v>42.52</c:v>
                </c:pt>
                <c:pt idx="9979">
                  <c:v>39.979999999999997</c:v>
                </c:pt>
                <c:pt idx="9980">
                  <c:v>38</c:v>
                </c:pt>
                <c:pt idx="9981">
                  <c:v>89.63</c:v>
                </c:pt>
                <c:pt idx="9982">
                  <c:v>76</c:v>
                </c:pt>
                <c:pt idx="9983">
                  <c:v>44</c:v>
                </c:pt>
                <c:pt idx="9984">
                  <c:v>72</c:v>
                </c:pt>
                <c:pt idx="9985">
                  <c:v>153</c:v>
                </c:pt>
                <c:pt idx="9986">
                  <c:v>45.12</c:v>
                </c:pt>
                <c:pt idx="9987">
                  <c:v>76</c:v>
                </c:pt>
                <c:pt idx="9988">
                  <c:v>79</c:v>
                </c:pt>
                <c:pt idx="9989">
                  <c:v>95.25</c:v>
                </c:pt>
                <c:pt idx="9990">
                  <c:v>110</c:v>
                </c:pt>
                <c:pt idx="9991">
                  <c:v>68</c:v>
                </c:pt>
                <c:pt idx="9992">
                  <c:v>70</c:v>
                </c:pt>
                <c:pt idx="9993">
                  <c:v>69</c:v>
                </c:pt>
                <c:pt idx="9994">
                  <c:v>35.475000000000001</c:v>
                </c:pt>
                <c:pt idx="9995">
                  <c:v>40</c:v>
                </c:pt>
                <c:pt idx="9996">
                  <c:v>33</c:v>
                </c:pt>
                <c:pt idx="9997">
                  <c:v>66.459999999999994</c:v>
                </c:pt>
                <c:pt idx="9998">
                  <c:v>68</c:v>
                </c:pt>
                <c:pt idx="9999">
                  <c:v>87</c:v>
                </c:pt>
                <c:pt idx="10000">
                  <c:v>40.54</c:v>
                </c:pt>
                <c:pt idx="10001">
                  <c:v>37.32</c:v>
                </c:pt>
                <c:pt idx="10002">
                  <c:v>40</c:v>
                </c:pt>
                <c:pt idx="10003">
                  <c:v>33</c:v>
                </c:pt>
                <c:pt idx="10004">
                  <c:v>115</c:v>
                </c:pt>
                <c:pt idx="10005">
                  <c:v>60.8</c:v>
                </c:pt>
                <c:pt idx="10006">
                  <c:v>78</c:v>
                </c:pt>
                <c:pt idx="10007">
                  <c:v>40.44</c:v>
                </c:pt>
                <c:pt idx="10008">
                  <c:v>147</c:v>
                </c:pt>
                <c:pt idx="10009">
                  <c:v>48.5</c:v>
                </c:pt>
                <c:pt idx="10010">
                  <c:v>88</c:v>
                </c:pt>
                <c:pt idx="10011">
                  <c:v>105</c:v>
                </c:pt>
                <c:pt idx="10012">
                  <c:v>75</c:v>
                </c:pt>
                <c:pt idx="10013">
                  <c:v>84.204999999999998</c:v>
                </c:pt>
                <c:pt idx="10014">
                  <c:v>50</c:v>
                </c:pt>
                <c:pt idx="10015">
                  <c:v>57</c:v>
                </c:pt>
                <c:pt idx="10016">
                  <c:v>46.5</c:v>
                </c:pt>
                <c:pt idx="10017">
                  <c:v>41</c:v>
                </c:pt>
                <c:pt idx="10018">
                  <c:v>44</c:v>
                </c:pt>
                <c:pt idx="10019">
                  <c:v>100</c:v>
                </c:pt>
                <c:pt idx="10020">
                  <c:v>250</c:v>
                </c:pt>
                <c:pt idx="10021">
                  <c:v>37</c:v>
                </c:pt>
                <c:pt idx="10022">
                  <c:v>73</c:v>
                </c:pt>
                <c:pt idx="10023">
                  <c:v>22</c:v>
                </c:pt>
                <c:pt idx="10024">
                  <c:v>42</c:v>
                </c:pt>
                <c:pt idx="10025">
                  <c:v>95</c:v>
                </c:pt>
                <c:pt idx="10026">
                  <c:v>76.010000000000005</c:v>
                </c:pt>
                <c:pt idx="10027">
                  <c:v>68</c:v>
                </c:pt>
                <c:pt idx="10028">
                  <c:v>193</c:v>
                </c:pt>
                <c:pt idx="10029">
                  <c:v>55</c:v>
                </c:pt>
                <c:pt idx="10030">
                  <c:v>60</c:v>
                </c:pt>
                <c:pt idx="10031">
                  <c:v>79.900000000000006</c:v>
                </c:pt>
                <c:pt idx="10032">
                  <c:v>31.37</c:v>
                </c:pt>
                <c:pt idx="10033">
                  <c:v>47</c:v>
                </c:pt>
                <c:pt idx="10034">
                  <c:v>52</c:v>
                </c:pt>
                <c:pt idx="10035">
                  <c:v>120</c:v>
                </c:pt>
                <c:pt idx="10036">
                  <c:v>120</c:v>
                </c:pt>
                <c:pt idx="10037">
                  <c:v>180</c:v>
                </c:pt>
                <c:pt idx="10038">
                  <c:v>42.5</c:v>
                </c:pt>
                <c:pt idx="10039">
                  <c:v>60</c:v>
                </c:pt>
                <c:pt idx="10040">
                  <c:v>69.5</c:v>
                </c:pt>
                <c:pt idx="10041">
                  <c:v>77</c:v>
                </c:pt>
                <c:pt idx="10042">
                  <c:v>50.79</c:v>
                </c:pt>
                <c:pt idx="10043">
                  <c:v>52</c:v>
                </c:pt>
                <c:pt idx="10044">
                  <c:v>63.2</c:v>
                </c:pt>
                <c:pt idx="10045">
                  <c:v>104</c:v>
                </c:pt>
                <c:pt idx="10046">
                  <c:v>58</c:v>
                </c:pt>
                <c:pt idx="10047">
                  <c:v>90</c:v>
                </c:pt>
                <c:pt idx="10048">
                  <c:v>60</c:v>
                </c:pt>
                <c:pt idx="10049">
                  <c:v>65</c:v>
                </c:pt>
                <c:pt idx="10050">
                  <c:v>76.3</c:v>
                </c:pt>
                <c:pt idx="10051">
                  <c:v>33.53</c:v>
                </c:pt>
                <c:pt idx="10052">
                  <c:v>51</c:v>
                </c:pt>
                <c:pt idx="10053">
                  <c:v>60</c:v>
                </c:pt>
                <c:pt idx="10054">
                  <c:v>56</c:v>
                </c:pt>
                <c:pt idx="10055">
                  <c:v>220</c:v>
                </c:pt>
                <c:pt idx="10056">
                  <c:v>61</c:v>
                </c:pt>
                <c:pt idx="10057">
                  <c:v>77</c:v>
                </c:pt>
                <c:pt idx="10058">
                  <c:v>48</c:v>
                </c:pt>
                <c:pt idx="10059">
                  <c:v>95</c:v>
                </c:pt>
                <c:pt idx="10060">
                  <c:v>53</c:v>
                </c:pt>
                <c:pt idx="10061">
                  <c:v>150</c:v>
                </c:pt>
                <c:pt idx="10062">
                  <c:v>85</c:v>
                </c:pt>
                <c:pt idx="10063">
                  <c:v>91</c:v>
                </c:pt>
                <c:pt idx="10064">
                  <c:v>45</c:v>
                </c:pt>
                <c:pt idx="10065">
                  <c:v>55</c:v>
                </c:pt>
                <c:pt idx="10066">
                  <c:v>38</c:v>
                </c:pt>
                <c:pt idx="10067">
                  <c:v>90</c:v>
                </c:pt>
                <c:pt idx="10068">
                  <c:v>110</c:v>
                </c:pt>
                <c:pt idx="10069">
                  <c:v>78</c:v>
                </c:pt>
                <c:pt idx="10070">
                  <c:v>33</c:v>
                </c:pt>
                <c:pt idx="10071">
                  <c:v>123</c:v>
                </c:pt>
                <c:pt idx="10072">
                  <c:v>57</c:v>
                </c:pt>
                <c:pt idx="10073">
                  <c:v>140</c:v>
                </c:pt>
                <c:pt idx="10074">
                  <c:v>55</c:v>
                </c:pt>
                <c:pt idx="10075">
                  <c:v>55</c:v>
                </c:pt>
                <c:pt idx="10076">
                  <c:v>58</c:v>
                </c:pt>
                <c:pt idx="10077">
                  <c:v>68</c:v>
                </c:pt>
                <c:pt idx="10078">
                  <c:v>87.48</c:v>
                </c:pt>
                <c:pt idx="10079">
                  <c:v>70</c:v>
                </c:pt>
                <c:pt idx="10080">
                  <c:v>41.5</c:v>
                </c:pt>
                <c:pt idx="10081">
                  <c:v>79.89</c:v>
                </c:pt>
                <c:pt idx="10082">
                  <c:v>38.1</c:v>
                </c:pt>
                <c:pt idx="10083">
                  <c:v>85</c:v>
                </c:pt>
                <c:pt idx="10084">
                  <c:v>140</c:v>
                </c:pt>
                <c:pt idx="10085">
                  <c:v>40</c:v>
                </c:pt>
                <c:pt idx="10086">
                  <c:v>68</c:v>
                </c:pt>
                <c:pt idx="10087">
                  <c:v>44</c:v>
                </c:pt>
                <c:pt idx="10088">
                  <c:v>56</c:v>
                </c:pt>
                <c:pt idx="10089">
                  <c:v>50.11</c:v>
                </c:pt>
                <c:pt idx="10090">
                  <c:v>90</c:v>
                </c:pt>
                <c:pt idx="10091">
                  <c:v>52</c:v>
                </c:pt>
                <c:pt idx="10092">
                  <c:v>75</c:v>
                </c:pt>
                <c:pt idx="10093">
                  <c:v>137</c:v>
                </c:pt>
                <c:pt idx="10094">
                  <c:v>35</c:v>
                </c:pt>
                <c:pt idx="10095">
                  <c:v>95.5</c:v>
                </c:pt>
                <c:pt idx="10096">
                  <c:v>53.6</c:v>
                </c:pt>
                <c:pt idx="10097">
                  <c:v>96.9</c:v>
                </c:pt>
                <c:pt idx="10098">
                  <c:v>99</c:v>
                </c:pt>
                <c:pt idx="10099">
                  <c:v>62.5</c:v>
                </c:pt>
                <c:pt idx="10100">
                  <c:v>33</c:v>
                </c:pt>
                <c:pt idx="10101">
                  <c:v>25</c:v>
                </c:pt>
                <c:pt idx="10102">
                  <c:v>39.5</c:v>
                </c:pt>
                <c:pt idx="10103">
                  <c:v>55</c:v>
                </c:pt>
                <c:pt idx="10104">
                  <c:v>74</c:v>
                </c:pt>
                <c:pt idx="10105">
                  <c:v>185</c:v>
                </c:pt>
                <c:pt idx="10106">
                  <c:v>63</c:v>
                </c:pt>
                <c:pt idx="10107">
                  <c:v>35</c:v>
                </c:pt>
                <c:pt idx="10108">
                  <c:v>80</c:v>
                </c:pt>
                <c:pt idx="10109">
                  <c:v>57</c:v>
                </c:pt>
                <c:pt idx="10110">
                  <c:v>52</c:v>
                </c:pt>
                <c:pt idx="10111">
                  <c:v>56</c:v>
                </c:pt>
                <c:pt idx="10112">
                  <c:v>45</c:v>
                </c:pt>
                <c:pt idx="10113">
                  <c:v>38</c:v>
                </c:pt>
                <c:pt idx="10114">
                  <c:v>85</c:v>
                </c:pt>
                <c:pt idx="10115">
                  <c:v>95</c:v>
                </c:pt>
                <c:pt idx="10116">
                  <c:v>130</c:v>
                </c:pt>
                <c:pt idx="10117">
                  <c:v>90</c:v>
                </c:pt>
                <c:pt idx="10118">
                  <c:v>48.76</c:v>
                </c:pt>
                <c:pt idx="10119">
                  <c:v>180</c:v>
                </c:pt>
                <c:pt idx="10120">
                  <c:v>74.03</c:v>
                </c:pt>
                <c:pt idx="10121">
                  <c:v>50</c:v>
                </c:pt>
                <c:pt idx="10122">
                  <c:v>25.5</c:v>
                </c:pt>
                <c:pt idx="10123">
                  <c:v>99</c:v>
                </c:pt>
                <c:pt idx="10124">
                  <c:v>50</c:v>
                </c:pt>
                <c:pt idx="10125">
                  <c:v>120</c:v>
                </c:pt>
                <c:pt idx="10126">
                  <c:v>120</c:v>
                </c:pt>
                <c:pt idx="10127">
                  <c:v>170</c:v>
                </c:pt>
                <c:pt idx="10128">
                  <c:v>47</c:v>
                </c:pt>
                <c:pt idx="10129">
                  <c:v>47.25</c:v>
                </c:pt>
                <c:pt idx="10130">
                  <c:v>48</c:v>
                </c:pt>
                <c:pt idx="10131">
                  <c:v>32.9</c:v>
                </c:pt>
                <c:pt idx="10132">
                  <c:v>32.79</c:v>
                </c:pt>
                <c:pt idx="10133">
                  <c:v>84.5</c:v>
                </c:pt>
                <c:pt idx="10134">
                  <c:v>45</c:v>
                </c:pt>
                <c:pt idx="10135">
                  <c:v>60</c:v>
                </c:pt>
                <c:pt idx="10136">
                  <c:v>26</c:v>
                </c:pt>
                <c:pt idx="10137">
                  <c:v>115</c:v>
                </c:pt>
                <c:pt idx="10138">
                  <c:v>65</c:v>
                </c:pt>
                <c:pt idx="10139">
                  <c:v>52</c:v>
                </c:pt>
                <c:pt idx="10140">
                  <c:v>48.75</c:v>
                </c:pt>
                <c:pt idx="10141">
                  <c:v>105</c:v>
                </c:pt>
                <c:pt idx="10142">
                  <c:v>70</c:v>
                </c:pt>
                <c:pt idx="10143">
                  <c:v>70</c:v>
                </c:pt>
                <c:pt idx="10144">
                  <c:v>34.545000000000002</c:v>
                </c:pt>
                <c:pt idx="10145">
                  <c:v>200</c:v>
                </c:pt>
                <c:pt idx="10146">
                  <c:v>46.2</c:v>
                </c:pt>
                <c:pt idx="10147">
                  <c:v>56</c:v>
                </c:pt>
                <c:pt idx="10148">
                  <c:v>155</c:v>
                </c:pt>
                <c:pt idx="10149">
                  <c:v>56.5</c:v>
                </c:pt>
                <c:pt idx="10150">
                  <c:v>56.86</c:v>
                </c:pt>
                <c:pt idx="10151">
                  <c:v>90</c:v>
                </c:pt>
                <c:pt idx="10152">
                  <c:v>40</c:v>
                </c:pt>
                <c:pt idx="10153">
                  <c:v>110</c:v>
                </c:pt>
                <c:pt idx="10154">
                  <c:v>91.86</c:v>
                </c:pt>
                <c:pt idx="10155">
                  <c:v>115</c:v>
                </c:pt>
                <c:pt idx="10156">
                  <c:v>35</c:v>
                </c:pt>
                <c:pt idx="10157">
                  <c:v>95.75</c:v>
                </c:pt>
                <c:pt idx="10158">
                  <c:v>135</c:v>
                </c:pt>
                <c:pt idx="10159">
                  <c:v>135</c:v>
                </c:pt>
                <c:pt idx="10160">
                  <c:v>66</c:v>
                </c:pt>
                <c:pt idx="10161">
                  <c:v>36.54</c:v>
                </c:pt>
                <c:pt idx="10162">
                  <c:v>75</c:v>
                </c:pt>
                <c:pt idx="10163">
                  <c:v>25.4</c:v>
                </c:pt>
                <c:pt idx="10164">
                  <c:v>39</c:v>
                </c:pt>
                <c:pt idx="10165">
                  <c:v>49</c:v>
                </c:pt>
                <c:pt idx="10166">
                  <c:v>33</c:v>
                </c:pt>
                <c:pt idx="10167">
                  <c:v>60</c:v>
                </c:pt>
                <c:pt idx="10168">
                  <c:v>54</c:v>
                </c:pt>
                <c:pt idx="10169">
                  <c:v>42.87</c:v>
                </c:pt>
                <c:pt idx="10170">
                  <c:v>65</c:v>
                </c:pt>
                <c:pt idx="10171">
                  <c:v>42.09</c:v>
                </c:pt>
                <c:pt idx="10172">
                  <c:v>69.489999999999995</c:v>
                </c:pt>
                <c:pt idx="10173">
                  <c:v>78</c:v>
                </c:pt>
                <c:pt idx="10174">
                  <c:v>90</c:v>
                </c:pt>
                <c:pt idx="10175">
                  <c:v>32</c:v>
                </c:pt>
                <c:pt idx="10176">
                  <c:v>84.5</c:v>
                </c:pt>
                <c:pt idx="10177">
                  <c:v>45</c:v>
                </c:pt>
                <c:pt idx="10178">
                  <c:v>138</c:v>
                </c:pt>
                <c:pt idx="10179">
                  <c:v>55</c:v>
                </c:pt>
                <c:pt idx="10180">
                  <c:v>30</c:v>
                </c:pt>
                <c:pt idx="10181">
                  <c:v>64.5</c:v>
                </c:pt>
                <c:pt idx="10182">
                  <c:v>45.75</c:v>
                </c:pt>
                <c:pt idx="10183">
                  <c:v>50</c:v>
                </c:pt>
                <c:pt idx="10184">
                  <c:v>41</c:v>
                </c:pt>
                <c:pt idx="10185">
                  <c:v>37</c:v>
                </c:pt>
                <c:pt idx="10186">
                  <c:v>70</c:v>
                </c:pt>
                <c:pt idx="10187">
                  <c:v>250</c:v>
                </c:pt>
                <c:pt idx="10188">
                  <c:v>51.8</c:v>
                </c:pt>
                <c:pt idx="10189">
                  <c:v>92</c:v>
                </c:pt>
                <c:pt idx="10190">
                  <c:v>60</c:v>
                </c:pt>
                <c:pt idx="10191">
                  <c:v>86</c:v>
                </c:pt>
                <c:pt idx="10192">
                  <c:v>150</c:v>
                </c:pt>
                <c:pt idx="10193">
                  <c:v>73</c:v>
                </c:pt>
                <c:pt idx="10194">
                  <c:v>80</c:v>
                </c:pt>
                <c:pt idx="10195">
                  <c:v>65</c:v>
                </c:pt>
                <c:pt idx="10196">
                  <c:v>47</c:v>
                </c:pt>
                <c:pt idx="10197">
                  <c:v>109</c:v>
                </c:pt>
                <c:pt idx="10198">
                  <c:v>58</c:v>
                </c:pt>
                <c:pt idx="10199">
                  <c:v>223</c:v>
                </c:pt>
                <c:pt idx="10200">
                  <c:v>47</c:v>
                </c:pt>
                <c:pt idx="10201">
                  <c:v>56</c:v>
                </c:pt>
                <c:pt idx="10202">
                  <c:v>80.5</c:v>
                </c:pt>
                <c:pt idx="10203">
                  <c:v>30</c:v>
                </c:pt>
                <c:pt idx="10204">
                  <c:v>65</c:v>
                </c:pt>
                <c:pt idx="10205">
                  <c:v>120</c:v>
                </c:pt>
                <c:pt idx="10206">
                  <c:v>95</c:v>
                </c:pt>
                <c:pt idx="10207">
                  <c:v>100</c:v>
                </c:pt>
                <c:pt idx="10208">
                  <c:v>51.5</c:v>
                </c:pt>
                <c:pt idx="10209">
                  <c:v>39.14</c:v>
                </c:pt>
                <c:pt idx="10210">
                  <c:v>45</c:v>
                </c:pt>
                <c:pt idx="10211">
                  <c:v>170</c:v>
                </c:pt>
                <c:pt idx="10212">
                  <c:v>99</c:v>
                </c:pt>
                <c:pt idx="10213">
                  <c:v>70</c:v>
                </c:pt>
                <c:pt idx="10214">
                  <c:v>73</c:v>
                </c:pt>
                <c:pt idx="10215">
                  <c:v>111</c:v>
                </c:pt>
                <c:pt idx="10216">
                  <c:v>50</c:v>
                </c:pt>
                <c:pt idx="10217">
                  <c:v>165</c:v>
                </c:pt>
                <c:pt idx="10218">
                  <c:v>54</c:v>
                </c:pt>
                <c:pt idx="10219">
                  <c:v>70</c:v>
                </c:pt>
                <c:pt idx="10220">
                  <c:v>86.96</c:v>
                </c:pt>
                <c:pt idx="10221">
                  <c:v>48</c:v>
                </c:pt>
                <c:pt idx="10222">
                  <c:v>52</c:v>
                </c:pt>
                <c:pt idx="10223">
                  <c:v>46</c:v>
                </c:pt>
                <c:pt idx="10224">
                  <c:v>30.24</c:v>
                </c:pt>
                <c:pt idx="10225">
                  <c:v>25</c:v>
                </c:pt>
                <c:pt idx="10226">
                  <c:v>70.385000000000005</c:v>
                </c:pt>
                <c:pt idx="10227">
                  <c:v>105</c:v>
                </c:pt>
                <c:pt idx="10228">
                  <c:v>270</c:v>
                </c:pt>
                <c:pt idx="10229">
                  <c:v>120</c:v>
                </c:pt>
                <c:pt idx="10230">
                  <c:v>56</c:v>
                </c:pt>
                <c:pt idx="10231">
                  <c:v>36</c:v>
                </c:pt>
                <c:pt idx="10232">
                  <c:v>125</c:v>
                </c:pt>
                <c:pt idx="10233">
                  <c:v>45.9</c:v>
                </c:pt>
                <c:pt idx="10234">
                  <c:v>67.650000000000006</c:v>
                </c:pt>
                <c:pt idx="10235">
                  <c:v>55</c:v>
                </c:pt>
                <c:pt idx="10236">
                  <c:v>114</c:v>
                </c:pt>
                <c:pt idx="10237">
                  <c:v>131</c:v>
                </c:pt>
                <c:pt idx="10238">
                  <c:v>66</c:v>
                </c:pt>
                <c:pt idx="10239">
                  <c:v>58</c:v>
                </c:pt>
                <c:pt idx="10240">
                  <c:v>120</c:v>
                </c:pt>
                <c:pt idx="10241">
                  <c:v>135</c:v>
                </c:pt>
                <c:pt idx="10242">
                  <c:v>70</c:v>
                </c:pt>
                <c:pt idx="10243">
                  <c:v>68</c:v>
                </c:pt>
                <c:pt idx="10244">
                  <c:v>33.28</c:v>
                </c:pt>
                <c:pt idx="10245">
                  <c:v>46.41</c:v>
                </c:pt>
                <c:pt idx="10246">
                  <c:v>53.36</c:v>
                </c:pt>
                <c:pt idx="10247">
                  <c:v>59</c:v>
                </c:pt>
                <c:pt idx="10248">
                  <c:v>79.540000000000006</c:v>
                </c:pt>
                <c:pt idx="10249">
                  <c:v>100</c:v>
                </c:pt>
                <c:pt idx="10250">
                  <c:v>27</c:v>
                </c:pt>
                <c:pt idx="10251">
                  <c:v>90</c:v>
                </c:pt>
                <c:pt idx="10252">
                  <c:v>52</c:v>
                </c:pt>
                <c:pt idx="10253">
                  <c:v>110</c:v>
                </c:pt>
                <c:pt idx="10254">
                  <c:v>90</c:v>
                </c:pt>
                <c:pt idx="10255">
                  <c:v>198</c:v>
                </c:pt>
                <c:pt idx="10256">
                  <c:v>59</c:v>
                </c:pt>
                <c:pt idx="10257">
                  <c:v>46</c:v>
                </c:pt>
                <c:pt idx="10258">
                  <c:v>155</c:v>
                </c:pt>
                <c:pt idx="10259">
                  <c:v>115</c:v>
                </c:pt>
                <c:pt idx="10260">
                  <c:v>45.99</c:v>
                </c:pt>
                <c:pt idx="10261">
                  <c:v>72</c:v>
                </c:pt>
                <c:pt idx="10262">
                  <c:v>145</c:v>
                </c:pt>
                <c:pt idx="10263">
                  <c:v>70</c:v>
                </c:pt>
                <c:pt idx="10264">
                  <c:v>109</c:v>
                </c:pt>
                <c:pt idx="10265">
                  <c:v>64.08</c:v>
                </c:pt>
                <c:pt idx="10266">
                  <c:v>27</c:v>
                </c:pt>
                <c:pt idx="10267">
                  <c:v>38.119999999999997</c:v>
                </c:pt>
                <c:pt idx="10268">
                  <c:v>160</c:v>
                </c:pt>
                <c:pt idx="10269">
                  <c:v>26</c:v>
                </c:pt>
                <c:pt idx="10270">
                  <c:v>125</c:v>
                </c:pt>
                <c:pt idx="10271">
                  <c:v>42</c:v>
                </c:pt>
                <c:pt idx="10272">
                  <c:v>67.5</c:v>
                </c:pt>
                <c:pt idx="10273">
                  <c:v>60</c:v>
                </c:pt>
                <c:pt idx="10274">
                  <c:v>48.48</c:v>
                </c:pt>
                <c:pt idx="10275">
                  <c:v>50</c:v>
                </c:pt>
                <c:pt idx="10276">
                  <c:v>150</c:v>
                </c:pt>
                <c:pt idx="10277">
                  <c:v>95</c:v>
                </c:pt>
                <c:pt idx="10278">
                  <c:v>80</c:v>
                </c:pt>
                <c:pt idx="10279">
                  <c:v>86.68</c:v>
                </c:pt>
                <c:pt idx="10280">
                  <c:v>51</c:v>
                </c:pt>
                <c:pt idx="10281">
                  <c:v>130</c:v>
                </c:pt>
                <c:pt idx="10282">
                  <c:v>52</c:v>
                </c:pt>
                <c:pt idx="10283">
                  <c:v>45</c:v>
                </c:pt>
                <c:pt idx="10284">
                  <c:v>110</c:v>
                </c:pt>
                <c:pt idx="10285">
                  <c:v>105</c:v>
                </c:pt>
                <c:pt idx="10286">
                  <c:v>52</c:v>
                </c:pt>
                <c:pt idx="10287">
                  <c:v>160</c:v>
                </c:pt>
                <c:pt idx="10288">
                  <c:v>85</c:v>
                </c:pt>
                <c:pt idx="10289">
                  <c:v>85</c:v>
                </c:pt>
                <c:pt idx="10290">
                  <c:v>65</c:v>
                </c:pt>
                <c:pt idx="10291">
                  <c:v>96.2</c:v>
                </c:pt>
                <c:pt idx="10292">
                  <c:v>150</c:v>
                </c:pt>
                <c:pt idx="10293">
                  <c:v>55.5</c:v>
                </c:pt>
                <c:pt idx="10294">
                  <c:v>44.08</c:v>
                </c:pt>
                <c:pt idx="10295">
                  <c:v>53</c:v>
                </c:pt>
                <c:pt idx="10296">
                  <c:v>80</c:v>
                </c:pt>
                <c:pt idx="10297">
                  <c:v>44</c:v>
                </c:pt>
                <c:pt idx="10298">
                  <c:v>100</c:v>
                </c:pt>
                <c:pt idx="10299">
                  <c:v>50.35</c:v>
                </c:pt>
                <c:pt idx="10300">
                  <c:v>46</c:v>
                </c:pt>
                <c:pt idx="10301">
                  <c:v>115</c:v>
                </c:pt>
                <c:pt idx="10302">
                  <c:v>68.5</c:v>
                </c:pt>
                <c:pt idx="10303">
                  <c:v>75</c:v>
                </c:pt>
                <c:pt idx="10304">
                  <c:v>40</c:v>
                </c:pt>
                <c:pt idx="10305">
                  <c:v>102</c:v>
                </c:pt>
                <c:pt idx="10306">
                  <c:v>125</c:v>
                </c:pt>
                <c:pt idx="10307">
                  <c:v>56</c:v>
                </c:pt>
                <c:pt idx="10308">
                  <c:v>75</c:v>
                </c:pt>
                <c:pt idx="10309">
                  <c:v>76.77</c:v>
                </c:pt>
                <c:pt idx="10310">
                  <c:v>30</c:v>
                </c:pt>
                <c:pt idx="10311">
                  <c:v>65</c:v>
                </c:pt>
                <c:pt idx="10312">
                  <c:v>46</c:v>
                </c:pt>
                <c:pt idx="10313">
                  <c:v>116</c:v>
                </c:pt>
                <c:pt idx="10314">
                  <c:v>71.95</c:v>
                </c:pt>
                <c:pt idx="10315">
                  <c:v>45</c:v>
                </c:pt>
                <c:pt idx="10316">
                  <c:v>130</c:v>
                </c:pt>
                <c:pt idx="10317">
                  <c:v>71</c:v>
                </c:pt>
                <c:pt idx="10318">
                  <c:v>140</c:v>
                </c:pt>
                <c:pt idx="10319">
                  <c:v>88</c:v>
                </c:pt>
                <c:pt idx="10320">
                  <c:v>56.55</c:v>
                </c:pt>
                <c:pt idx="10321">
                  <c:v>160</c:v>
                </c:pt>
                <c:pt idx="10322">
                  <c:v>47</c:v>
                </c:pt>
                <c:pt idx="10323">
                  <c:v>89</c:v>
                </c:pt>
                <c:pt idx="10324">
                  <c:v>43.75</c:v>
                </c:pt>
                <c:pt idx="10325">
                  <c:v>57</c:v>
                </c:pt>
                <c:pt idx="10326">
                  <c:v>52</c:v>
                </c:pt>
                <c:pt idx="10327">
                  <c:v>150</c:v>
                </c:pt>
                <c:pt idx="10328">
                  <c:v>26</c:v>
                </c:pt>
                <c:pt idx="10329">
                  <c:v>37.97</c:v>
                </c:pt>
                <c:pt idx="10330">
                  <c:v>75</c:v>
                </c:pt>
                <c:pt idx="10331">
                  <c:v>48</c:v>
                </c:pt>
                <c:pt idx="10332">
                  <c:v>68.75</c:v>
                </c:pt>
                <c:pt idx="10333">
                  <c:v>225</c:v>
                </c:pt>
                <c:pt idx="10334">
                  <c:v>52</c:v>
                </c:pt>
                <c:pt idx="10335">
                  <c:v>33</c:v>
                </c:pt>
                <c:pt idx="10336">
                  <c:v>45.75</c:v>
                </c:pt>
                <c:pt idx="10337">
                  <c:v>40</c:v>
                </c:pt>
                <c:pt idx="10338">
                  <c:v>52</c:v>
                </c:pt>
                <c:pt idx="10339">
                  <c:v>10</c:v>
                </c:pt>
                <c:pt idx="10340">
                  <c:v>110</c:v>
                </c:pt>
                <c:pt idx="10341">
                  <c:v>68</c:v>
                </c:pt>
                <c:pt idx="10342">
                  <c:v>113</c:v>
                </c:pt>
                <c:pt idx="10343">
                  <c:v>34.97</c:v>
                </c:pt>
                <c:pt idx="10344">
                  <c:v>55.46</c:v>
                </c:pt>
                <c:pt idx="10345">
                  <c:v>43</c:v>
                </c:pt>
                <c:pt idx="10346">
                  <c:v>28</c:v>
                </c:pt>
                <c:pt idx="10347">
                  <c:v>90</c:v>
                </c:pt>
                <c:pt idx="10348">
                  <c:v>98.77</c:v>
                </c:pt>
                <c:pt idx="10349">
                  <c:v>35</c:v>
                </c:pt>
                <c:pt idx="10350">
                  <c:v>73.5</c:v>
                </c:pt>
                <c:pt idx="10351">
                  <c:v>60</c:v>
                </c:pt>
                <c:pt idx="10352">
                  <c:v>62</c:v>
                </c:pt>
                <c:pt idx="10353">
                  <c:v>50</c:v>
                </c:pt>
                <c:pt idx="10354">
                  <c:v>44</c:v>
                </c:pt>
                <c:pt idx="10355">
                  <c:v>140</c:v>
                </c:pt>
                <c:pt idx="10356">
                  <c:v>42.5</c:v>
                </c:pt>
                <c:pt idx="10357">
                  <c:v>22.8</c:v>
                </c:pt>
                <c:pt idx="10358">
                  <c:v>157</c:v>
                </c:pt>
                <c:pt idx="10359">
                  <c:v>24</c:v>
                </c:pt>
                <c:pt idx="10360">
                  <c:v>57</c:v>
                </c:pt>
                <c:pt idx="10361">
                  <c:v>75</c:v>
                </c:pt>
                <c:pt idx="10362">
                  <c:v>68</c:v>
                </c:pt>
                <c:pt idx="10363">
                  <c:v>23</c:v>
                </c:pt>
                <c:pt idx="10364">
                  <c:v>78</c:v>
                </c:pt>
                <c:pt idx="10365">
                  <c:v>44</c:v>
                </c:pt>
                <c:pt idx="10366">
                  <c:v>108</c:v>
                </c:pt>
                <c:pt idx="10367">
                  <c:v>40</c:v>
                </c:pt>
                <c:pt idx="10368">
                  <c:v>60.5</c:v>
                </c:pt>
                <c:pt idx="10369">
                  <c:v>145</c:v>
                </c:pt>
                <c:pt idx="10370">
                  <c:v>16</c:v>
                </c:pt>
                <c:pt idx="10371">
                  <c:v>53.6</c:v>
                </c:pt>
                <c:pt idx="10372">
                  <c:v>46</c:v>
                </c:pt>
                <c:pt idx="10373">
                  <c:v>65</c:v>
                </c:pt>
                <c:pt idx="10374">
                  <c:v>75</c:v>
                </c:pt>
                <c:pt idx="10375">
                  <c:v>69.61</c:v>
                </c:pt>
                <c:pt idx="10376">
                  <c:v>88</c:v>
                </c:pt>
                <c:pt idx="10377">
                  <c:v>75</c:v>
                </c:pt>
                <c:pt idx="10378">
                  <c:v>39</c:v>
                </c:pt>
                <c:pt idx="10379">
                  <c:v>92.13</c:v>
                </c:pt>
                <c:pt idx="10380">
                  <c:v>57</c:v>
                </c:pt>
                <c:pt idx="10381">
                  <c:v>78.5</c:v>
                </c:pt>
                <c:pt idx="10382">
                  <c:v>42</c:v>
                </c:pt>
                <c:pt idx="10383">
                  <c:v>65</c:v>
                </c:pt>
                <c:pt idx="10384">
                  <c:v>85</c:v>
                </c:pt>
                <c:pt idx="10385">
                  <c:v>35</c:v>
                </c:pt>
                <c:pt idx="10386">
                  <c:v>40</c:v>
                </c:pt>
                <c:pt idx="10387">
                  <c:v>40.700000000000003</c:v>
                </c:pt>
                <c:pt idx="10388">
                  <c:v>16.75</c:v>
                </c:pt>
                <c:pt idx="10389">
                  <c:v>52</c:v>
                </c:pt>
                <c:pt idx="10390">
                  <c:v>35.56</c:v>
                </c:pt>
                <c:pt idx="10391">
                  <c:v>63.5</c:v>
                </c:pt>
                <c:pt idx="10392">
                  <c:v>45</c:v>
                </c:pt>
                <c:pt idx="10393">
                  <c:v>185</c:v>
                </c:pt>
                <c:pt idx="10394">
                  <c:v>66</c:v>
                </c:pt>
                <c:pt idx="10395">
                  <c:v>38.15</c:v>
                </c:pt>
                <c:pt idx="10396">
                  <c:v>29</c:v>
                </c:pt>
                <c:pt idx="10397">
                  <c:v>28.13</c:v>
                </c:pt>
                <c:pt idx="10398">
                  <c:v>50.66</c:v>
                </c:pt>
                <c:pt idx="10399">
                  <c:v>74</c:v>
                </c:pt>
                <c:pt idx="10400">
                  <c:v>115</c:v>
                </c:pt>
                <c:pt idx="10401">
                  <c:v>44</c:v>
                </c:pt>
                <c:pt idx="10402">
                  <c:v>80</c:v>
                </c:pt>
                <c:pt idx="10403">
                  <c:v>100</c:v>
                </c:pt>
                <c:pt idx="10404">
                  <c:v>192</c:v>
                </c:pt>
                <c:pt idx="10405">
                  <c:v>49</c:v>
                </c:pt>
                <c:pt idx="10406">
                  <c:v>160</c:v>
                </c:pt>
                <c:pt idx="10407">
                  <c:v>45</c:v>
                </c:pt>
                <c:pt idx="10408">
                  <c:v>65</c:v>
                </c:pt>
                <c:pt idx="10409">
                  <c:v>34.72</c:v>
                </c:pt>
                <c:pt idx="10410">
                  <c:v>45</c:v>
                </c:pt>
                <c:pt idx="10411">
                  <c:v>80</c:v>
                </c:pt>
                <c:pt idx="10412">
                  <c:v>75</c:v>
                </c:pt>
                <c:pt idx="10413">
                  <c:v>20</c:v>
                </c:pt>
                <c:pt idx="10414">
                  <c:v>53.57</c:v>
                </c:pt>
                <c:pt idx="10415">
                  <c:v>79</c:v>
                </c:pt>
                <c:pt idx="10416">
                  <c:v>150</c:v>
                </c:pt>
                <c:pt idx="10417">
                  <c:v>80</c:v>
                </c:pt>
                <c:pt idx="10418">
                  <c:v>69.61</c:v>
                </c:pt>
                <c:pt idx="10419">
                  <c:v>29</c:v>
                </c:pt>
                <c:pt idx="10420">
                  <c:v>49.82</c:v>
                </c:pt>
                <c:pt idx="10421">
                  <c:v>49</c:v>
                </c:pt>
                <c:pt idx="10422">
                  <c:v>81.31</c:v>
                </c:pt>
                <c:pt idx="10423">
                  <c:v>54</c:v>
                </c:pt>
                <c:pt idx="10424">
                  <c:v>90</c:v>
                </c:pt>
                <c:pt idx="10425">
                  <c:v>130</c:v>
                </c:pt>
                <c:pt idx="10426">
                  <c:v>85</c:v>
                </c:pt>
                <c:pt idx="10427">
                  <c:v>50</c:v>
                </c:pt>
                <c:pt idx="10428">
                  <c:v>160</c:v>
                </c:pt>
                <c:pt idx="10429">
                  <c:v>113</c:v>
                </c:pt>
                <c:pt idx="10430">
                  <c:v>103</c:v>
                </c:pt>
                <c:pt idx="10431">
                  <c:v>100</c:v>
                </c:pt>
                <c:pt idx="10432">
                  <c:v>130</c:v>
                </c:pt>
                <c:pt idx="10433">
                  <c:v>55</c:v>
                </c:pt>
                <c:pt idx="10434">
                  <c:v>55</c:v>
                </c:pt>
                <c:pt idx="10435">
                  <c:v>45</c:v>
                </c:pt>
                <c:pt idx="10436">
                  <c:v>65</c:v>
                </c:pt>
                <c:pt idx="10437">
                  <c:v>67.400000000000006</c:v>
                </c:pt>
                <c:pt idx="10438">
                  <c:v>43.08</c:v>
                </c:pt>
                <c:pt idx="10439">
                  <c:v>60</c:v>
                </c:pt>
                <c:pt idx="10440">
                  <c:v>55</c:v>
                </c:pt>
                <c:pt idx="10441">
                  <c:v>89.89</c:v>
                </c:pt>
                <c:pt idx="10442">
                  <c:v>68</c:v>
                </c:pt>
                <c:pt idx="10443">
                  <c:v>30</c:v>
                </c:pt>
                <c:pt idx="10444">
                  <c:v>89</c:v>
                </c:pt>
                <c:pt idx="10445">
                  <c:v>62.6</c:v>
                </c:pt>
                <c:pt idx="10446">
                  <c:v>110</c:v>
                </c:pt>
                <c:pt idx="10447">
                  <c:v>96</c:v>
                </c:pt>
                <c:pt idx="10448">
                  <c:v>60.91</c:v>
                </c:pt>
                <c:pt idx="10449">
                  <c:v>148</c:v>
                </c:pt>
                <c:pt idx="10450">
                  <c:v>56</c:v>
                </c:pt>
                <c:pt idx="10451">
                  <c:v>44.73</c:v>
                </c:pt>
                <c:pt idx="10452">
                  <c:v>45</c:v>
                </c:pt>
                <c:pt idx="10453">
                  <c:v>80</c:v>
                </c:pt>
                <c:pt idx="10454">
                  <c:v>88</c:v>
                </c:pt>
                <c:pt idx="10455">
                  <c:v>105</c:v>
                </c:pt>
                <c:pt idx="10456">
                  <c:v>125</c:v>
                </c:pt>
                <c:pt idx="10457">
                  <c:v>30</c:v>
                </c:pt>
                <c:pt idx="10458">
                  <c:v>98.38</c:v>
                </c:pt>
                <c:pt idx="10459">
                  <c:v>25.12</c:v>
                </c:pt>
                <c:pt idx="10460">
                  <c:v>75</c:v>
                </c:pt>
                <c:pt idx="10461">
                  <c:v>24</c:v>
                </c:pt>
                <c:pt idx="10462">
                  <c:v>85</c:v>
                </c:pt>
                <c:pt idx="10463">
                  <c:v>99</c:v>
                </c:pt>
                <c:pt idx="10464">
                  <c:v>46</c:v>
                </c:pt>
                <c:pt idx="10465">
                  <c:v>331</c:v>
                </c:pt>
                <c:pt idx="10466">
                  <c:v>130</c:v>
                </c:pt>
                <c:pt idx="10467">
                  <c:v>65</c:v>
                </c:pt>
                <c:pt idx="10468">
                  <c:v>48</c:v>
                </c:pt>
                <c:pt idx="10469">
                  <c:v>56.12</c:v>
                </c:pt>
                <c:pt idx="10470">
                  <c:v>30.76</c:v>
                </c:pt>
                <c:pt idx="10471">
                  <c:v>121</c:v>
                </c:pt>
                <c:pt idx="10472">
                  <c:v>49</c:v>
                </c:pt>
                <c:pt idx="10473">
                  <c:v>70</c:v>
                </c:pt>
                <c:pt idx="10474">
                  <c:v>170</c:v>
                </c:pt>
                <c:pt idx="10475">
                  <c:v>52</c:v>
                </c:pt>
                <c:pt idx="10476">
                  <c:v>98</c:v>
                </c:pt>
                <c:pt idx="10477">
                  <c:v>50</c:v>
                </c:pt>
                <c:pt idx="10478">
                  <c:v>45</c:v>
                </c:pt>
                <c:pt idx="10479">
                  <c:v>58</c:v>
                </c:pt>
                <c:pt idx="10480">
                  <c:v>180</c:v>
                </c:pt>
                <c:pt idx="10481">
                  <c:v>140</c:v>
                </c:pt>
                <c:pt idx="10482">
                  <c:v>66</c:v>
                </c:pt>
                <c:pt idx="10483">
                  <c:v>16.45</c:v>
                </c:pt>
                <c:pt idx="10484">
                  <c:v>36</c:v>
                </c:pt>
                <c:pt idx="10485">
                  <c:v>50</c:v>
                </c:pt>
                <c:pt idx="10486">
                  <c:v>42</c:v>
                </c:pt>
                <c:pt idx="10487">
                  <c:v>95</c:v>
                </c:pt>
                <c:pt idx="10488">
                  <c:v>88</c:v>
                </c:pt>
                <c:pt idx="10489">
                  <c:v>44.4</c:v>
                </c:pt>
                <c:pt idx="10490">
                  <c:v>180</c:v>
                </c:pt>
                <c:pt idx="10491">
                  <c:v>44</c:v>
                </c:pt>
                <c:pt idx="10492">
                  <c:v>46</c:v>
                </c:pt>
                <c:pt idx="10493">
                  <c:v>30.75</c:v>
                </c:pt>
                <c:pt idx="10494">
                  <c:v>48</c:v>
                </c:pt>
                <c:pt idx="10495">
                  <c:v>86</c:v>
                </c:pt>
                <c:pt idx="10496">
                  <c:v>150</c:v>
                </c:pt>
                <c:pt idx="10497">
                  <c:v>94.5</c:v>
                </c:pt>
                <c:pt idx="10498">
                  <c:v>66</c:v>
                </c:pt>
                <c:pt idx="10499">
                  <c:v>90</c:v>
                </c:pt>
                <c:pt idx="10500">
                  <c:v>35</c:v>
                </c:pt>
                <c:pt idx="10501">
                  <c:v>30.46</c:v>
                </c:pt>
                <c:pt idx="10502">
                  <c:v>80</c:v>
                </c:pt>
                <c:pt idx="10503">
                  <c:v>139</c:v>
                </c:pt>
                <c:pt idx="10504">
                  <c:v>101</c:v>
                </c:pt>
                <c:pt idx="10505">
                  <c:v>50</c:v>
                </c:pt>
                <c:pt idx="10506">
                  <c:v>52</c:v>
                </c:pt>
                <c:pt idx="10507">
                  <c:v>16.45</c:v>
                </c:pt>
                <c:pt idx="10508">
                  <c:v>79</c:v>
                </c:pt>
                <c:pt idx="10509">
                  <c:v>71</c:v>
                </c:pt>
                <c:pt idx="10510">
                  <c:v>45</c:v>
                </c:pt>
                <c:pt idx="10511">
                  <c:v>75</c:v>
                </c:pt>
                <c:pt idx="10512">
                  <c:v>137</c:v>
                </c:pt>
                <c:pt idx="10513">
                  <c:v>50.17</c:v>
                </c:pt>
                <c:pt idx="10514">
                  <c:v>36</c:v>
                </c:pt>
                <c:pt idx="10515">
                  <c:v>47</c:v>
                </c:pt>
                <c:pt idx="10516">
                  <c:v>95.23</c:v>
                </c:pt>
                <c:pt idx="10517">
                  <c:v>61.74</c:v>
                </c:pt>
                <c:pt idx="10518">
                  <c:v>100</c:v>
                </c:pt>
                <c:pt idx="10519">
                  <c:v>42.88</c:v>
                </c:pt>
                <c:pt idx="10520">
                  <c:v>60</c:v>
                </c:pt>
                <c:pt idx="10521">
                  <c:v>125</c:v>
                </c:pt>
                <c:pt idx="10522">
                  <c:v>63</c:v>
                </c:pt>
                <c:pt idx="10523">
                  <c:v>97</c:v>
                </c:pt>
                <c:pt idx="10524">
                  <c:v>175</c:v>
                </c:pt>
                <c:pt idx="10525">
                  <c:v>86</c:v>
                </c:pt>
                <c:pt idx="10526">
                  <c:v>77</c:v>
                </c:pt>
                <c:pt idx="10527">
                  <c:v>82</c:v>
                </c:pt>
                <c:pt idx="10528">
                  <c:v>105</c:v>
                </c:pt>
                <c:pt idx="10529">
                  <c:v>39.9</c:v>
                </c:pt>
                <c:pt idx="10530">
                  <c:v>95</c:v>
                </c:pt>
                <c:pt idx="10531">
                  <c:v>121</c:v>
                </c:pt>
                <c:pt idx="10532">
                  <c:v>85</c:v>
                </c:pt>
                <c:pt idx="10533">
                  <c:v>155</c:v>
                </c:pt>
                <c:pt idx="10534">
                  <c:v>55</c:v>
                </c:pt>
                <c:pt idx="10535">
                  <c:v>85</c:v>
                </c:pt>
                <c:pt idx="10536">
                  <c:v>50</c:v>
                </c:pt>
                <c:pt idx="10537">
                  <c:v>29</c:v>
                </c:pt>
                <c:pt idx="10538">
                  <c:v>69.989999999999995</c:v>
                </c:pt>
                <c:pt idx="10539">
                  <c:v>33.06</c:v>
                </c:pt>
                <c:pt idx="10540">
                  <c:v>35</c:v>
                </c:pt>
                <c:pt idx="10541">
                  <c:v>50</c:v>
                </c:pt>
                <c:pt idx="10542">
                  <c:v>45</c:v>
                </c:pt>
                <c:pt idx="10543">
                  <c:v>66</c:v>
                </c:pt>
                <c:pt idx="10544">
                  <c:v>50.36</c:v>
                </c:pt>
                <c:pt idx="10545">
                  <c:v>150</c:v>
                </c:pt>
                <c:pt idx="10546">
                  <c:v>132</c:v>
                </c:pt>
                <c:pt idx="10547">
                  <c:v>125</c:v>
                </c:pt>
                <c:pt idx="10548">
                  <c:v>65</c:v>
                </c:pt>
                <c:pt idx="10549">
                  <c:v>68</c:v>
                </c:pt>
                <c:pt idx="10550">
                  <c:v>44.6</c:v>
                </c:pt>
                <c:pt idx="10551">
                  <c:v>55.86</c:v>
                </c:pt>
                <c:pt idx="10552">
                  <c:v>150</c:v>
                </c:pt>
                <c:pt idx="10553">
                  <c:v>108</c:v>
                </c:pt>
                <c:pt idx="10554">
                  <c:v>41</c:v>
                </c:pt>
                <c:pt idx="10555">
                  <c:v>67.75</c:v>
                </c:pt>
                <c:pt idx="10556">
                  <c:v>145</c:v>
                </c:pt>
                <c:pt idx="10557">
                  <c:v>48</c:v>
                </c:pt>
                <c:pt idx="10558">
                  <c:v>85</c:v>
                </c:pt>
                <c:pt idx="10559">
                  <c:v>57.95</c:v>
                </c:pt>
                <c:pt idx="10560">
                  <c:v>54</c:v>
                </c:pt>
                <c:pt idx="10561">
                  <c:v>56</c:v>
                </c:pt>
                <c:pt idx="10562">
                  <c:v>180</c:v>
                </c:pt>
                <c:pt idx="10563">
                  <c:v>102</c:v>
                </c:pt>
                <c:pt idx="10564">
                  <c:v>110</c:v>
                </c:pt>
                <c:pt idx="10565">
                  <c:v>183</c:v>
                </c:pt>
                <c:pt idx="10566">
                  <c:v>160</c:v>
                </c:pt>
                <c:pt idx="10567">
                  <c:v>51.42</c:v>
                </c:pt>
                <c:pt idx="10568">
                  <c:v>63.25</c:v>
                </c:pt>
                <c:pt idx="10569">
                  <c:v>85</c:v>
                </c:pt>
                <c:pt idx="10570">
                  <c:v>22</c:v>
                </c:pt>
                <c:pt idx="10571">
                  <c:v>138</c:v>
                </c:pt>
                <c:pt idx="10572">
                  <c:v>60</c:v>
                </c:pt>
                <c:pt idx="10573">
                  <c:v>83.5</c:v>
                </c:pt>
                <c:pt idx="10574">
                  <c:v>48.72</c:v>
                </c:pt>
                <c:pt idx="10575">
                  <c:v>60</c:v>
                </c:pt>
                <c:pt idx="10576">
                  <c:v>125</c:v>
                </c:pt>
                <c:pt idx="10577">
                  <c:v>46</c:v>
                </c:pt>
                <c:pt idx="10578">
                  <c:v>56</c:v>
                </c:pt>
                <c:pt idx="10579">
                  <c:v>42</c:v>
                </c:pt>
                <c:pt idx="10580">
                  <c:v>60</c:v>
                </c:pt>
                <c:pt idx="10581">
                  <c:v>73</c:v>
                </c:pt>
                <c:pt idx="10582">
                  <c:v>121</c:v>
                </c:pt>
                <c:pt idx="10583">
                  <c:v>54</c:v>
                </c:pt>
                <c:pt idx="10584">
                  <c:v>65</c:v>
                </c:pt>
                <c:pt idx="10585">
                  <c:v>54</c:v>
                </c:pt>
                <c:pt idx="10586">
                  <c:v>45</c:v>
                </c:pt>
                <c:pt idx="10587">
                  <c:v>147</c:v>
                </c:pt>
                <c:pt idx="10588">
                  <c:v>44.41</c:v>
                </c:pt>
                <c:pt idx="10589">
                  <c:v>66</c:v>
                </c:pt>
                <c:pt idx="10590">
                  <c:v>35</c:v>
                </c:pt>
                <c:pt idx="10591">
                  <c:v>65</c:v>
                </c:pt>
                <c:pt idx="10592">
                  <c:v>69</c:v>
                </c:pt>
                <c:pt idx="10593">
                  <c:v>110</c:v>
                </c:pt>
                <c:pt idx="10594">
                  <c:v>125</c:v>
                </c:pt>
                <c:pt idx="10595">
                  <c:v>67</c:v>
                </c:pt>
                <c:pt idx="10596">
                  <c:v>101</c:v>
                </c:pt>
                <c:pt idx="10597">
                  <c:v>53</c:v>
                </c:pt>
                <c:pt idx="10598">
                  <c:v>49</c:v>
                </c:pt>
                <c:pt idx="10599">
                  <c:v>55</c:v>
                </c:pt>
                <c:pt idx="10600">
                  <c:v>65</c:v>
                </c:pt>
                <c:pt idx="10601">
                  <c:v>125</c:v>
                </c:pt>
                <c:pt idx="10602">
                  <c:v>110</c:v>
                </c:pt>
                <c:pt idx="10603">
                  <c:v>220</c:v>
                </c:pt>
                <c:pt idx="10604">
                  <c:v>85</c:v>
                </c:pt>
                <c:pt idx="10605">
                  <c:v>55</c:v>
                </c:pt>
                <c:pt idx="10606">
                  <c:v>75</c:v>
                </c:pt>
                <c:pt idx="10607">
                  <c:v>69.180000000000007</c:v>
                </c:pt>
                <c:pt idx="10608">
                  <c:v>30.12</c:v>
                </c:pt>
                <c:pt idx="10609">
                  <c:v>35</c:v>
                </c:pt>
                <c:pt idx="10610">
                  <c:v>20</c:v>
                </c:pt>
                <c:pt idx="10611">
                  <c:v>53.12</c:v>
                </c:pt>
                <c:pt idx="10612">
                  <c:v>119</c:v>
                </c:pt>
                <c:pt idx="10613">
                  <c:v>70</c:v>
                </c:pt>
                <c:pt idx="10614">
                  <c:v>32</c:v>
                </c:pt>
                <c:pt idx="10615">
                  <c:v>60</c:v>
                </c:pt>
                <c:pt idx="10616">
                  <c:v>65</c:v>
                </c:pt>
                <c:pt idx="10617">
                  <c:v>26.5</c:v>
                </c:pt>
                <c:pt idx="10618">
                  <c:v>90</c:v>
                </c:pt>
                <c:pt idx="10619">
                  <c:v>70</c:v>
                </c:pt>
                <c:pt idx="10620">
                  <c:v>58</c:v>
                </c:pt>
                <c:pt idx="10621">
                  <c:v>56</c:v>
                </c:pt>
                <c:pt idx="10622">
                  <c:v>34.65</c:v>
                </c:pt>
                <c:pt idx="10623">
                  <c:v>52.33</c:v>
                </c:pt>
                <c:pt idx="10624">
                  <c:v>34</c:v>
                </c:pt>
                <c:pt idx="10625">
                  <c:v>180</c:v>
                </c:pt>
                <c:pt idx="10626">
                  <c:v>61</c:v>
                </c:pt>
                <c:pt idx="10627">
                  <c:v>69.5</c:v>
                </c:pt>
                <c:pt idx="10628">
                  <c:v>63</c:v>
                </c:pt>
                <c:pt idx="10629">
                  <c:v>95</c:v>
                </c:pt>
                <c:pt idx="10630">
                  <c:v>48</c:v>
                </c:pt>
                <c:pt idx="10631">
                  <c:v>95</c:v>
                </c:pt>
                <c:pt idx="10632">
                  <c:v>40.799999999999997</c:v>
                </c:pt>
                <c:pt idx="10633">
                  <c:v>53</c:v>
                </c:pt>
                <c:pt idx="10634">
                  <c:v>75</c:v>
                </c:pt>
                <c:pt idx="10635">
                  <c:v>59.96</c:v>
                </c:pt>
                <c:pt idx="10636">
                  <c:v>100</c:v>
                </c:pt>
                <c:pt idx="10637">
                  <c:v>28.47</c:v>
                </c:pt>
                <c:pt idx="10638">
                  <c:v>135</c:v>
                </c:pt>
                <c:pt idx="10639">
                  <c:v>105</c:v>
                </c:pt>
                <c:pt idx="10640">
                  <c:v>50.75</c:v>
                </c:pt>
                <c:pt idx="10641">
                  <c:v>80</c:v>
                </c:pt>
                <c:pt idx="10642">
                  <c:v>56.5</c:v>
                </c:pt>
                <c:pt idx="10643">
                  <c:v>69.5</c:v>
                </c:pt>
                <c:pt idx="10644">
                  <c:v>198</c:v>
                </c:pt>
                <c:pt idx="10645">
                  <c:v>85.86</c:v>
                </c:pt>
                <c:pt idx="10646">
                  <c:v>130</c:v>
                </c:pt>
                <c:pt idx="10647">
                  <c:v>55</c:v>
                </c:pt>
                <c:pt idx="10648">
                  <c:v>68</c:v>
                </c:pt>
                <c:pt idx="10649">
                  <c:v>50</c:v>
                </c:pt>
                <c:pt idx="10650">
                  <c:v>37</c:v>
                </c:pt>
                <c:pt idx="10651">
                  <c:v>78.2</c:v>
                </c:pt>
                <c:pt idx="10652">
                  <c:v>55</c:v>
                </c:pt>
                <c:pt idx="10653">
                  <c:v>75</c:v>
                </c:pt>
                <c:pt idx="10654">
                  <c:v>80.510000000000005</c:v>
                </c:pt>
                <c:pt idx="10655">
                  <c:v>150</c:v>
                </c:pt>
                <c:pt idx="10656">
                  <c:v>110</c:v>
                </c:pt>
                <c:pt idx="10657">
                  <c:v>155</c:v>
                </c:pt>
                <c:pt idx="10658">
                  <c:v>48</c:v>
                </c:pt>
                <c:pt idx="10659">
                  <c:v>85</c:v>
                </c:pt>
                <c:pt idx="10660">
                  <c:v>22.5</c:v>
                </c:pt>
                <c:pt idx="10661">
                  <c:v>75.885000000000005</c:v>
                </c:pt>
                <c:pt idx="10662">
                  <c:v>54.99</c:v>
                </c:pt>
                <c:pt idx="10663">
                  <c:v>125</c:v>
                </c:pt>
                <c:pt idx="10664">
                  <c:v>45</c:v>
                </c:pt>
                <c:pt idx="10665">
                  <c:v>101</c:v>
                </c:pt>
                <c:pt idx="10666">
                  <c:v>97.83</c:v>
                </c:pt>
                <c:pt idx="10667">
                  <c:v>51</c:v>
                </c:pt>
                <c:pt idx="10668">
                  <c:v>85</c:v>
                </c:pt>
                <c:pt idx="10669">
                  <c:v>56</c:v>
                </c:pt>
                <c:pt idx="10670">
                  <c:v>90</c:v>
                </c:pt>
                <c:pt idx="10671">
                  <c:v>58</c:v>
                </c:pt>
                <c:pt idx="10672">
                  <c:v>85</c:v>
                </c:pt>
                <c:pt idx="10673">
                  <c:v>73</c:v>
                </c:pt>
                <c:pt idx="10674">
                  <c:v>75</c:v>
                </c:pt>
                <c:pt idx="10675">
                  <c:v>54.48</c:v>
                </c:pt>
                <c:pt idx="10676">
                  <c:v>38.19</c:v>
                </c:pt>
                <c:pt idx="10677">
                  <c:v>36.4</c:v>
                </c:pt>
                <c:pt idx="10678">
                  <c:v>110</c:v>
                </c:pt>
                <c:pt idx="10679">
                  <c:v>56.15</c:v>
                </c:pt>
                <c:pt idx="10680">
                  <c:v>46</c:v>
                </c:pt>
                <c:pt idx="10681">
                  <c:v>78</c:v>
                </c:pt>
                <c:pt idx="10682">
                  <c:v>110</c:v>
                </c:pt>
                <c:pt idx="10683">
                  <c:v>42</c:v>
                </c:pt>
                <c:pt idx="10684">
                  <c:v>105</c:v>
                </c:pt>
                <c:pt idx="10685">
                  <c:v>80</c:v>
                </c:pt>
                <c:pt idx="10686">
                  <c:v>45</c:v>
                </c:pt>
                <c:pt idx="10687">
                  <c:v>28</c:v>
                </c:pt>
                <c:pt idx="10688">
                  <c:v>64</c:v>
                </c:pt>
                <c:pt idx="10689">
                  <c:v>122</c:v>
                </c:pt>
                <c:pt idx="10690">
                  <c:v>80</c:v>
                </c:pt>
                <c:pt idx="10691">
                  <c:v>78</c:v>
                </c:pt>
                <c:pt idx="10692">
                  <c:v>128</c:v>
                </c:pt>
                <c:pt idx="10693">
                  <c:v>44</c:v>
                </c:pt>
                <c:pt idx="10694">
                  <c:v>78.19</c:v>
                </c:pt>
                <c:pt idx="10695">
                  <c:v>25</c:v>
                </c:pt>
                <c:pt idx="10696">
                  <c:v>145</c:v>
                </c:pt>
                <c:pt idx="10697">
                  <c:v>120</c:v>
                </c:pt>
                <c:pt idx="10698">
                  <c:v>39.950000000000003</c:v>
                </c:pt>
                <c:pt idx="10699">
                  <c:v>90</c:v>
                </c:pt>
                <c:pt idx="10700">
                  <c:v>45</c:v>
                </c:pt>
                <c:pt idx="10701">
                  <c:v>150</c:v>
                </c:pt>
                <c:pt idx="10702">
                  <c:v>42</c:v>
                </c:pt>
                <c:pt idx="10703">
                  <c:v>70</c:v>
                </c:pt>
                <c:pt idx="10704">
                  <c:v>64.5</c:v>
                </c:pt>
                <c:pt idx="10705">
                  <c:v>59</c:v>
                </c:pt>
                <c:pt idx="10706">
                  <c:v>44</c:v>
                </c:pt>
                <c:pt idx="10707">
                  <c:v>135</c:v>
                </c:pt>
                <c:pt idx="10708">
                  <c:v>80.5</c:v>
                </c:pt>
                <c:pt idx="10709">
                  <c:v>55</c:v>
                </c:pt>
                <c:pt idx="10710">
                  <c:v>40</c:v>
                </c:pt>
                <c:pt idx="10711">
                  <c:v>135</c:v>
                </c:pt>
                <c:pt idx="10712">
                  <c:v>56.5</c:v>
                </c:pt>
                <c:pt idx="10713">
                  <c:v>228</c:v>
                </c:pt>
                <c:pt idx="10714">
                  <c:v>59</c:v>
                </c:pt>
                <c:pt idx="10715">
                  <c:v>35</c:v>
                </c:pt>
                <c:pt idx="10716">
                  <c:v>52</c:v>
                </c:pt>
                <c:pt idx="10717">
                  <c:v>115</c:v>
                </c:pt>
                <c:pt idx="10718">
                  <c:v>40.799999999999997</c:v>
                </c:pt>
                <c:pt idx="10719">
                  <c:v>25</c:v>
                </c:pt>
                <c:pt idx="10720">
                  <c:v>142</c:v>
                </c:pt>
                <c:pt idx="10721">
                  <c:v>131</c:v>
                </c:pt>
                <c:pt idx="10722">
                  <c:v>58</c:v>
                </c:pt>
                <c:pt idx="10723">
                  <c:v>93</c:v>
                </c:pt>
                <c:pt idx="10724">
                  <c:v>61.9</c:v>
                </c:pt>
                <c:pt idx="10725">
                  <c:v>42.73</c:v>
                </c:pt>
                <c:pt idx="10726">
                  <c:v>190</c:v>
                </c:pt>
                <c:pt idx="10727">
                  <c:v>130</c:v>
                </c:pt>
                <c:pt idx="10728">
                  <c:v>78</c:v>
                </c:pt>
                <c:pt idx="10729">
                  <c:v>82</c:v>
                </c:pt>
                <c:pt idx="10730">
                  <c:v>52</c:v>
                </c:pt>
                <c:pt idx="10731">
                  <c:v>60</c:v>
                </c:pt>
                <c:pt idx="10732">
                  <c:v>140</c:v>
                </c:pt>
                <c:pt idx="10733">
                  <c:v>118</c:v>
                </c:pt>
                <c:pt idx="10734">
                  <c:v>70</c:v>
                </c:pt>
                <c:pt idx="10735">
                  <c:v>68</c:v>
                </c:pt>
                <c:pt idx="10736">
                  <c:v>148</c:v>
                </c:pt>
                <c:pt idx="10737">
                  <c:v>60</c:v>
                </c:pt>
                <c:pt idx="10738">
                  <c:v>112</c:v>
                </c:pt>
                <c:pt idx="10739">
                  <c:v>100</c:v>
                </c:pt>
                <c:pt idx="10740">
                  <c:v>62.8</c:v>
                </c:pt>
                <c:pt idx="10741">
                  <c:v>46</c:v>
                </c:pt>
                <c:pt idx="10742">
                  <c:v>37.83</c:v>
                </c:pt>
                <c:pt idx="10743">
                  <c:v>57</c:v>
                </c:pt>
                <c:pt idx="10744">
                  <c:v>120</c:v>
                </c:pt>
                <c:pt idx="10745">
                  <c:v>72.760000000000005</c:v>
                </c:pt>
                <c:pt idx="10746">
                  <c:v>81</c:v>
                </c:pt>
                <c:pt idx="10747">
                  <c:v>79.989999999999995</c:v>
                </c:pt>
                <c:pt idx="10748">
                  <c:v>47</c:v>
                </c:pt>
                <c:pt idx="10749">
                  <c:v>103</c:v>
                </c:pt>
                <c:pt idx="10750">
                  <c:v>67.760000000000005</c:v>
                </c:pt>
                <c:pt idx="10751">
                  <c:v>53.96</c:v>
                </c:pt>
                <c:pt idx="10752">
                  <c:v>50</c:v>
                </c:pt>
                <c:pt idx="10753">
                  <c:v>42.48</c:v>
                </c:pt>
                <c:pt idx="10754">
                  <c:v>72</c:v>
                </c:pt>
                <c:pt idx="10755">
                  <c:v>41</c:v>
                </c:pt>
                <c:pt idx="10756">
                  <c:v>62</c:v>
                </c:pt>
                <c:pt idx="10757">
                  <c:v>219</c:v>
                </c:pt>
                <c:pt idx="10758">
                  <c:v>20</c:v>
                </c:pt>
                <c:pt idx="10759">
                  <c:v>39</c:v>
                </c:pt>
                <c:pt idx="10760">
                  <c:v>70</c:v>
                </c:pt>
                <c:pt idx="10761">
                  <c:v>90</c:v>
                </c:pt>
                <c:pt idx="10762">
                  <c:v>62</c:v>
                </c:pt>
                <c:pt idx="10763">
                  <c:v>115</c:v>
                </c:pt>
                <c:pt idx="10764">
                  <c:v>49.5</c:v>
                </c:pt>
                <c:pt idx="10765">
                  <c:v>32.93</c:v>
                </c:pt>
                <c:pt idx="10766">
                  <c:v>60</c:v>
                </c:pt>
                <c:pt idx="10767">
                  <c:v>71</c:v>
                </c:pt>
                <c:pt idx="10768">
                  <c:v>94.28</c:v>
                </c:pt>
                <c:pt idx="10769">
                  <c:v>56.12</c:v>
                </c:pt>
                <c:pt idx="10770">
                  <c:v>58.7</c:v>
                </c:pt>
                <c:pt idx="10771">
                  <c:v>41</c:v>
                </c:pt>
                <c:pt idx="10772">
                  <c:v>74.03</c:v>
                </c:pt>
                <c:pt idx="10773">
                  <c:v>55</c:v>
                </c:pt>
                <c:pt idx="10774">
                  <c:v>59</c:v>
                </c:pt>
                <c:pt idx="10775">
                  <c:v>49.86</c:v>
                </c:pt>
                <c:pt idx="10776">
                  <c:v>80</c:v>
                </c:pt>
                <c:pt idx="10777">
                  <c:v>55</c:v>
                </c:pt>
                <c:pt idx="10778">
                  <c:v>50</c:v>
                </c:pt>
                <c:pt idx="10779">
                  <c:v>43.04</c:v>
                </c:pt>
                <c:pt idx="10780">
                  <c:v>131</c:v>
                </c:pt>
                <c:pt idx="10781">
                  <c:v>50</c:v>
                </c:pt>
                <c:pt idx="10782">
                  <c:v>98</c:v>
                </c:pt>
                <c:pt idx="10783">
                  <c:v>60</c:v>
                </c:pt>
                <c:pt idx="10784">
                  <c:v>40.25</c:v>
                </c:pt>
                <c:pt idx="10785">
                  <c:v>32.72</c:v>
                </c:pt>
                <c:pt idx="10786">
                  <c:v>59</c:v>
                </c:pt>
                <c:pt idx="10787">
                  <c:v>230</c:v>
                </c:pt>
                <c:pt idx="10788">
                  <c:v>60</c:v>
                </c:pt>
                <c:pt idx="10789">
                  <c:v>63</c:v>
                </c:pt>
                <c:pt idx="10790">
                  <c:v>46</c:v>
                </c:pt>
                <c:pt idx="10791">
                  <c:v>18.5</c:v>
                </c:pt>
                <c:pt idx="10792">
                  <c:v>80</c:v>
                </c:pt>
                <c:pt idx="10793">
                  <c:v>65</c:v>
                </c:pt>
                <c:pt idx="10794">
                  <c:v>45</c:v>
                </c:pt>
                <c:pt idx="10795">
                  <c:v>95</c:v>
                </c:pt>
                <c:pt idx="10796">
                  <c:v>61.11</c:v>
                </c:pt>
                <c:pt idx="10797">
                  <c:v>70</c:v>
                </c:pt>
                <c:pt idx="10798">
                  <c:v>69</c:v>
                </c:pt>
                <c:pt idx="10799">
                  <c:v>160</c:v>
                </c:pt>
                <c:pt idx="10800">
                  <c:v>107</c:v>
                </c:pt>
                <c:pt idx="10801">
                  <c:v>125</c:v>
                </c:pt>
                <c:pt idx="10802">
                  <c:v>74.900000000000006</c:v>
                </c:pt>
                <c:pt idx="10803">
                  <c:v>50.66</c:v>
                </c:pt>
                <c:pt idx="10804">
                  <c:v>134</c:v>
                </c:pt>
                <c:pt idx="10805">
                  <c:v>60.9</c:v>
                </c:pt>
                <c:pt idx="10806">
                  <c:v>46.56</c:v>
                </c:pt>
                <c:pt idx="10807">
                  <c:v>84</c:v>
                </c:pt>
                <c:pt idx="10808">
                  <c:v>183</c:v>
                </c:pt>
                <c:pt idx="10809">
                  <c:v>65</c:v>
                </c:pt>
                <c:pt idx="10810">
                  <c:v>54</c:v>
                </c:pt>
                <c:pt idx="10811">
                  <c:v>42.54</c:v>
                </c:pt>
                <c:pt idx="10812">
                  <c:v>19.5</c:v>
                </c:pt>
                <c:pt idx="10813">
                  <c:v>58</c:v>
                </c:pt>
                <c:pt idx="10814">
                  <c:v>90</c:v>
                </c:pt>
                <c:pt idx="10815">
                  <c:v>150</c:v>
                </c:pt>
                <c:pt idx="10816">
                  <c:v>80.989999999999995</c:v>
                </c:pt>
                <c:pt idx="10817">
                  <c:v>64.08</c:v>
                </c:pt>
                <c:pt idx="10818">
                  <c:v>139</c:v>
                </c:pt>
                <c:pt idx="10819">
                  <c:v>110</c:v>
                </c:pt>
                <c:pt idx="10820">
                  <c:v>65</c:v>
                </c:pt>
                <c:pt idx="10821">
                  <c:v>28</c:v>
                </c:pt>
                <c:pt idx="10822">
                  <c:v>46</c:v>
                </c:pt>
                <c:pt idx="10823">
                  <c:v>64.86</c:v>
                </c:pt>
                <c:pt idx="10824">
                  <c:v>140</c:v>
                </c:pt>
                <c:pt idx="10825">
                  <c:v>47</c:v>
                </c:pt>
                <c:pt idx="10826">
                  <c:v>56</c:v>
                </c:pt>
                <c:pt idx="10827">
                  <c:v>90</c:v>
                </c:pt>
                <c:pt idx="10828">
                  <c:v>58</c:v>
                </c:pt>
                <c:pt idx="10829">
                  <c:v>90</c:v>
                </c:pt>
                <c:pt idx="10830">
                  <c:v>85</c:v>
                </c:pt>
                <c:pt idx="10831">
                  <c:v>32</c:v>
                </c:pt>
                <c:pt idx="10832">
                  <c:v>23</c:v>
                </c:pt>
                <c:pt idx="10833">
                  <c:v>159</c:v>
                </c:pt>
                <c:pt idx="10834">
                  <c:v>46</c:v>
                </c:pt>
                <c:pt idx="10835">
                  <c:v>18</c:v>
                </c:pt>
                <c:pt idx="10836">
                  <c:v>41</c:v>
                </c:pt>
                <c:pt idx="10837">
                  <c:v>45</c:v>
                </c:pt>
                <c:pt idx="10838">
                  <c:v>75</c:v>
                </c:pt>
                <c:pt idx="10839">
                  <c:v>98</c:v>
                </c:pt>
                <c:pt idx="10840">
                  <c:v>40</c:v>
                </c:pt>
                <c:pt idx="10841">
                  <c:v>65</c:v>
                </c:pt>
                <c:pt idx="10842">
                  <c:v>140</c:v>
                </c:pt>
                <c:pt idx="10843">
                  <c:v>56</c:v>
                </c:pt>
                <c:pt idx="10844">
                  <c:v>62</c:v>
                </c:pt>
                <c:pt idx="10845">
                  <c:v>62</c:v>
                </c:pt>
                <c:pt idx="10846">
                  <c:v>48</c:v>
                </c:pt>
                <c:pt idx="10847">
                  <c:v>32</c:v>
                </c:pt>
                <c:pt idx="10848">
                  <c:v>85</c:v>
                </c:pt>
                <c:pt idx="10849">
                  <c:v>75</c:v>
                </c:pt>
                <c:pt idx="10850">
                  <c:v>75</c:v>
                </c:pt>
                <c:pt idx="10851">
                  <c:v>47.35</c:v>
                </c:pt>
                <c:pt idx="10852">
                  <c:v>90</c:v>
                </c:pt>
                <c:pt idx="10853">
                  <c:v>55</c:v>
                </c:pt>
                <c:pt idx="10854">
                  <c:v>73</c:v>
                </c:pt>
                <c:pt idx="10855">
                  <c:v>94</c:v>
                </c:pt>
                <c:pt idx="10856">
                  <c:v>110</c:v>
                </c:pt>
                <c:pt idx="10857">
                  <c:v>111</c:v>
                </c:pt>
                <c:pt idx="10858">
                  <c:v>134</c:v>
                </c:pt>
                <c:pt idx="10859">
                  <c:v>69.760000000000005</c:v>
                </c:pt>
                <c:pt idx="10860">
                  <c:v>140</c:v>
                </c:pt>
                <c:pt idx="10861">
                  <c:v>50</c:v>
                </c:pt>
                <c:pt idx="10862">
                  <c:v>72.3</c:v>
                </c:pt>
                <c:pt idx="10863">
                  <c:v>67</c:v>
                </c:pt>
                <c:pt idx="10864">
                  <c:v>56</c:v>
                </c:pt>
                <c:pt idx="10865">
                  <c:v>130</c:v>
                </c:pt>
                <c:pt idx="10866">
                  <c:v>44.75</c:v>
                </c:pt>
                <c:pt idx="10867">
                  <c:v>62</c:v>
                </c:pt>
                <c:pt idx="10868">
                  <c:v>40</c:v>
                </c:pt>
                <c:pt idx="10869">
                  <c:v>43.7</c:v>
                </c:pt>
                <c:pt idx="10870">
                  <c:v>44</c:v>
                </c:pt>
                <c:pt idx="10871">
                  <c:v>75</c:v>
                </c:pt>
                <c:pt idx="10872">
                  <c:v>78</c:v>
                </c:pt>
                <c:pt idx="10873">
                  <c:v>89</c:v>
                </c:pt>
                <c:pt idx="10874">
                  <c:v>36</c:v>
                </c:pt>
                <c:pt idx="10875">
                  <c:v>48</c:v>
                </c:pt>
                <c:pt idx="10876">
                  <c:v>85</c:v>
                </c:pt>
                <c:pt idx="10877">
                  <c:v>45</c:v>
                </c:pt>
                <c:pt idx="10878">
                  <c:v>15</c:v>
                </c:pt>
                <c:pt idx="10879">
                  <c:v>64.989999999999995</c:v>
                </c:pt>
                <c:pt idx="10880">
                  <c:v>64</c:v>
                </c:pt>
                <c:pt idx="10881">
                  <c:v>14.04</c:v>
                </c:pt>
                <c:pt idx="10882">
                  <c:v>150</c:v>
                </c:pt>
                <c:pt idx="10883">
                  <c:v>215</c:v>
                </c:pt>
                <c:pt idx="10884">
                  <c:v>39</c:v>
                </c:pt>
                <c:pt idx="10885">
                  <c:v>77</c:v>
                </c:pt>
                <c:pt idx="10886">
                  <c:v>150</c:v>
                </c:pt>
                <c:pt idx="10887">
                  <c:v>57</c:v>
                </c:pt>
                <c:pt idx="10888">
                  <c:v>152</c:v>
                </c:pt>
                <c:pt idx="10889">
                  <c:v>130</c:v>
                </c:pt>
                <c:pt idx="10890">
                  <c:v>108</c:v>
                </c:pt>
                <c:pt idx="10891">
                  <c:v>125</c:v>
                </c:pt>
                <c:pt idx="10892">
                  <c:v>44</c:v>
                </c:pt>
                <c:pt idx="10893">
                  <c:v>52</c:v>
                </c:pt>
                <c:pt idx="10894">
                  <c:v>70</c:v>
                </c:pt>
                <c:pt idx="10895">
                  <c:v>65</c:v>
                </c:pt>
                <c:pt idx="10896">
                  <c:v>49.53</c:v>
                </c:pt>
                <c:pt idx="10897">
                  <c:v>55</c:v>
                </c:pt>
                <c:pt idx="10898">
                  <c:v>85</c:v>
                </c:pt>
                <c:pt idx="10899">
                  <c:v>35</c:v>
                </c:pt>
                <c:pt idx="10900">
                  <c:v>240</c:v>
                </c:pt>
                <c:pt idx="10901">
                  <c:v>70</c:v>
                </c:pt>
                <c:pt idx="10902">
                  <c:v>75</c:v>
                </c:pt>
                <c:pt idx="10903">
                  <c:v>85</c:v>
                </c:pt>
                <c:pt idx="10904">
                  <c:v>130</c:v>
                </c:pt>
                <c:pt idx="10905">
                  <c:v>120</c:v>
                </c:pt>
                <c:pt idx="10906">
                  <c:v>45</c:v>
                </c:pt>
                <c:pt idx="10907">
                  <c:v>53</c:v>
                </c:pt>
                <c:pt idx="10908">
                  <c:v>69</c:v>
                </c:pt>
                <c:pt idx="10909">
                  <c:v>53</c:v>
                </c:pt>
                <c:pt idx="10910">
                  <c:v>58</c:v>
                </c:pt>
                <c:pt idx="10911">
                  <c:v>69.5</c:v>
                </c:pt>
                <c:pt idx="10912">
                  <c:v>120</c:v>
                </c:pt>
                <c:pt idx="10913">
                  <c:v>55</c:v>
                </c:pt>
                <c:pt idx="10914">
                  <c:v>57</c:v>
                </c:pt>
                <c:pt idx="10915">
                  <c:v>59.134999999999998</c:v>
                </c:pt>
                <c:pt idx="10916">
                  <c:v>71.58</c:v>
                </c:pt>
                <c:pt idx="10917">
                  <c:v>60</c:v>
                </c:pt>
                <c:pt idx="10918">
                  <c:v>221</c:v>
                </c:pt>
                <c:pt idx="10919">
                  <c:v>201</c:v>
                </c:pt>
                <c:pt idx="10920">
                  <c:v>60</c:v>
                </c:pt>
                <c:pt idx="10921">
                  <c:v>46.76</c:v>
                </c:pt>
                <c:pt idx="10922">
                  <c:v>65.59</c:v>
                </c:pt>
                <c:pt idx="10923">
                  <c:v>22</c:v>
                </c:pt>
                <c:pt idx="10924">
                  <c:v>60</c:v>
                </c:pt>
                <c:pt idx="10925">
                  <c:v>45</c:v>
                </c:pt>
                <c:pt idx="10926">
                  <c:v>49.5</c:v>
                </c:pt>
                <c:pt idx="10927">
                  <c:v>65</c:v>
                </c:pt>
                <c:pt idx="10928">
                  <c:v>57</c:v>
                </c:pt>
                <c:pt idx="10929">
                  <c:v>125</c:v>
                </c:pt>
                <c:pt idx="10930">
                  <c:v>117</c:v>
                </c:pt>
                <c:pt idx="10931">
                  <c:v>103</c:v>
                </c:pt>
                <c:pt idx="10932">
                  <c:v>57</c:v>
                </c:pt>
                <c:pt idx="10933">
                  <c:v>110</c:v>
                </c:pt>
                <c:pt idx="10934">
                  <c:v>85</c:v>
                </c:pt>
                <c:pt idx="10935">
                  <c:v>90</c:v>
                </c:pt>
                <c:pt idx="10936">
                  <c:v>42</c:v>
                </c:pt>
                <c:pt idx="10937">
                  <c:v>96.8</c:v>
                </c:pt>
                <c:pt idx="10938">
                  <c:v>26</c:v>
                </c:pt>
                <c:pt idx="10939">
                  <c:v>63.93</c:v>
                </c:pt>
                <c:pt idx="10940">
                  <c:v>195</c:v>
                </c:pt>
                <c:pt idx="10941">
                  <c:v>80</c:v>
                </c:pt>
                <c:pt idx="10942">
                  <c:v>112</c:v>
                </c:pt>
                <c:pt idx="10943">
                  <c:v>52</c:v>
                </c:pt>
                <c:pt idx="10944">
                  <c:v>60</c:v>
                </c:pt>
                <c:pt idx="10945">
                  <c:v>154.5</c:v>
                </c:pt>
                <c:pt idx="10946">
                  <c:v>145</c:v>
                </c:pt>
                <c:pt idx="10947">
                  <c:v>71.5</c:v>
                </c:pt>
                <c:pt idx="10948">
                  <c:v>48</c:v>
                </c:pt>
                <c:pt idx="10949">
                  <c:v>40.14</c:v>
                </c:pt>
                <c:pt idx="10950">
                  <c:v>134</c:v>
                </c:pt>
                <c:pt idx="10951">
                  <c:v>142</c:v>
                </c:pt>
                <c:pt idx="10952">
                  <c:v>92.13</c:v>
                </c:pt>
                <c:pt idx="10953">
                  <c:v>52.71</c:v>
                </c:pt>
                <c:pt idx="10954">
                  <c:v>47</c:v>
                </c:pt>
                <c:pt idx="10955">
                  <c:v>57</c:v>
                </c:pt>
                <c:pt idx="10956">
                  <c:v>112</c:v>
                </c:pt>
                <c:pt idx="10957">
                  <c:v>231</c:v>
                </c:pt>
                <c:pt idx="10958">
                  <c:v>60</c:v>
                </c:pt>
                <c:pt idx="10959">
                  <c:v>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995-40EC-A91B-525BB3C943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53103184"/>
        <c:axId val="1453101744"/>
      </c:scatterChart>
      <c:valAx>
        <c:axId val="14531031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</a:t>
                </a:r>
                <a:r>
                  <a:rPr lang="en-IN" baseline="0"/>
                  <a:t> Square Feet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3101744"/>
        <c:crosses val="autoZero"/>
        <c:crossBetween val="midCat"/>
      </c:valAx>
      <c:valAx>
        <c:axId val="1453101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Price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31031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BHK</a:t>
            </a:r>
            <a:r>
              <a:rPr lang="en-IN" baseline="0"/>
              <a:t> vs COUNT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EDA!$C$98</c:f>
              <c:strCache>
                <c:ptCount val="1"/>
                <c:pt idx="0">
                  <c:v>bhk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EDA!$C$99:$C$108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2C-4159-9C8B-8B5556D89FBA}"/>
            </c:ext>
          </c:extLst>
        </c:ser>
        <c:ser>
          <c:idx val="1"/>
          <c:order val="1"/>
          <c:tx>
            <c:strRef>
              <c:f>EDA!$D$98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EDA!$D$99:$D$108</c:f>
              <c:numCache>
                <c:formatCode>General</c:formatCode>
                <c:ptCount val="10"/>
                <c:pt idx="0">
                  <c:v>5518</c:v>
                </c:pt>
                <c:pt idx="1">
                  <c:v>4842</c:v>
                </c:pt>
                <c:pt idx="2">
                  <c:v>1412</c:v>
                </c:pt>
                <c:pt idx="3">
                  <c:v>647</c:v>
                </c:pt>
                <c:pt idx="4">
                  <c:v>352</c:v>
                </c:pt>
                <c:pt idx="5">
                  <c:v>220</c:v>
                </c:pt>
                <c:pt idx="6">
                  <c:v>100</c:v>
                </c:pt>
                <c:pt idx="7">
                  <c:v>88</c:v>
                </c:pt>
                <c:pt idx="8">
                  <c:v>52</c:v>
                </c:pt>
                <c:pt idx="9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2C-4159-9C8B-8B5556D89F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8135264"/>
        <c:axId val="1398135744"/>
      </c:barChart>
      <c:catAx>
        <c:axId val="13981352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BHK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8135744"/>
        <c:crosses val="autoZero"/>
        <c:auto val="1"/>
        <c:lblAlgn val="ctr"/>
        <c:lblOffset val="100"/>
        <c:noMultiLvlLbl val="0"/>
      </c:catAx>
      <c:valAx>
        <c:axId val="1398135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8135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EDA!$D$123</c:f>
              <c:strCache>
                <c:ptCount val="1"/>
                <c:pt idx="0">
                  <c:v>customer_count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EDA!$C$124:$C$133</c:f>
              <c:strCache>
                <c:ptCount val="10"/>
                <c:pt idx="0">
                  <c:v>Whitefield</c:v>
                </c:pt>
                <c:pt idx="1">
                  <c:v>Sarjapur Road</c:v>
                </c:pt>
                <c:pt idx="2">
                  <c:v>Electronic City</c:v>
                </c:pt>
                <c:pt idx="3">
                  <c:v>Kanakpura Road</c:v>
                </c:pt>
                <c:pt idx="4">
                  <c:v>Thanisandra</c:v>
                </c:pt>
                <c:pt idx="5">
                  <c:v>Yelahanka</c:v>
                </c:pt>
                <c:pt idx="6">
                  <c:v>Uttarahalli</c:v>
                </c:pt>
                <c:pt idx="7">
                  <c:v>Hebbal</c:v>
                </c:pt>
                <c:pt idx="8">
                  <c:v>Marathahalli</c:v>
                </c:pt>
                <c:pt idx="9">
                  <c:v>Raja Rajeshwari Nagar</c:v>
                </c:pt>
              </c:strCache>
            </c:strRef>
          </c:cat>
          <c:val>
            <c:numRef>
              <c:f>EDA!$D$124:$D$133</c:f>
              <c:numCache>
                <c:formatCode>General</c:formatCode>
                <c:ptCount val="10"/>
                <c:pt idx="0">
                  <c:v>538</c:v>
                </c:pt>
                <c:pt idx="1">
                  <c:v>397</c:v>
                </c:pt>
                <c:pt idx="2">
                  <c:v>304</c:v>
                </c:pt>
                <c:pt idx="3">
                  <c:v>271</c:v>
                </c:pt>
                <c:pt idx="4">
                  <c:v>236</c:v>
                </c:pt>
                <c:pt idx="5">
                  <c:v>212</c:v>
                </c:pt>
                <c:pt idx="6">
                  <c:v>186</c:v>
                </c:pt>
                <c:pt idx="7">
                  <c:v>177</c:v>
                </c:pt>
                <c:pt idx="8">
                  <c:v>175</c:v>
                </c:pt>
                <c:pt idx="9">
                  <c:v>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56-4F39-98BD-01D8710A51E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459741312"/>
        <c:axId val="1459743712"/>
      </c:barChart>
      <c:catAx>
        <c:axId val="145974131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Location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9743712"/>
        <c:crosses val="autoZero"/>
        <c:auto val="1"/>
        <c:lblAlgn val="ctr"/>
        <c:lblOffset val="100"/>
        <c:noMultiLvlLbl val="0"/>
      </c:catAx>
      <c:valAx>
        <c:axId val="145974371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97413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[bengaluru_housing_cleaned.csv]Average Price By location!PivotTable11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/>
              <a:t>Location Vs Average Price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'Average Price By location'!$B$3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'Average Price By location'!$A$4:$A$1059</c:f>
              <c:strCache>
                <c:ptCount val="1055"/>
                <c:pt idx="0">
                  <c:v>frazertown</c:v>
                </c:pt>
                <c:pt idx="1">
                  <c:v>sarjapura main road</c:v>
                </c:pt>
                <c:pt idx="2">
                  <c:v>3rd Block Jayanagar</c:v>
                </c:pt>
                <c:pt idx="3">
                  <c:v>Bull Temple Road</c:v>
                </c:pt>
                <c:pt idx="4">
                  <c:v>Munivenkatppa Layout</c:v>
                </c:pt>
                <c:pt idx="5">
                  <c:v>Sahyadri Layout</c:v>
                </c:pt>
                <c:pt idx="6">
                  <c:v>Gayathri Nagar</c:v>
                </c:pt>
                <c:pt idx="7">
                  <c:v>M C Layout</c:v>
                </c:pt>
                <c:pt idx="8">
                  <c:v>Dairy Circle</c:v>
                </c:pt>
                <c:pt idx="9">
                  <c:v>7th Block Jayanagar</c:v>
                </c:pt>
                <c:pt idx="10">
                  <c:v>Nandi Durga Road</c:v>
                </c:pt>
                <c:pt idx="11">
                  <c:v>High grounds</c:v>
                </c:pt>
                <c:pt idx="12">
                  <c:v>Guni Agrahara</c:v>
                </c:pt>
                <c:pt idx="13">
                  <c:v>cooketown</c:v>
                </c:pt>
                <c:pt idx="14">
                  <c:v>Domlur Layout</c:v>
                </c:pt>
                <c:pt idx="15">
                  <c:v>akshaya nagar t c palya</c:v>
                </c:pt>
                <c:pt idx="16">
                  <c:v>8th Block Jayanagar</c:v>
                </c:pt>
                <c:pt idx="17">
                  <c:v>Gopalapura</c:v>
                </c:pt>
                <c:pt idx="18">
                  <c:v>Chikkabidarakallu</c:v>
                </c:pt>
                <c:pt idx="19">
                  <c:v>Shankarapuram</c:v>
                </c:pt>
                <c:pt idx="20">
                  <c:v>3rd Block Koramangala</c:v>
                </c:pt>
                <c:pt idx="21">
                  <c:v>2nd Block Jayanagar</c:v>
                </c:pt>
                <c:pt idx="22">
                  <c:v>Victoria Layout</c:v>
                </c:pt>
                <c:pt idx="23">
                  <c:v>Bharathnagar</c:v>
                </c:pt>
                <c:pt idx="24">
                  <c:v>Ambedkar Colony</c:v>
                </c:pt>
                <c:pt idx="25">
                  <c:v>LIC Colony</c:v>
                </c:pt>
                <c:pt idx="26">
                  <c:v>Bahubali Nagar</c:v>
                </c:pt>
                <c:pt idx="27">
                  <c:v>SK Garden</c:v>
                </c:pt>
                <c:pt idx="28">
                  <c:v>Srirampuram</c:v>
                </c:pt>
                <c:pt idx="29">
                  <c:v>BEL Road</c:v>
                </c:pt>
                <c:pt idx="30">
                  <c:v>Sarvobhogam Nagar</c:v>
                </c:pt>
                <c:pt idx="31">
                  <c:v>Hanumantha Nagar</c:v>
                </c:pt>
                <c:pt idx="32">
                  <c:v>Yeshwanthpur Industrial Suburb</c:v>
                </c:pt>
                <c:pt idx="33">
                  <c:v>Cambridge Layout</c:v>
                </c:pt>
                <c:pt idx="34">
                  <c:v>Richmond Town</c:v>
                </c:pt>
                <c:pt idx="35">
                  <c:v>Rainbow Drive</c:v>
                </c:pt>
                <c:pt idx="36">
                  <c:v>Subhash Nagar</c:v>
                </c:pt>
                <c:pt idx="37">
                  <c:v>Hal old airport road</c:v>
                </c:pt>
                <c:pt idx="38">
                  <c:v>Behind Don Bosco Church</c:v>
                </c:pt>
                <c:pt idx="39">
                  <c:v>Laxminarayana Layout</c:v>
                </c:pt>
                <c:pt idx="40">
                  <c:v>Sampangi Rama Nagar</c:v>
                </c:pt>
                <c:pt idx="41">
                  <c:v>Maruthi Extension</c:v>
                </c:pt>
                <c:pt idx="42">
                  <c:v>Jayanagar</c:v>
                </c:pt>
                <c:pt idx="43">
                  <c:v>Agrahara Dasarahalli</c:v>
                </c:pt>
                <c:pt idx="44">
                  <c:v>Omarbagh Layout</c:v>
                </c:pt>
                <c:pt idx="45">
                  <c:v>sapthagiri Layout</c:v>
                </c:pt>
                <c:pt idx="46">
                  <c:v>Basavangudi</c:v>
                </c:pt>
                <c:pt idx="47">
                  <c:v>Palace Road</c:v>
                </c:pt>
                <c:pt idx="48">
                  <c:v>Sector 6 HSR Layout</c:v>
                </c:pt>
                <c:pt idx="49">
                  <c:v>Cottonpet</c:v>
                </c:pt>
                <c:pt idx="50">
                  <c:v>Ananthapura, T C palaya Main Road</c:v>
                </c:pt>
                <c:pt idx="51">
                  <c:v>Bommenahalli</c:v>
                </c:pt>
                <c:pt idx="52">
                  <c:v>Kodihalli</c:v>
                </c:pt>
                <c:pt idx="53">
                  <c:v>Kadarenahalli</c:v>
                </c:pt>
                <c:pt idx="54">
                  <c:v>Sector 7 HSR Layout</c:v>
                </c:pt>
                <c:pt idx="55">
                  <c:v>Kyalasanahalli</c:v>
                </c:pt>
                <c:pt idx="56">
                  <c:v>Jayanagar,</c:v>
                </c:pt>
                <c:pt idx="57">
                  <c:v>pavitra paradise</c:v>
                </c:pt>
                <c:pt idx="58">
                  <c:v>Lakshmi Layout</c:v>
                </c:pt>
                <c:pt idx="59">
                  <c:v>Ganganahalli</c:v>
                </c:pt>
                <c:pt idx="60">
                  <c:v>Wilson Garden</c:v>
                </c:pt>
                <c:pt idx="61">
                  <c:v>Ashok Nagar</c:v>
                </c:pt>
                <c:pt idx="62">
                  <c:v>RMC YARD</c:v>
                </c:pt>
                <c:pt idx="63">
                  <c:v>Rajaji Nagar</c:v>
                </c:pt>
                <c:pt idx="64">
                  <c:v>Krishna Nagar</c:v>
                </c:pt>
                <c:pt idx="65">
                  <c:v>Keshava Nagar</c:v>
                </c:pt>
                <c:pt idx="66">
                  <c:v>RMV</c:v>
                </c:pt>
                <c:pt idx="67">
                  <c:v>4th T block Jayanagar</c:v>
                </c:pt>
                <c:pt idx="68">
                  <c:v>Uvce Layout</c:v>
                </c:pt>
                <c:pt idx="69">
                  <c:v>Indira Nagar</c:v>
                </c:pt>
                <c:pt idx="70">
                  <c:v>Sulthangunta</c:v>
                </c:pt>
                <c:pt idx="71">
                  <c:v>Prashanth Nagar</c:v>
                </c:pt>
                <c:pt idx="72">
                  <c:v>Bharath Housing Society Layout</c:v>
                </c:pt>
                <c:pt idx="73">
                  <c:v>Malleshwaram</c:v>
                </c:pt>
                <c:pt idx="74">
                  <c:v>A Narayanapura</c:v>
                </c:pt>
                <c:pt idx="75">
                  <c:v>Srinagar</c:v>
                </c:pt>
                <c:pt idx="76">
                  <c:v>Kumara Park</c:v>
                </c:pt>
                <c:pt idx="77">
                  <c:v>Sarakki Nagar</c:v>
                </c:pt>
                <c:pt idx="78">
                  <c:v>8th block Koramangala</c:v>
                </c:pt>
                <c:pt idx="79">
                  <c:v>Ulsoor</c:v>
                </c:pt>
                <c:pt idx="80">
                  <c:v>Richards Town</c:v>
                </c:pt>
                <c:pt idx="81">
                  <c:v>Marenahalli</c:v>
                </c:pt>
                <c:pt idx="82">
                  <c:v>Benson Town</c:v>
                </c:pt>
                <c:pt idx="83">
                  <c:v>KAMAKIYA</c:v>
                </c:pt>
                <c:pt idx="84">
                  <c:v>3rd Block Banashankari</c:v>
                </c:pt>
                <c:pt idx="85">
                  <c:v>kg halli jalhalli west</c:v>
                </c:pt>
                <c:pt idx="86">
                  <c:v>VHBCS Layout</c:v>
                </c:pt>
                <c:pt idx="87">
                  <c:v>HSR Layout 7th sector,</c:v>
                </c:pt>
                <c:pt idx="88">
                  <c:v>Langford Town</c:v>
                </c:pt>
                <c:pt idx="89">
                  <c:v>Binny Pete</c:v>
                </c:pt>
                <c:pt idx="90">
                  <c:v>Seshadripuram</c:v>
                </c:pt>
                <c:pt idx="91">
                  <c:v>Doopanahalli</c:v>
                </c:pt>
                <c:pt idx="92">
                  <c:v>Frazer Town</c:v>
                </c:pt>
                <c:pt idx="93">
                  <c:v>Kathriguppe IV Phase</c:v>
                </c:pt>
                <c:pt idx="94">
                  <c:v>Indira Nagar Stage 2</c:v>
                </c:pt>
                <c:pt idx="95">
                  <c:v>Hebbal Kempapura</c:v>
                </c:pt>
                <c:pt idx="96">
                  <c:v>6th block Koramangala</c:v>
                </c:pt>
                <c:pt idx="97">
                  <c:v>Sanjeevini Nagar</c:v>
                </c:pt>
                <c:pt idx="98">
                  <c:v>Mathikere Extension</c:v>
                </c:pt>
                <c:pt idx="99">
                  <c:v>Mahalakshmi Puram</c:v>
                </c:pt>
                <c:pt idx="100">
                  <c:v>Banagirinagar</c:v>
                </c:pt>
                <c:pt idx="101">
                  <c:v>Guddadahalli</c:v>
                </c:pt>
                <c:pt idx="102">
                  <c:v>Pai layout , Mahadevapura</c:v>
                </c:pt>
                <c:pt idx="103">
                  <c:v>T G extension</c:v>
                </c:pt>
                <c:pt idx="104">
                  <c:v>Kanakadasa Layout</c:v>
                </c:pt>
                <c:pt idx="105">
                  <c:v>Shanti Nagar</c:v>
                </c:pt>
                <c:pt idx="106">
                  <c:v>Chamundi Nagar</c:v>
                </c:pt>
                <c:pt idx="107">
                  <c:v>1st Phase JP Nagar</c:v>
                </c:pt>
                <c:pt idx="108">
                  <c:v>Cleveland Town</c:v>
                </c:pt>
                <c:pt idx="109">
                  <c:v>Banashankari Stage II</c:v>
                </c:pt>
                <c:pt idx="110">
                  <c:v>Singena Agrahara</c:v>
                </c:pt>
                <c:pt idx="111">
                  <c:v>HAL 2nd Stage</c:v>
                </c:pt>
                <c:pt idx="112">
                  <c:v>Prasanna layout Herohalli</c:v>
                </c:pt>
                <c:pt idx="113">
                  <c:v>4th Block Jayanagar</c:v>
                </c:pt>
                <c:pt idx="114">
                  <c:v>Marathalli bridge</c:v>
                </c:pt>
                <c:pt idx="115">
                  <c:v>EPIP AREA, WHITEFIELD</c:v>
                </c:pt>
                <c:pt idx="116">
                  <c:v>Devarabeesana Halli</c:v>
                </c:pt>
                <c:pt idx="117">
                  <c:v>Domlur</c:v>
                </c:pt>
                <c:pt idx="118">
                  <c:v>4th Block Koramangala</c:v>
                </c:pt>
                <c:pt idx="119">
                  <c:v>BEL Layout</c:v>
                </c:pt>
                <c:pt idx="120">
                  <c:v>Pulkeshi Nagar</c:v>
                </c:pt>
                <c:pt idx="121">
                  <c:v>MRCR Layout</c:v>
                </c:pt>
                <c:pt idx="122">
                  <c:v>3rd Block Hrbr Layout</c:v>
                </c:pt>
                <c:pt idx="123">
                  <c:v>Manjunatha Layout</c:v>
                </c:pt>
                <c:pt idx="124">
                  <c:v>T Dasarahalli</c:v>
                </c:pt>
                <c:pt idx="125">
                  <c:v>Ramesh Nagar</c:v>
                </c:pt>
                <c:pt idx="126">
                  <c:v>Nirman Layout</c:v>
                </c:pt>
                <c:pt idx="127">
                  <c:v>Nandini Layout</c:v>
                </c:pt>
                <c:pt idx="128">
                  <c:v>MEI layout, Bagalgunte</c:v>
                </c:pt>
                <c:pt idx="129">
                  <c:v>Banashankari 2 nd Stage</c:v>
                </c:pt>
                <c:pt idx="130">
                  <c:v>Banashankari stage 2</c:v>
                </c:pt>
                <c:pt idx="131">
                  <c:v>Dollars Layout</c:v>
                </c:pt>
                <c:pt idx="132">
                  <c:v>Cooke Town</c:v>
                </c:pt>
                <c:pt idx="133">
                  <c:v>Koramangala</c:v>
                </c:pt>
                <c:pt idx="134">
                  <c:v>Gandhi Bazar</c:v>
                </c:pt>
                <c:pt idx="135">
                  <c:v>Wheelers Road</c:v>
                </c:pt>
                <c:pt idx="136">
                  <c:v>Moodalapalya</c:v>
                </c:pt>
                <c:pt idx="137">
                  <c:v>Mahalakshmi Layout</c:v>
                </c:pt>
                <c:pt idx="138">
                  <c:v>Hennur Gardens</c:v>
                </c:pt>
                <c:pt idx="139">
                  <c:v>Thigalarapalya</c:v>
                </c:pt>
                <c:pt idx="140">
                  <c:v>Sector 1 HSR Layout</c:v>
                </c:pt>
                <c:pt idx="141">
                  <c:v>Tasker Town</c:v>
                </c:pt>
                <c:pt idx="142">
                  <c:v>St. John's Road</c:v>
                </c:pt>
                <c:pt idx="143">
                  <c:v>Haralur Road,</c:v>
                </c:pt>
                <c:pt idx="144">
                  <c:v>Kuvempu Layout</c:v>
                </c:pt>
                <c:pt idx="145">
                  <c:v>Cox Town</c:v>
                </c:pt>
                <c:pt idx="146">
                  <c:v>Bennigana Halli</c:v>
                </c:pt>
                <c:pt idx="147">
                  <c:v>Bhoopsandra</c:v>
                </c:pt>
                <c:pt idx="148">
                  <c:v>Chamrajpet</c:v>
                </c:pt>
                <c:pt idx="149">
                  <c:v>KHB Colony Extension</c:v>
                </c:pt>
                <c:pt idx="150">
                  <c:v>Jogupalya</c:v>
                </c:pt>
                <c:pt idx="151">
                  <c:v>Banagiri Nagar</c:v>
                </c:pt>
                <c:pt idx="152">
                  <c:v>Yemlur, Old Airport Road,</c:v>
                </c:pt>
                <c:pt idx="153">
                  <c:v>Chandra Layout</c:v>
                </c:pt>
                <c:pt idx="154">
                  <c:v>1 Giri Nagar</c:v>
                </c:pt>
                <c:pt idx="155">
                  <c:v>Old Airport Road</c:v>
                </c:pt>
                <c:pt idx="156">
                  <c:v>Papareddipalya</c:v>
                </c:pt>
                <c:pt idx="157">
                  <c:v>Brindavan Nagar</c:v>
                </c:pt>
                <c:pt idx="158">
                  <c:v>Vivek Nagar</c:v>
                </c:pt>
                <c:pt idx="159">
                  <c:v>Dollars Colony</c:v>
                </c:pt>
                <c:pt idx="160">
                  <c:v>Arekempanahalli</c:v>
                </c:pt>
                <c:pt idx="161">
                  <c:v>Challaghatta</c:v>
                </c:pt>
                <c:pt idx="162">
                  <c:v>Jinkethimmanahalli</c:v>
                </c:pt>
                <c:pt idx="163">
                  <c:v>Bhuvaneswari Nagar</c:v>
                </c:pt>
                <c:pt idx="164">
                  <c:v>V.V Puram</c:v>
                </c:pt>
                <c:pt idx="165">
                  <c:v>Banashankari3rd stage bigbazar</c:v>
                </c:pt>
                <c:pt idx="166">
                  <c:v>Venkatadri Layout</c:v>
                </c:pt>
                <c:pt idx="167">
                  <c:v>Lakshminarayana Pura</c:v>
                </c:pt>
                <c:pt idx="168">
                  <c:v>Anjappa Layout</c:v>
                </c:pt>
                <c:pt idx="169">
                  <c:v>Bendiganahalli</c:v>
                </c:pt>
                <c:pt idx="170">
                  <c:v>Shirdi Sai Nagar</c:v>
                </c:pt>
                <c:pt idx="171">
                  <c:v>BHEL Layout</c:v>
                </c:pt>
                <c:pt idx="172">
                  <c:v>Bettahalsoor</c:v>
                </c:pt>
                <c:pt idx="173">
                  <c:v>Sanjay nagar</c:v>
                </c:pt>
                <c:pt idx="174">
                  <c:v>Kavika Layout</c:v>
                </c:pt>
                <c:pt idx="175">
                  <c:v>Maruthi Sevanagar</c:v>
                </c:pt>
                <c:pt idx="176">
                  <c:v>Sneha Colony</c:v>
                </c:pt>
                <c:pt idx="177">
                  <c:v>Iblur Village</c:v>
                </c:pt>
                <c:pt idx="178">
                  <c:v>Rahmath Nagar</c:v>
                </c:pt>
                <c:pt idx="179">
                  <c:v>Mathikere</c:v>
                </c:pt>
                <c:pt idx="180">
                  <c:v>Vaderahalli</c:v>
                </c:pt>
                <c:pt idx="181">
                  <c:v>Green Domain Layout</c:v>
                </c:pt>
                <c:pt idx="182">
                  <c:v>OLd Gurappanapalya</c:v>
                </c:pt>
                <c:pt idx="183">
                  <c:v>Amblipura</c:v>
                </c:pt>
                <c:pt idx="184">
                  <c:v>1st Block Koramangala</c:v>
                </c:pt>
                <c:pt idx="185">
                  <c:v>Esther Enclave Layout</c:v>
                </c:pt>
                <c:pt idx="186">
                  <c:v>Nagavarapalya</c:v>
                </c:pt>
                <c:pt idx="187">
                  <c:v>Vijay Nagar</c:v>
                </c:pt>
                <c:pt idx="188">
                  <c:v>KG Halli</c:v>
                </c:pt>
                <c:pt idx="189">
                  <c:v>Nanjappa Garden</c:v>
                </c:pt>
                <c:pt idx="190">
                  <c:v>Mukkutam Nagar</c:v>
                </c:pt>
                <c:pt idx="191">
                  <c:v>Deepanjali Nagar</c:v>
                </c:pt>
                <c:pt idx="192">
                  <c:v>AMS Layout</c:v>
                </c:pt>
                <c:pt idx="193">
                  <c:v>Sri Balaji Krupa Layout</c:v>
                </c:pt>
                <c:pt idx="194">
                  <c:v>Jakkasandra Extension</c:v>
                </c:pt>
                <c:pt idx="195">
                  <c:v>Kundalahalli</c:v>
                </c:pt>
                <c:pt idx="196">
                  <c:v>J.P.nagar 6th Phase.Sarakki Nagar</c:v>
                </c:pt>
                <c:pt idx="197">
                  <c:v>Prakash Nagar</c:v>
                </c:pt>
                <c:pt idx="198">
                  <c:v>Cholanayakanahalli</c:v>
                </c:pt>
                <c:pt idx="199">
                  <c:v>Kanaka Nagar</c:v>
                </c:pt>
                <c:pt idx="200">
                  <c:v>sankeswari</c:v>
                </c:pt>
                <c:pt idx="201">
                  <c:v>Mango Garden Layout</c:v>
                </c:pt>
                <c:pt idx="202">
                  <c:v>Teachers Colony</c:v>
                </c:pt>
                <c:pt idx="203">
                  <c:v>Sampige Layout</c:v>
                </c:pt>
                <c:pt idx="204">
                  <c:v>Classic Paradise Layout</c:v>
                </c:pt>
                <c:pt idx="205">
                  <c:v>Hosakerehalli</c:v>
                </c:pt>
                <c:pt idx="206">
                  <c:v>Thyagaraja Nagar</c:v>
                </c:pt>
                <c:pt idx="207">
                  <c:v>Vyalikaval</c:v>
                </c:pt>
                <c:pt idx="208">
                  <c:v>Veer Sandra</c:v>
                </c:pt>
                <c:pt idx="209">
                  <c:v>Sathanur</c:v>
                </c:pt>
                <c:pt idx="210">
                  <c:v>2nd Stage Arekere Mico Layout</c:v>
                </c:pt>
                <c:pt idx="211">
                  <c:v>Banaswadi,</c:v>
                </c:pt>
                <c:pt idx="212">
                  <c:v>Ejipura</c:v>
                </c:pt>
                <c:pt idx="213">
                  <c:v>Banasawadi,</c:v>
                </c:pt>
                <c:pt idx="214">
                  <c:v>Laxmi Sagar Layout</c:v>
                </c:pt>
                <c:pt idx="215">
                  <c:v>RK Layout 2nd Stage</c:v>
                </c:pt>
                <c:pt idx="216">
                  <c:v>HBR Layout</c:v>
                </c:pt>
                <c:pt idx="217">
                  <c:v>TR Mill Road, Chamarajpet</c:v>
                </c:pt>
                <c:pt idx="218">
                  <c:v>RR Layout</c:v>
                </c:pt>
                <c:pt idx="219">
                  <c:v>Rustam Bagh Layout</c:v>
                </c:pt>
                <c:pt idx="220">
                  <c:v>BTM 4th Stage</c:v>
                </c:pt>
                <c:pt idx="221">
                  <c:v>Ambedkar Nagar</c:v>
                </c:pt>
                <c:pt idx="222">
                  <c:v>Doddaballapur</c:v>
                </c:pt>
                <c:pt idx="223">
                  <c:v>T R Mill Road</c:v>
                </c:pt>
                <c:pt idx="224">
                  <c:v>Banjara Layout</c:v>
                </c:pt>
                <c:pt idx="225">
                  <c:v>6th Phase JP Nagar</c:v>
                </c:pt>
                <c:pt idx="226">
                  <c:v>Uday Nagar</c:v>
                </c:pt>
                <c:pt idx="227">
                  <c:v>Lakshmiamma Garden</c:v>
                </c:pt>
                <c:pt idx="228">
                  <c:v>CHIKKATIRUPATHI</c:v>
                </c:pt>
                <c:pt idx="229">
                  <c:v>Chikkaballapur</c:v>
                </c:pt>
                <c:pt idx="230">
                  <c:v>Kamala Nagar</c:v>
                </c:pt>
                <c:pt idx="231">
                  <c:v>Lal Bahadur Shastri Nagar</c:v>
                </c:pt>
                <c:pt idx="232">
                  <c:v>Basaveshwara Nagar</c:v>
                </c:pt>
                <c:pt idx="233">
                  <c:v>EPIP Zone</c:v>
                </c:pt>
                <c:pt idx="234">
                  <c:v>J C Nagar</c:v>
                </c:pt>
                <c:pt idx="235">
                  <c:v>Hebbal</c:v>
                </c:pt>
                <c:pt idx="236">
                  <c:v>Dooravani Nagar</c:v>
                </c:pt>
                <c:pt idx="237">
                  <c:v>Lingadheeranahalli</c:v>
                </c:pt>
                <c:pt idx="238">
                  <c:v>Hegde Nagar</c:v>
                </c:pt>
                <c:pt idx="239">
                  <c:v>Dwarka Nagar</c:v>
                </c:pt>
                <c:pt idx="240">
                  <c:v>Kammanahalli</c:v>
                </c:pt>
                <c:pt idx="241">
                  <c:v>HRBR Layout</c:v>
                </c:pt>
                <c:pt idx="242">
                  <c:v>Gowdanapalya</c:v>
                </c:pt>
                <c:pt idx="243">
                  <c:v>2nd Block Hrbr Layout</c:v>
                </c:pt>
                <c:pt idx="244">
                  <c:v>Prithvi Layout</c:v>
                </c:pt>
                <c:pt idx="245">
                  <c:v>Lakshmipura</c:v>
                </c:pt>
                <c:pt idx="246">
                  <c:v>Bannerghatta</c:v>
                </c:pt>
                <c:pt idx="247">
                  <c:v>Siddapura</c:v>
                </c:pt>
                <c:pt idx="248">
                  <c:v>Karuna Nagar</c:v>
                </c:pt>
                <c:pt idx="249">
                  <c:v>Williams Town</c:v>
                </c:pt>
                <c:pt idx="250">
                  <c:v>Ganesha Block</c:v>
                </c:pt>
                <c:pt idx="251">
                  <c:v>Bellandur,</c:v>
                </c:pt>
                <c:pt idx="252">
                  <c:v>Jayanti Nagar</c:v>
                </c:pt>
                <c:pt idx="253">
                  <c:v>Ferrar Nagar</c:v>
                </c:pt>
                <c:pt idx="254">
                  <c:v>banashankari stage iii sa</c:v>
                </c:pt>
                <c:pt idx="255">
                  <c:v>Manonarayanapalya</c:v>
                </c:pt>
                <c:pt idx="256">
                  <c:v>Maruthi nagar kogilu</c:v>
                </c:pt>
                <c:pt idx="257">
                  <c:v>Ganga Nagar Extension</c:v>
                </c:pt>
                <c:pt idx="258">
                  <c:v>Gokula Extension</c:v>
                </c:pt>
                <c:pt idx="259">
                  <c:v>Konanakunte</c:v>
                </c:pt>
                <c:pt idx="260">
                  <c:v>Green Glen Layout</c:v>
                </c:pt>
                <c:pt idx="261">
                  <c:v>Byatarayanapura</c:v>
                </c:pt>
                <c:pt idx="262">
                  <c:v>Ashwini layout</c:v>
                </c:pt>
                <c:pt idx="263">
                  <c:v>Thanisandra Main Road,</c:v>
                </c:pt>
                <c:pt idx="264">
                  <c:v>Jnana Ganga Nagar</c:v>
                </c:pt>
                <c:pt idx="265">
                  <c:v>Jalahalli</c:v>
                </c:pt>
                <c:pt idx="266">
                  <c:v>Rajiv Nagar</c:v>
                </c:pt>
                <c:pt idx="267">
                  <c:v>Chowdeshwari Layout</c:v>
                </c:pt>
                <c:pt idx="268">
                  <c:v>Harlur</c:v>
                </c:pt>
                <c:pt idx="269">
                  <c:v>Jakkasandra</c:v>
                </c:pt>
                <c:pt idx="270">
                  <c:v>Ganga Nagar</c:v>
                </c:pt>
                <c:pt idx="271">
                  <c:v>Shanthi Layout</c:v>
                </c:pt>
                <c:pt idx="272">
                  <c:v>Vijayanagar</c:v>
                </c:pt>
                <c:pt idx="273">
                  <c:v>Thirupalya</c:v>
                </c:pt>
                <c:pt idx="274">
                  <c:v>1st Stage Indira Nagar</c:v>
                </c:pt>
                <c:pt idx="275">
                  <c:v>SHANTHINAGAR</c:v>
                </c:pt>
                <c:pt idx="276">
                  <c:v>Tala Cauvery Layout</c:v>
                </c:pt>
                <c:pt idx="277">
                  <c:v>Kodanda Reddy Layout</c:v>
                </c:pt>
                <c:pt idx="278">
                  <c:v>Sector 2 HSR Layout</c:v>
                </c:pt>
                <c:pt idx="279">
                  <c:v>Yeshwanthpur</c:v>
                </c:pt>
                <c:pt idx="280">
                  <c:v>OMBR Layout</c:v>
                </c:pt>
                <c:pt idx="281">
                  <c:v>Badavala Nagar</c:v>
                </c:pt>
                <c:pt idx="282">
                  <c:v>JP Nagar 7th Phase,</c:v>
                </c:pt>
                <c:pt idx="283">
                  <c:v>Manorayana Palya</c:v>
                </c:pt>
                <c:pt idx="284">
                  <c:v>Vinayaka Layout</c:v>
                </c:pt>
                <c:pt idx="285">
                  <c:v>Medi Agrahara</c:v>
                </c:pt>
                <c:pt idx="286">
                  <c:v>Chikkasandra</c:v>
                </c:pt>
                <c:pt idx="287">
                  <c:v>Srirampura</c:v>
                </c:pt>
                <c:pt idx="288">
                  <c:v>Bhoganhalli</c:v>
                </c:pt>
                <c:pt idx="289">
                  <c:v>Kenchenhalli</c:v>
                </c:pt>
                <c:pt idx="290">
                  <c:v>Surabhi Layout</c:v>
                </c:pt>
                <c:pt idx="291">
                  <c:v>ravindra nagar, T.dasarahalli peenya</c:v>
                </c:pt>
                <c:pt idx="292">
                  <c:v>Jakkur Plantation</c:v>
                </c:pt>
                <c:pt idx="293">
                  <c:v>1st Block Jayanagar</c:v>
                </c:pt>
                <c:pt idx="294">
                  <c:v>Zuzuvadi</c:v>
                </c:pt>
                <c:pt idx="295">
                  <c:v>Ramanagara Channapatna</c:v>
                </c:pt>
                <c:pt idx="296">
                  <c:v>Sadduguntepalya</c:v>
                </c:pt>
                <c:pt idx="297">
                  <c:v>Medaralli</c:v>
                </c:pt>
                <c:pt idx="298">
                  <c:v>Nandi Hills</c:v>
                </c:pt>
                <c:pt idx="299">
                  <c:v>CQAL Layout</c:v>
                </c:pt>
                <c:pt idx="300">
                  <c:v>Annapurneshwari Nagar</c:v>
                </c:pt>
                <c:pt idx="301">
                  <c:v>Arishinakunte</c:v>
                </c:pt>
                <c:pt idx="302">
                  <c:v>Banashankari 3rd stage, Vivekanandanagar</c:v>
                </c:pt>
                <c:pt idx="303">
                  <c:v>Nagawara Junction</c:v>
                </c:pt>
                <c:pt idx="304">
                  <c:v>Agara Village</c:v>
                </c:pt>
                <c:pt idx="305">
                  <c:v>Shantiniketan Layout</c:v>
                </c:pt>
                <c:pt idx="306">
                  <c:v>Garden Layout</c:v>
                </c:pt>
                <c:pt idx="307">
                  <c:v>Kuvempu Nagar</c:v>
                </c:pt>
                <c:pt idx="308">
                  <c:v>Sunder Ram Shetty Nagar</c:v>
                </c:pt>
                <c:pt idx="309">
                  <c:v>Sundar Ram Shetty Nagar</c:v>
                </c:pt>
                <c:pt idx="310">
                  <c:v>Jakkur</c:v>
                </c:pt>
                <c:pt idx="311">
                  <c:v>Billapura</c:v>
                </c:pt>
                <c:pt idx="312">
                  <c:v>Javarandoddi</c:v>
                </c:pt>
                <c:pt idx="313">
                  <c:v>NS Palya</c:v>
                </c:pt>
                <c:pt idx="314">
                  <c:v>Kurubarahalli</c:v>
                </c:pt>
                <c:pt idx="315">
                  <c:v>Hoodi Layout</c:v>
                </c:pt>
                <c:pt idx="316">
                  <c:v>BCC Layout</c:v>
                </c:pt>
                <c:pt idx="317">
                  <c:v>1st Block HBR Layout</c:v>
                </c:pt>
                <c:pt idx="318">
                  <c:v>Shirdi Sai Layout</c:v>
                </c:pt>
                <c:pt idx="319">
                  <c:v>Balagere</c:v>
                </c:pt>
                <c:pt idx="320">
                  <c:v>Herohalli</c:v>
                </c:pt>
                <c:pt idx="321">
                  <c:v>Ambalipura</c:v>
                </c:pt>
                <c:pt idx="322">
                  <c:v>Peenya</c:v>
                </c:pt>
                <c:pt idx="323">
                  <c:v>Marsur</c:v>
                </c:pt>
                <c:pt idx="324">
                  <c:v>Brookefield</c:v>
                </c:pt>
                <c:pt idx="325">
                  <c:v>Kasturi Nagar</c:v>
                </c:pt>
                <c:pt idx="326">
                  <c:v>Sathya Layout</c:v>
                </c:pt>
                <c:pt idx="327">
                  <c:v>Chikkakannalli</c:v>
                </c:pt>
                <c:pt idx="328">
                  <c:v>T.C PALYA</c:v>
                </c:pt>
                <c:pt idx="329">
                  <c:v>Virudhu Nagar</c:v>
                </c:pt>
                <c:pt idx="330">
                  <c:v>Doddanekundi</c:v>
                </c:pt>
                <c:pt idx="331">
                  <c:v>New Gurappana Palya</c:v>
                </c:pt>
                <c:pt idx="332">
                  <c:v>Banashankari 6th Stage</c:v>
                </c:pt>
                <c:pt idx="333">
                  <c:v>Giri Nagar</c:v>
                </c:pt>
                <c:pt idx="334">
                  <c:v>Kothnur Narayanapura</c:v>
                </c:pt>
                <c:pt idx="335">
                  <c:v>7th Phase JP Nagar</c:v>
                </c:pt>
                <c:pt idx="336">
                  <c:v>Jagadish Nagar</c:v>
                </c:pt>
                <c:pt idx="337">
                  <c:v>Devanahalli Road</c:v>
                </c:pt>
                <c:pt idx="338">
                  <c:v>Suragajakkanahalli</c:v>
                </c:pt>
                <c:pt idx="339">
                  <c:v>Maheswari Nagar</c:v>
                </c:pt>
                <c:pt idx="340">
                  <c:v>Hosahalli Extension</c:v>
                </c:pt>
                <c:pt idx="341">
                  <c:v>Gokaula Extension</c:v>
                </c:pt>
                <c:pt idx="342">
                  <c:v>Kamakshipalya</c:v>
                </c:pt>
                <c:pt idx="343">
                  <c:v>Malimakanapura</c:v>
                </c:pt>
                <c:pt idx="344">
                  <c:v>Sarjapur Road,</c:v>
                </c:pt>
                <c:pt idx="345">
                  <c:v>Kodbisanhalli</c:v>
                </c:pt>
                <c:pt idx="346">
                  <c:v>Kathriguppe</c:v>
                </c:pt>
                <c:pt idx="347">
                  <c:v>Shivaji Nagar</c:v>
                </c:pt>
                <c:pt idx="348">
                  <c:v>RBI Layout</c:v>
                </c:pt>
                <c:pt idx="349">
                  <c:v>Nagasandra</c:v>
                </c:pt>
                <c:pt idx="350">
                  <c:v>Jayamahal</c:v>
                </c:pt>
                <c:pt idx="351">
                  <c:v>BTM 2nd Stage</c:v>
                </c:pt>
                <c:pt idx="352">
                  <c:v>6th Block Rajaji Nagar</c:v>
                </c:pt>
                <c:pt idx="353">
                  <c:v>Kodigehalli</c:v>
                </c:pt>
                <c:pt idx="354">
                  <c:v>Devarabisanahalli</c:v>
                </c:pt>
                <c:pt idx="355">
                  <c:v>Padmanabhanagar</c:v>
                </c:pt>
                <c:pt idx="356">
                  <c:v>Ardendale</c:v>
                </c:pt>
                <c:pt idx="357">
                  <c:v>Banashankari 6th Stage ,Subramanyapura</c:v>
                </c:pt>
                <c:pt idx="358">
                  <c:v>ECC Road, Whitefield,</c:v>
                </c:pt>
                <c:pt idx="359">
                  <c:v>Hoodi</c:v>
                </c:pt>
                <c:pt idx="360">
                  <c:v>Judicial Layout</c:v>
                </c:pt>
                <c:pt idx="361">
                  <c:v>Sahakara Nagar</c:v>
                </c:pt>
                <c:pt idx="362">
                  <c:v>Rajasree Layout</c:v>
                </c:pt>
                <c:pt idx="363">
                  <c:v>Panathur</c:v>
                </c:pt>
                <c:pt idx="364">
                  <c:v>Billekahalli</c:v>
                </c:pt>
                <c:pt idx="365">
                  <c:v>Kamakya Layout</c:v>
                </c:pt>
                <c:pt idx="366">
                  <c:v>New Thippasandra</c:v>
                </c:pt>
                <c:pt idx="367">
                  <c:v>Kempegowda Nagar</c:v>
                </c:pt>
                <c:pt idx="368">
                  <c:v>RPC layout</c:v>
                </c:pt>
                <c:pt idx="369">
                  <c:v>Chikkajala</c:v>
                </c:pt>
                <c:pt idx="370">
                  <c:v>Kaverappa Layout</c:v>
                </c:pt>
                <c:pt idx="371">
                  <c:v>KR Garden</c:v>
                </c:pt>
                <c:pt idx="372">
                  <c:v>Hosur Road</c:v>
                </c:pt>
                <c:pt idx="373">
                  <c:v>Badrappa Layout</c:v>
                </c:pt>
                <c:pt idx="374">
                  <c:v>Anantapura</c:v>
                </c:pt>
                <c:pt idx="375">
                  <c:v>Prestige Sunrise</c:v>
                </c:pt>
                <c:pt idx="376">
                  <c:v>Dodsworth Layout</c:v>
                </c:pt>
                <c:pt idx="377">
                  <c:v>St Thomas Town</c:v>
                </c:pt>
                <c:pt idx="378">
                  <c:v>Tumkur Road</c:v>
                </c:pt>
                <c:pt idx="379">
                  <c:v>Whietfield,</c:v>
                </c:pt>
                <c:pt idx="380">
                  <c:v>Nanjappa Layout</c:v>
                </c:pt>
                <c:pt idx="381">
                  <c:v>2nd Stage Nagarbhavi</c:v>
                </c:pt>
                <c:pt idx="382">
                  <c:v>Karnataka Shabarimala</c:v>
                </c:pt>
                <c:pt idx="383">
                  <c:v>Anekal - Hosur Road</c:v>
                </c:pt>
                <c:pt idx="384">
                  <c:v>Gopalkrishna Nagar</c:v>
                </c:pt>
                <c:pt idx="385">
                  <c:v>Dinnur</c:v>
                </c:pt>
                <c:pt idx="386">
                  <c:v>Anand Nagar</c:v>
                </c:pt>
                <c:pt idx="387">
                  <c:v>Kannamangala</c:v>
                </c:pt>
                <c:pt idx="388">
                  <c:v>Whitefield ECC Road</c:v>
                </c:pt>
                <c:pt idx="389">
                  <c:v>Upkar Layout</c:v>
                </c:pt>
                <c:pt idx="390">
                  <c:v>Marathahalli</c:v>
                </c:pt>
                <c:pt idx="391">
                  <c:v>Amam Enclave Layout</c:v>
                </c:pt>
                <c:pt idx="392">
                  <c:v>Nagavara</c:v>
                </c:pt>
                <c:pt idx="393">
                  <c:v>Outer Ring Road East</c:v>
                </c:pt>
                <c:pt idx="394">
                  <c:v>ITI Layout</c:v>
                </c:pt>
                <c:pt idx="395">
                  <c:v>Lingarajapuram</c:v>
                </c:pt>
                <c:pt idx="396">
                  <c:v>Hennur Road</c:v>
                </c:pt>
                <c:pt idx="397">
                  <c:v>Sultan Palaya</c:v>
                </c:pt>
                <c:pt idx="398">
                  <c:v>Basavanna Nagar</c:v>
                </c:pt>
                <c:pt idx="399">
                  <c:v>Devanahalli Int. Airport</c:v>
                </c:pt>
                <c:pt idx="400">
                  <c:v>Vibuthipura</c:v>
                </c:pt>
                <c:pt idx="401">
                  <c:v>Venkatapura</c:v>
                </c:pt>
                <c:pt idx="402">
                  <c:v>P Krishnappa Layout</c:v>
                </c:pt>
                <c:pt idx="403">
                  <c:v>Kaveri Nagar</c:v>
                </c:pt>
                <c:pt idx="404">
                  <c:v>Thubarahalli</c:v>
                </c:pt>
                <c:pt idx="405">
                  <c:v>2nd Phase JP Nagar</c:v>
                </c:pt>
                <c:pt idx="406">
                  <c:v>Dena Bank Colony</c:v>
                </c:pt>
                <c:pt idx="407">
                  <c:v>Sarjapur  Road</c:v>
                </c:pt>
                <c:pt idx="408">
                  <c:v>Hennur Busstop</c:v>
                </c:pt>
                <c:pt idx="409">
                  <c:v>Narayanapura</c:v>
                </c:pt>
                <c:pt idx="410">
                  <c:v>Kumaraswami Layout</c:v>
                </c:pt>
                <c:pt idx="411">
                  <c:v>Kadubeesanahalli</c:v>
                </c:pt>
                <c:pt idx="412">
                  <c:v>Pampa Extension</c:v>
                </c:pt>
                <c:pt idx="413">
                  <c:v>Roopena Agrahara</c:v>
                </c:pt>
                <c:pt idx="414">
                  <c:v>Near International Airport</c:v>
                </c:pt>
                <c:pt idx="415">
                  <c:v>Virupakshapura</c:v>
                </c:pt>
                <c:pt idx="416">
                  <c:v>Udaya Nagar</c:v>
                </c:pt>
                <c:pt idx="417">
                  <c:v>Banashankari Stage III</c:v>
                </c:pt>
                <c:pt idx="418">
                  <c:v>T c palya</c:v>
                </c:pt>
                <c:pt idx="419">
                  <c:v>Banashankari Stage I</c:v>
                </c:pt>
                <c:pt idx="420">
                  <c:v>Vignana Nagar</c:v>
                </c:pt>
                <c:pt idx="421">
                  <c:v>2nd Block Bel Layout</c:v>
                </c:pt>
                <c:pt idx="422">
                  <c:v>tc.palya</c:v>
                </c:pt>
                <c:pt idx="423">
                  <c:v>RMV Extension</c:v>
                </c:pt>
                <c:pt idx="424">
                  <c:v>Doddakannelli</c:v>
                </c:pt>
                <c:pt idx="425">
                  <c:v>Ncpr Industrial Layout</c:v>
                </c:pt>
                <c:pt idx="426">
                  <c:v>Dodda Nekkundi Extension</c:v>
                </c:pt>
                <c:pt idx="427">
                  <c:v>Kenchenahalli</c:v>
                </c:pt>
                <c:pt idx="428">
                  <c:v>Baba Nagar</c:v>
                </c:pt>
                <c:pt idx="429">
                  <c:v>Naidu Layout</c:v>
                </c:pt>
                <c:pt idx="430">
                  <c:v>BTM Layout</c:v>
                </c:pt>
                <c:pt idx="431">
                  <c:v>Nagashetty Halli</c:v>
                </c:pt>
                <c:pt idx="432">
                  <c:v>Kaikondrahalli</c:v>
                </c:pt>
                <c:pt idx="433">
                  <c:v>Old Madras Road</c:v>
                </c:pt>
                <c:pt idx="434">
                  <c:v>Murugeshpalya</c:v>
                </c:pt>
                <c:pt idx="435">
                  <c:v>Kundalahalli Colony</c:v>
                </c:pt>
                <c:pt idx="436">
                  <c:v>CV Raman Nagar</c:v>
                </c:pt>
                <c:pt idx="437">
                  <c:v>basaveshwarnagar</c:v>
                </c:pt>
                <c:pt idx="438">
                  <c:v>Margondanahalli</c:v>
                </c:pt>
                <c:pt idx="439">
                  <c:v>Ullal Road</c:v>
                </c:pt>
                <c:pt idx="440">
                  <c:v>Arekere</c:v>
                </c:pt>
                <c:pt idx="441">
                  <c:v>Laggere</c:v>
                </c:pt>
                <c:pt idx="442">
                  <c:v>Bagalur Main Road</c:v>
                </c:pt>
                <c:pt idx="443">
                  <c:v>PNS Layout</c:v>
                </c:pt>
                <c:pt idx="444">
                  <c:v>Vasantha Vallabha Nagar</c:v>
                </c:pt>
                <c:pt idx="445">
                  <c:v>Remco Bhel Layout</c:v>
                </c:pt>
                <c:pt idx="446">
                  <c:v>Kammagondahalli</c:v>
                </c:pt>
                <c:pt idx="447">
                  <c:v>Veerabhadra Nagar</c:v>
                </c:pt>
                <c:pt idx="448">
                  <c:v>Doddanakunte</c:v>
                </c:pt>
                <c:pt idx="449">
                  <c:v>KSRTC Layout</c:v>
                </c:pt>
                <c:pt idx="450">
                  <c:v>Chikka Banaswadi</c:v>
                </c:pt>
                <c:pt idx="451">
                  <c:v>Viswajit Layout</c:v>
                </c:pt>
                <c:pt idx="452">
                  <c:v>Kalyan nagar</c:v>
                </c:pt>
                <c:pt idx="453">
                  <c:v>Kasavanhalli</c:v>
                </c:pt>
                <c:pt idx="454">
                  <c:v>Vijinapura</c:v>
                </c:pt>
                <c:pt idx="455">
                  <c:v>Tigalarpalya</c:v>
                </c:pt>
                <c:pt idx="456">
                  <c:v>Vajarahalli</c:v>
                </c:pt>
                <c:pt idx="457">
                  <c:v>NRI Layout</c:v>
                </c:pt>
                <c:pt idx="458">
                  <c:v>TC Palaya</c:v>
                </c:pt>
                <c:pt idx="459">
                  <c:v>Chennammanakere Achukattu</c:v>
                </c:pt>
                <c:pt idx="460">
                  <c:v>Sonam Layout</c:v>
                </c:pt>
                <c:pt idx="461">
                  <c:v>Bhattarahalli</c:v>
                </c:pt>
                <c:pt idx="462">
                  <c:v>1st Block BEL Layout</c:v>
                </c:pt>
                <c:pt idx="463">
                  <c:v>Talaghattapura</c:v>
                </c:pt>
                <c:pt idx="464">
                  <c:v>Raghavendra Layout</c:v>
                </c:pt>
                <c:pt idx="465">
                  <c:v>JP Nagar</c:v>
                </c:pt>
                <c:pt idx="466">
                  <c:v>Kaggalipura</c:v>
                </c:pt>
                <c:pt idx="467">
                  <c:v>3rd Phase Iti Layout</c:v>
                </c:pt>
                <c:pt idx="468">
                  <c:v>RMV 2nd Stage</c:v>
                </c:pt>
                <c:pt idx="469">
                  <c:v>Syndicate Bank Colony</c:v>
                </c:pt>
                <c:pt idx="470">
                  <c:v>Kithaganur</c:v>
                </c:pt>
                <c:pt idx="471">
                  <c:v>Koramangala Industrial Layout</c:v>
                </c:pt>
                <c:pt idx="472">
                  <c:v>Rajiv Gandhi Nagar</c:v>
                </c:pt>
                <c:pt idx="473">
                  <c:v>Avalahalli</c:v>
                </c:pt>
                <c:pt idx="474">
                  <c:v>LB Shastri Nagar</c:v>
                </c:pt>
                <c:pt idx="475">
                  <c:v>JakkurYelahanka</c:v>
                </c:pt>
                <c:pt idx="476">
                  <c:v>Nayandanahalli</c:v>
                </c:pt>
                <c:pt idx="477">
                  <c:v>R.T. Nagar</c:v>
                </c:pt>
                <c:pt idx="478">
                  <c:v>Srinivasa Nagar</c:v>
                </c:pt>
                <c:pt idx="479">
                  <c:v>Jalahalli East</c:v>
                </c:pt>
                <c:pt idx="480">
                  <c:v>Yelachenahalli</c:v>
                </c:pt>
                <c:pt idx="481">
                  <c:v>Banashankari</c:v>
                </c:pt>
                <c:pt idx="482">
                  <c:v>Chokkanahalli</c:v>
                </c:pt>
                <c:pt idx="483">
                  <c:v>Nallurhalli</c:v>
                </c:pt>
                <c:pt idx="484">
                  <c:v>RMV Extension Stage 2</c:v>
                </c:pt>
                <c:pt idx="485">
                  <c:v>Kadugodi</c:v>
                </c:pt>
                <c:pt idx="486">
                  <c:v>Thanisandra</c:v>
                </c:pt>
                <c:pt idx="487">
                  <c:v>Chennammana Kere</c:v>
                </c:pt>
                <c:pt idx="488">
                  <c:v>Ashwath Nagar</c:v>
                </c:pt>
                <c:pt idx="489">
                  <c:v>Mysore Road</c:v>
                </c:pt>
                <c:pt idx="490">
                  <c:v>Bande Nallasandra</c:v>
                </c:pt>
                <c:pt idx="491">
                  <c:v>Adugodi</c:v>
                </c:pt>
                <c:pt idx="492">
                  <c:v>Akshaya Nagar</c:v>
                </c:pt>
                <c:pt idx="493">
                  <c:v>Ashwathnagar</c:v>
                </c:pt>
                <c:pt idx="494">
                  <c:v>Hommadevanahalli</c:v>
                </c:pt>
                <c:pt idx="495">
                  <c:v>Chelekare</c:v>
                </c:pt>
                <c:pt idx="496">
                  <c:v>Ramanjaneyanagar</c:v>
                </c:pt>
                <c:pt idx="497">
                  <c:v>Friends Colony</c:v>
                </c:pt>
                <c:pt idx="498">
                  <c:v>Whitefield</c:v>
                </c:pt>
                <c:pt idx="499">
                  <c:v>BCMC Layout</c:v>
                </c:pt>
                <c:pt idx="500">
                  <c:v>Bannerghatta Road</c:v>
                </c:pt>
                <c:pt idx="501">
                  <c:v>Seetharampalya</c:v>
                </c:pt>
                <c:pt idx="502">
                  <c:v>Kalena Agrahara</c:v>
                </c:pt>
                <c:pt idx="503">
                  <c:v>Tindlu</c:v>
                </c:pt>
                <c:pt idx="504">
                  <c:v>Bellandur</c:v>
                </c:pt>
                <c:pt idx="505">
                  <c:v>Byrathi Village</c:v>
                </c:pt>
                <c:pt idx="506">
                  <c:v>Vishwanatha Nagenahalli</c:v>
                </c:pt>
                <c:pt idx="507">
                  <c:v>Banaswadi</c:v>
                </c:pt>
                <c:pt idx="508">
                  <c:v>Kothanur</c:v>
                </c:pt>
                <c:pt idx="509">
                  <c:v>Venugopal Reddy Layout</c:v>
                </c:pt>
                <c:pt idx="510">
                  <c:v>Govindapura</c:v>
                </c:pt>
                <c:pt idx="511">
                  <c:v>Sabari Nagar</c:v>
                </c:pt>
                <c:pt idx="512">
                  <c:v>Govindaraja Nagar Ward</c:v>
                </c:pt>
                <c:pt idx="513">
                  <c:v>Ramamurthy Nagar</c:v>
                </c:pt>
                <c:pt idx="514">
                  <c:v>Gattigere</c:v>
                </c:pt>
                <c:pt idx="515">
                  <c:v>PC Palaya</c:v>
                </c:pt>
                <c:pt idx="516">
                  <c:v>Nagarbhavi</c:v>
                </c:pt>
                <c:pt idx="517">
                  <c:v>Jigani</c:v>
                </c:pt>
                <c:pt idx="518">
                  <c:v>Air View Colony</c:v>
                </c:pt>
                <c:pt idx="519">
                  <c:v>B Narayanapura</c:v>
                </c:pt>
                <c:pt idx="520">
                  <c:v>Vishwapriya Nagar</c:v>
                </c:pt>
                <c:pt idx="521">
                  <c:v>Shettigere</c:v>
                </c:pt>
                <c:pt idx="522">
                  <c:v>Hulimavu</c:v>
                </c:pt>
                <c:pt idx="523">
                  <c:v>Yemlur</c:v>
                </c:pt>
                <c:pt idx="524">
                  <c:v>Jalahalli West</c:v>
                </c:pt>
                <c:pt idx="525">
                  <c:v>Banashankari Stage VI</c:v>
                </c:pt>
                <c:pt idx="526">
                  <c:v>Off Bannergatta road</c:v>
                </c:pt>
                <c:pt idx="527">
                  <c:v>Garebhavipalya</c:v>
                </c:pt>
                <c:pt idx="528">
                  <c:v>Raja Rajeshwari Nagara</c:v>
                </c:pt>
                <c:pt idx="529">
                  <c:v>Vijaya Bank Layout</c:v>
                </c:pt>
                <c:pt idx="530">
                  <c:v>Hosakerehalli Layout</c:v>
                </c:pt>
                <c:pt idx="531">
                  <c:v>ISRO Layout</c:v>
                </c:pt>
                <c:pt idx="532">
                  <c:v>Ramagondanahalli</c:v>
                </c:pt>
                <c:pt idx="533">
                  <c:v>Kanakpura Road</c:v>
                </c:pt>
                <c:pt idx="534">
                  <c:v>MS Pallya</c:v>
                </c:pt>
                <c:pt idx="535">
                  <c:v>Subramanyapura</c:v>
                </c:pt>
                <c:pt idx="536">
                  <c:v>Varanasi</c:v>
                </c:pt>
                <c:pt idx="537">
                  <c:v>BEML Layout</c:v>
                </c:pt>
                <c:pt idx="538">
                  <c:v>Amruthahalli</c:v>
                </c:pt>
                <c:pt idx="539">
                  <c:v>Nagaraja Garden</c:v>
                </c:pt>
                <c:pt idx="540">
                  <c:v>HMT Layout</c:v>
                </c:pt>
                <c:pt idx="541">
                  <c:v>Arehalli</c:v>
                </c:pt>
                <c:pt idx="542">
                  <c:v>Udayagiri</c:v>
                </c:pt>
                <c:pt idx="543">
                  <c:v>Vittasandra</c:v>
                </c:pt>
                <c:pt idx="544">
                  <c:v>Gubbalala</c:v>
                </c:pt>
                <c:pt idx="545">
                  <c:v>Jnanabharathi Layout</c:v>
                </c:pt>
                <c:pt idx="546">
                  <c:v>Dasarahalli</c:v>
                </c:pt>
                <c:pt idx="547">
                  <c:v>Kudlu Gate</c:v>
                </c:pt>
                <c:pt idx="548">
                  <c:v>Kempapura</c:v>
                </c:pt>
                <c:pt idx="549">
                  <c:v>Kacharakanahalli</c:v>
                </c:pt>
                <c:pt idx="550">
                  <c:v>Hosa Road</c:v>
                </c:pt>
                <c:pt idx="551">
                  <c:v>Hanuman Nagar</c:v>
                </c:pt>
                <c:pt idx="552">
                  <c:v>Ngef Layout</c:v>
                </c:pt>
                <c:pt idx="553">
                  <c:v>Nehru Nagar</c:v>
                </c:pt>
                <c:pt idx="554">
                  <c:v>Rukmaiah Layout</c:v>
                </c:pt>
                <c:pt idx="555">
                  <c:v>Brooke Bond First Cross</c:v>
                </c:pt>
                <c:pt idx="556">
                  <c:v>Bethel Nagar</c:v>
                </c:pt>
                <c:pt idx="557">
                  <c:v>Neelamangala</c:v>
                </c:pt>
                <c:pt idx="558">
                  <c:v>Brindavan Layout</c:v>
                </c:pt>
                <c:pt idx="559">
                  <c:v>Patelappa Layout</c:v>
                </c:pt>
                <c:pt idx="560">
                  <c:v>Carmelaram</c:v>
                </c:pt>
                <c:pt idx="561">
                  <c:v>Somasundara Palya</c:v>
                </c:pt>
                <c:pt idx="562">
                  <c:v>Singanayakanahalli</c:v>
                </c:pt>
                <c:pt idx="563">
                  <c:v>Akshayanagara East</c:v>
                </c:pt>
                <c:pt idx="564">
                  <c:v>Jeevan bima nagar</c:v>
                </c:pt>
                <c:pt idx="565">
                  <c:v>Hiremath Layout</c:v>
                </c:pt>
                <c:pt idx="566">
                  <c:v>Konena Agrahara</c:v>
                </c:pt>
                <c:pt idx="567">
                  <c:v>Magadi Road</c:v>
                </c:pt>
                <c:pt idx="568">
                  <c:v>Akshayanagara West</c:v>
                </c:pt>
                <c:pt idx="569">
                  <c:v>Coffee Board Layout</c:v>
                </c:pt>
                <c:pt idx="570">
                  <c:v>Yelahanka</c:v>
                </c:pt>
                <c:pt idx="571">
                  <c:v>Akshya Nagar</c:v>
                </c:pt>
                <c:pt idx="572">
                  <c:v>Doddanakundi Industrial Area 2</c:v>
                </c:pt>
                <c:pt idx="573">
                  <c:v>Mallathahalli</c:v>
                </c:pt>
                <c:pt idx="574">
                  <c:v>BTM 1st Stage</c:v>
                </c:pt>
                <c:pt idx="575">
                  <c:v>5th Phase JP Nagar</c:v>
                </c:pt>
                <c:pt idx="576">
                  <c:v>Haralur Road</c:v>
                </c:pt>
                <c:pt idx="577">
                  <c:v>Attur Layout</c:v>
                </c:pt>
                <c:pt idx="578">
                  <c:v>KPC Layout</c:v>
                </c:pt>
                <c:pt idx="579">
                  <c:v>HSR Layout</c:v>
                </c:pt>
                <c:pt idx="580">
                  <c:v>B Channasandra</c:v>
                </c:pt>
                <c:pt idx="581">
                  <c:v>Nagadevanahalli</c:v>
                </c:pt>
                <c:pt idx="582">
                  <c:v>Hennur Bande</c:v>
                </c:pt>
                <c:pt idx="583">
                  <c:v>Kalkere</c:v>
                </c:pt>
                <c:pt idx="584">
                  <c:v>Maragondanahalli</c:v>
                </c:pt>
                <c:pt idx="585">
                  <c:v>3rd Phase JP Nagar</c:v>
                </c:pt>
                <c:pt idx="586">
                  <c:v>Hosahalli</c:v>
                </c:pt>
                <c:pt idx="587">
                  <c:v>RWF West Colony</c:v>
                </c:pt>
                <c:pt idx="588">
                  <c:v>Kodipalya</c:v>
                </c:pt>
                <c:pt idx="589">
                  <c:v>Howthinarayanappa Garden</c:v>
                </c:pt>
                <c:pt idx="590">
                  <c:v>Sunkadakatte</c:v>
                </c:pt>
                <c:pt idx="591">
                  <c:v>kanakapura road</c:v>
                </c:pt>
                <c:pt idx="592">
                  <c:v>Rachenahalli</c:v>
                </c:pt>
                <c:pt idx="593">
                  <c:v>Sampangirama Nagar</c:v>
                </c:pt>
                <c:pt idx="594">
                  <c:v>AGS Layout</c:v>
                </c:pt>
                <c:pt idx="595">
                  <c:v>1Hoysalanagar</c:v>
                </c:pt>
                <c:pt idx="596">
                  <c:v>Bhuvaneshwari Nagar</c:v>
                </c:pt>
                <c:pt idx="597">
                  <c:v>Kodigehaali</c:v>
                </c:pt>
                <c:pt idx="598">
                  <c:v>Battarahalli</c:v>
                </c:pt>
                <c:pt idx="599">
                  <c:v>Canara Bank Layout</c:v>
                </c:pt>
                <c:pt idx="600">
                  <c:v>Dasanapura</c:v>
                </c:pt>
                <c:pt idx="601">
                  <c:v>Hadosiddapura</c:v>
                </c:pt>
                <c:pt idx="602">
                  <c:v>Kanakapura Road,</c:v>
                </c:pt>
                <c:pt idx="603">
                  <c:v>Choodasandra</c:v>
                </c:pt>
                <c:pt idx="604">
                  <c:v>Budigere</c:v>
                </c:pt>
                <c:pt idx="605">
                  <c:v>Vadarpalya</c:v>
                </c:pt>
                <c:pt idx="606">
                  <c:v>Kullappa Colony</c:v>
                </c:pt>
                <c:pt idx="607">
                  <c:v>Mahadevpura</c:v>
                </c:pt>
                <c:pt idx="608">
                  <c:v>Kogilu</c:v>
                </c:pt>
                <c:pt idx="609">
                  <c:v>Subash Nagar</c:v>
                </c:pt>
                <c:pt idx="610">
                  <c:v>Off Sarjapur Road,</c:v>
                </c:pt>
                <c:pt idx="611">
                  <c:v>Doddagubbi</c:v>
                </c:pt>
                <c:pt idx="612">
                  <c:v>Rajapura</c:v>
                </c:pt>
                <c:pt idx="613">
                  <c:v>Vayunandana Layout</c:v>
                </c:pt>
                <c:pt idx="614">
                  <c:v>Rammana Layout</c:v>
                </c:pt>
                <c:pt idx="615">
                  <c:v>Kariyammana Agrahara</c:v>
                </c:pt>
                <c:pt idx="616">
                  <c:v>Mallappa Layout</c:v>
                </c:pt>
                <c:pt idx="617">
                  <c:v>Dasappa Layout</c:v>
                </c:pt>
                <c:pt idx="618">
                  <c:v>3rd Block HBR Layout</c:v>
                </c:pt>
                <c:pt idx="619">
                  <c:v>Amco Colony</c:v>
                </c:pt>
                <c:pt idx="620">
                  <c:v>Billamaranahalli</c:v>
                </c:pt>
                <c:pt idx="621">
                  <c:v>3rd Stage Raja Rajeshwari Nagar</c:v>
                </c:pt>
                <c:pt idx="622">
                  <c:v>Reliaable Tranquil Layout</c:v>
                </c:pt>
                <c:pt idx="623">
                  <c:v>Ullal Uppanagar</c:v>
                </c:pt>
                <c:pt idx="624">
                  <c:v>Bagalur</c:v>
                </c:pt>
                <c:pt idx="625">
                  <c:v>Vidyaranyapura</c:v>
                </c:pt>
                <c:pt idx="626">
                  <c:v>Ittamadu</c:v>
                </c:pt>
                <c:pt idx="627">
                  <c:v>Mahaganapathy Nagar</c:v>
                </c:pt>
                <c:pt idx="628">
                  <c:v>Vinayaka Nagar</c:v>
                </c:pt>
                <c:pt idx="629">
                  <c:v>Kallumantapa</c:v>
                </c:pt>
                <c:pt idx="630">
                  <c:v>Bank Avenue</c:v>
                </c:pt>
                <c:pt idx="631">
                  <c:v>Garudachar Palya</c:v>
                </c:pt>
                <c:pt idx="632">
                  <c:v>Devanahalli</c:v>
                </c:pt>
                <c:pt idx="633">
                  <c:v>Green Woods Layout</c:v>
                </c:pt>
                <c:pt idx="634">
                  <c:v>Akash Nagar</c:v>
                </c:pt>
                <c:pt idx="635">
                  <c:v>Chikkanahalli</c:v>
                </c:pt>
                <c:pt idx="636">
                  <c:v>Seethappa Layout</c:v>
                </c:pt>
                <c:pt idx="637">
                  <c:v>Mallasandra</c:v>
                </c:pt>
                <c:pt idx="638">
                  <c:v>Aishwarya Crystal Layout</c:v>
                </c:pt>
                <c:pt idx="639">
                  <c:v>Bidadi</c:v>
                </c:pt>
                <c:pt idx="640">
                  <c:v>Omkar Nagar</c:v>
                </c:pt>
                <c:pt idx="641">
                  <c:v>Amruthnagar</c:v>
                </c:pt>
                <c:pt idx="642">
                  <c:v>Chikbasavanapura</c:v>
                </c:pt>
                <c:pt idx="643">
                  <c:v>Doddabidrakallu</c:v>
                </c:pt>
                <c:pt idx="644">
                  <c:v>Hoskote near</c:v>
                </c:pt>
                <c:pt idx="645">
                  <c:v>Bidrahalli</c:v>
                </c:pt>
                <c:pt idx="646">
                  <c:v>kadubisnahalli</c:v>
                </c:pt>
                <c:pt idx="647">
                  <c:v>Sampigehalli</c:v>
                </c:pt>
                <c:pt idx="648">
                  <c:v>5th Block Hbr Layout</c:v>
                </c:pt>
                <c:pt idx="649">
                  <c:v>Crimson Layout</c:v>
                </c:pt>
                <c:pt idx="650">
                  <c:v>manyata tech park</c:v>
                </c:pt>
                <c:pt idx="651">
                  <c:v>Bharathi Nagar</c:v>
                </c:pt>
                <c:pt idx="652">
                  <c:v>Varthur</c:v>
                </c:pt>
                <c:pt idx="653">
                  <c:v>Shampura</c:v>
                </c:pt>
                <c:pt idx="654">
                  <c:v>Hennur</c:v>
                </c:pt>
                <c:pt idx="655">
                  <c:v>Pillahalli</c:v>
                </c:pt>
                <c:pt idx="656">
                  <c:v>Devi Nagar</c:v>
                </c:pt>
                <c:pt idx="657">
                  <c:v>AECS Layout</c:v>
                </c:pt>
                <c:pt idx="658">
                  <c:v>Seegehalli</c:v>
                </c:pt>
                <c:pt idx="659">
                  <c:v>Prakruthi Nagar</c:v>
                </c:pt>
                <c:pt idx="660">
                  <c:v>GB Palya</c:v>
                </c:pt>
                <c:pt idx="661">
                  <c:v>Hoodi Circle,</c:v>
                </c:pt>
                <c:pt idx="662">
                  <c:v>AGB Layout</c:v>
                </c:pt>
                <c:pt idx="663">
                  <c:v>Judicial Layout, Kanakapura Road,</c:v>
                </c:pt>
                <c:pt idx="664">
                  <c:v>Bikasipura</c:v>
                </c:pt>
                <c:pt idx="665">
                  <c:v>Austin Town</c:v>
                </c:pt>
                <c:pt idx="666">
                  <c:v>1st Stage Domlur</c:v>
                </c:pt>
                <c:pt idx="667">
                  <c:v>Atmananda Colony</c:v>
                </c:pt>
                <c:pt idx="668">
                  <c:v>Kattigenahalli</c:v>
                </c:pt>
                <c:pt idx="669">
                  <c:v>Doddabele</c:v>
                </c:pt>
                <c:pt idx="670">
                  <c:v>Jaladarsini Layout</c:v>
                </c:pt>
                <c:pt idx="671">
                  <c:v>Anugrah Layout</c:v>
                </c:pt>
                <c:pt idx="672">
                  <c:v>Malleshpalya</c:v>
                </c:pt>
                <c:pt idx="673">
                  <c:v>Varthur Road,</c:v>
                </c:pt>
                <c:pt idx="674">
                  <c:v>Raja Rajeshwari Nagar 5th Stage</c:v>
                </c:pt>
                <c:pt idx="675">
                  <c:v>Kudlu</c:v>
                </c:pt>
                <c:pt idx="676">
                  <c:v>Shingapura</c:v>
                </c:pt>
                <c:pt idx="677">
                  <c:v>Naganathapura</c:v>
                </c:pt>
                <c:pt idx="678">
                  <c:v>Pattandur Agrahara</c:v>
                </c:pt>
                <c:pt idx="679">
                  <c:v>Anandapura</c:v>
                </c:pt>
                <c:pt idx="680">
                  <c:v>Ashirvad Colony</c:v>
                </c:pt>
                <c:pt idx="681">
                  <c:v>KEB Colony</c:v>
                </c:pt>
                <c:pt idx="682">
                  <c:v>Manayata Tech Park</c:v>
                </c:pt>
                <c:pt idx="683">
                  <c:v>Hessarghatta</c:v>
                </c:pt>
                <c:pt idx="684">
                  <c:v>rr nagar</c:v>
                </c:pt>
                <c:pt idx="685">
                  <c:v>Lavakusha Nagar</c:v>
                </c:pt>
                <c:pt idx="686">
                  <c:v>Hormavu</c:v>
                </c:pt>
                <c:pt idx="687">
                  <c:v>Gattahalli</c:v>
                </c:pt>
                <c:pt idx="688">
                  <c:v>Narayanappa Garden</c:v>
                </c:pt>
                <c:pt idx="689">
                  <c:v>Hallehalli</c:v>
                </c:pt>
                <c:pt idx="690">
                  <c:v>Kaval Byrasandra</c:v>
                </c:pt>
                <c:pt idx="691">
                  <c:v>Panduranga Nagar</c:v>
                </c:pt>
                <c:pt idx="692">
                  <c:v>manyata park</c:v>
                </c:pt>
                <c:pt idx="693">
                  <c:v>KR Puram</c:v>
                </c:pt>
                <c:pt idx="694">
                  <c:v>Dodda Nekkundi</c:v>
                </c:pt>
                <c:pt idx="695">
                  <c:v>Munnekollal</c:v>
                </c:pt>
                <c:pt idx="696">
                  <c:v>Madiwala</c:v>
                </c:pt>
                <c:pt idx="697">
                  <c:v>Upadhyaya Layout</c:v>
                </c:pt>
                <c:pt idx="698">
                  <c:v>Sonnenahalli</c:v>
                </c:pt>
                <c:pt idx="699">
                  <c:v>P&amp;T Colony</c:v>
                </c:pt>
                <c:pt idx="700">
                  <c:v>Canara Bank Colony</c:v>
                </c:pt>
                <c:pt idx="701">
                  <c:v>mvj engineering college</c:v>
                </c:pt>
                <c:pt idx="702">
                  <c:v>JP nagar 9th Phase,</c:v>
                </c:pt>
                <c:pt idx="703">
                  <c:v>Govindraja Nagar</c:v>
                </c:pt>
                <c:pt idx="704">
                  <c:v>Jakkuru Layout</c:v>
                </c:pt>
                <c:pt idx="705">
                  <c:v>Immadihalli</c:v>
                </c:pt>
                <c:pt idx="706">
                  <c:v>Singasandra</c:v>
                </c:pt>
                <c:pt idx="707">
                  <c:v>Horamavu Banaswadi</c:v>
                </c:pt>
                <c:pt idx="708">
                  <c:v>Near Electronic City,</c:v>
                </c:pt>
                <c:pt idx="709">
                  <c:v>Kadugondanahalli</c:v>
                </c:pt>
                <c:pt idx="710">
                  <c:v>Electronics City Phase 1</c:v>
                </c:pt>
                <c:pt idx="711">
                  <c:v>Thomas Town</c:v>
                </c:pt>
                <c:pt idx="712">
                  <c:v>Vishveshwarya Layout</c:v>
                </c:pt>
                <c:pt idx="713">
                  <c:v>Kambipura</c:v>
                </c:pt>
                <c:pt idx="714">
                  <c:v>Basapura</c:v>
                </c:pt>
                <c:pt idx="715">
                  <c:v>Ckikkakammana Halli</c:v>
                </c:pt>
                <c:pt idx="716">
                  <c:v>Singapura Village</c:v>
                </c:pt>
                <c:pt idx="717">
                  <c:v>Chikka Tirupathi</c:v>
                </c:pt>
                <c:pt idx="718">
                  <c:v>Vittal Nagar</c:v>
                </c:pt>
                <c:pt idx="719">
                  <c:v>Byrasandra</c:v>
                </c:pt>
                <c:pt idx="720">
                  <c:v>Pai Layout</c:v>
                </c:pt>
                <c:pt idx="721">
                  <c:v>T K Reddy Layout</c:v>
                </c:pt>
                <c:pt idx="722">
                  <c:v>Govindpura</c:v>
                </c:pt>
                <c:pt idx="723">
                  <c:v>Jagajyothi layout</c:v>
                </c:pt>
                <c:pt idx="724">
                  <c:v>Ramanashree Enclave</c:v>
                </c:pt>
                <c:pt idx="725">
                  <c:v>Bagalakunte</c:v>
                </c:pt>
                <c:pt idx="726">
                  <c:v>ITPL</c:v>
                </c:pt>
                <c:pt idx="727">
                  <c:v>Tata Nagar</c:v>
                </c:pt>
                <c:pt idx="728">
                  <c:v>Anjanapura</c:v>
                </c:pt>
                <c:pt idx="729">
                  <c:v>Medahalli</c:v>
                </c:pt>
                <c:pt idx="730">
                  <c:v>Narayana Nagar 1st Block</c:v>
                </c:pt>
                <c:pt idx="731">
                  <c:v>Kanakapura</c:v>
                </c:pt>
                <c:pt idx="732">
                  <c:v>elachenahalli</c:v>
                </c:pt>
                <c:pt idx="733">
                  <c:v>Janatha Colony</c:v>
                </c:pt>
                <c:pt idx="734">
                  <c:v>Mariyannapalya</c:v>
                </c:pt>
                <c:pt idx="735">
                  <c:v>Kamdhenu Nagar</c:v>
                </c:pt>
                <c:pt idx="736">
                  <c:v>VGP Layout</c:v>
                </c:pt>
                <c:pt idx="737">
                  <c:v>NGR Layout</c:v>
                </c:pt>
                <c:pt idx="738">
                  <c:v>Kodichikkanahalli</c:v>
                </c:pt>
                <c:pt idx="739">
                  <c:v>8th Phase JP Nagar</c:v>
                </c:pt>
                <c:pt idx="740">
                  <c:v>Nyanappana Halli</c:v>
                </c:pt>
                <c:pt idx="741">
                  <c:v>Maruthi Layout</c:v>
                </c:pt>
                <c:pt idx="742">
                  <c:v>Tippenahalli</c:v>
                </c:pt>
                <c:pt idx="743">
                  <c:v>Kannur</c:v>
                </c:pt>
                <c:pt idx="744">
                  <c:v>Pattanagere</c:v>
                </c:pt>
                <c:pt idx="745">
                  <c:v>Thippasandra</c:v>
                </c:pt>
                <c:pt idx="746">
                  <c:v>Basaveshwara Nagar Yelahanka</c:v>
                </c:pt>
                <c:pt idx="747">
                  <c:v>GD Layout</c:v>
                </c:pt>
                <c:pt idx="748">
                  <c:v>DUO Layout</c:v>
                </c:pt>
                <c:pt idx="749">
                  <c:v>Dodda Kempaiah Layout</c:v>
                </c:pt>
                <c:pt idx="750">
                  <c:v>9th Phase JP Nagar</c:v>
                </c:pt>
                <c:pt idx="751">
                  <c:v>Gaundanapalya</c:v>
                </c:pt>
                <c:pt idx="752">
                  <c:v>Tejaswini Nagar</c:v>
                </c:pt>
                <c:pt idx="753">
                  <c:v>Anwar Layout</c:v>
                </c:pt>
                <c:pt idx="754">
                  <c:v>Kachanayakanahalli</c:v>
                </c:pt>
                <c:pt idx="755">
                  <c:v>Mullur</c:v>
                </c:pt>
                <c:pt idx="756">
                  <c:v>Ankappa Layout</c:v>
                </c:pt>
                <c:pt idx="757">
                  <c:v>Devasthanagalu</c:v>
                </c:pt>
                <c:pt idx="758">
                  <c:v>Bileshivale</c:v>
                </c:pt>
                <c:pt idx="759">
                  <c:v>Ananthanagar Phase 1,Electronic City , phase 2</c:v>
                </c:pt>
                <c:pt idx="760">
                  <c:v>Yelahanka New Town</c:v>
                </c:pt>
                <c:pt idx="761">
                  <c:v>Lottegolla Halli</c:v>
                </c:pt>
                <c:pt idx="762">
                  <c:v>GM Palaya</c:v>
                </c:pt>
                <c:pt idx="763">
                  <c:v>SRINIVASAPURA</c:v>
                </c:pt>
                <c:pt idx="764">
                  <c:v>Gkvk Layout</c:v>
                </c:pt>
                <c:pt idx="765">
                  <c:v>Chokkahalli</c:v>
                </c:pt>
                <c:pt idx="766">
                  <c:v>Hanumanth Nagar</c:v>
                </c:pt>
                <c:pt idx="767">
                  <c:v>Motappa Layout</c:v>
                </c:pt>
                <c:pt idx="768">
                  <c:v>Telecom Layout</c:v>
                </c:pt>
                <c:pt idx="769">
                  <c:v>Rayasandra</c:v>
                </c:pt>
                <c:pt idx="770">
                  <c:v>Raghuvanahalli</c:v>
                </c:pt>
                <c:pt idx="771">
                  <c:v>Puttanahalli</c:v>
                </c:pt>
                <c:pt idx="772">
                  <c:v>Coconut Grove Layout</c:v>
                </c:pt>
                <c:pt idx="773">
                  <c:v>Sarvabhouma Nagar</c:v>
                </c:pt>
                <c:pt idx="774">
                  <c:v>Silver Springs Layout</c:v>
                </c:pt>
                <c:pt idx="775">
                  <c:v>Mysore Highway</c:v>
                </c:pt>
                <c:pt idx="776">
                  <c:v>Basavanapura</c:v>
                </c:pt>
                <c:pt idx="777">
                  <c:v>near Ramanashree California resort</c:v>
                </c:pt>
                <c:pt idx="778">
                  <c:v>Coconut Garden</c:v>
                </c:pt>
                <c:pt idx="779">
                  <c:v>Reliable Woods Layout</c:v>
                </c:pt>
                <c:pt idx="780">
                  <c:v>Hongasandra</c:v>
                </c:pt>
                <c:pt idx="781">
                  <c:v>Whitefield,</c:v>
                </c:pt>
                <c:pt idx="782">
                  <c:v>Mangammanapalya</c:v>
                </c:pt>
                <c:pt idx="783">
                  <c:v>Doddakammanahalli</c:v>
                </c:pt>
                <c:pt idx="784">
                  <c:v>Jai Bheema Nagar</c:v>
                </c:pt>
                <c:pt idx="785">
                  <c:v>Poornapragna Housing Society Layout</c:v>
                </c:pt>
                <c:pt idx="786">
                  <c:v>Kudlu Village,</c:v>
                </c:pt>
                <c:pt idx="787">
                  <c:v>Vijaya Bank Colony</c:v>
                </c:pt>
                <c:pt idx="788">
                  <c:v>JP Nagar 8th Phase,</c:v>
                </c:pt>
                <c:pt idx="789">
                  <c:v>Kengeri</c:v>
                </c:pt>
                <c:pt idx="790">
                  <c:v>1st Block HRBR Layout</c:v>
                </c:pt>
                <c:pt idx="791">
                  <c:v>Electronic City</c:v>
                </c:pt>
                <c:pt idx="792">
                  <c:v>Srigandada Kaval</c:v>
                </c:pt>
                <c:pt idx="793">
                  <c:v>Kalkere Channasandra</c:v>
                </c:pt>
                <c:pt idx="794">
                  <c:v>Dr Shivarama Karantha Nagar</c:v>
                </c:pt>
                <c:pt idx="795">
                  <c:v>Kaggadasapura</c:v>
                </c:pt>
                <c:pt idx="796">
                  <c:v>Ashraya Layout</c:v>
                </c:pt>
                <c:pt idx="797">
                  <c:v>Krishna Reddy Layout</c:v>
                </c:pt>
                <c:pt idx="798">
                  <c:v>Bommanahalli</c:v>
                </c:pt>
                <c:pt idx="799">
                  <c:v>Gnana Bharathi</c:v>
                </c:pt>
                <c:pt idx="800">
                  <c:v>MCECHS  layout</c:v>
                </c:pt>
                <c:pt idx="801">
                  <c:v>Begur</c:v>
                </c:pt>
                <c:pt idx="802">
                  <c:v>Horamavu Agara</c:v>
                </c:pt>
                <c:pt idx="803">
                  <c:v>S R Layout</c:v>
                </c:pt>
                <c:pt idx="804">
                  <c:v>Samethanahalli</c:v>
                </c:pt>
                <c:pt idx="805">
                  <c:v>NTI Layout</c:v>
                </c:pt>
                <c:pt idx="806">
                  <c:v>Vinayak Nagar</c:v>
                </c:pt>
                <c:pt idx="807">
                  <c:v>Mailasandra</c:v>
                </c:pt>
                <c:pt idx="808">
                  <c:v>Chinnapanahalli</c:v>
                </c:pt>
                <c:pt idx="809">
                  <c:v>Vijayabank bank layout</c:v>
                </c:pt>
                <c:pt idx="810">
                  <c:v>Sugama Layout</c:v>
                </c:pt>
                <c:pt idx="811">
                  <c:v>Silk Board</c:v>
                </c:pt>
                <c:pt idx="812">
                  <c:v>Hagadur</c:v>
                </c:pt>
                <c:pt idx="813">
                  <c:v>Ayappa Nagar</c:v>
                </c:pt>
                <c:pt idx="814">
                  <c:v>Chikkalasandra</c:v>
                </c:pt>
                <c:pt idx="815">
                  <c:v>Udayapur Village</c:v>
                </c:pt>
                <c:pt idx="816">
                  <c:v>Gottigere</c:v>
                </c:pt>
                <c:pt idx="817">
                  <c:v>Basava Nagar</c:v>
                </c:pt>
                <c:pt idx="818">
                  <c:v>Mylasandra</c:v>
                </c:pt>
                <c:pt idx="819">
                  <c:v>Devarachikkanahalli</c:v>
                </c:pt>
                <c:pt idx="820">
                  <c:v>Mico Layout</c:v>
                </c:pt>
                <c:pt idx="821">
                  <c:v>Bellari Road</c:v>
                </c:pt>
                <c:pt idx="822">
                  <c:v>Doddabommasandra</c:v>
                </c:pt>
                <c:pt idx="823">
                  <c:v>Nagappa Reddy Layout</c:v>
                </c:pt>
                <c:pt idx="824">
                  <c:v>Maruthi Nagar</c:v>
                </c:pt>
                <c:pt idx="825">
                  <c:v>manyata</c:v>
                </c:pt>
                <c:pt idx="826">
                  <c:v>Shettihalli</c:v>
                </c:pt>
                <c:pt idx="827">
                  <c:v>Anathanagar</c:v>
                </c:pt>
                <c:pt idx="828">
                  <c:v>Veerannapalya</c:v>
                </c:pt>
                <c:pt idx="829">
                  <c:v>Doctors Layout</c:v>
                </c:pt>
                <c:pt idx="830">
                  <c:v>Chambenahalli</c:v>
                </c:pt>
                <c:pt idx="831">
                  <c:v>Sai Gardens</c:v>
                </c:pt>
                <c:pt idx="832">
                  <c:v>Annaiah Reddy Layout</c:v>
                </c:pt>
                <c:pt idx="833">
                  <c:v>Bandepalya</c:v>
                </c:pt>
                <c:pt idx="834">
                  <c:v>Raja Rajeshwari Nagar</c:v>
                </c:pt>
                <c:pt idx="835">
                  <c:v>Hoysalanagar</c:v>
                </c:pt>
                <c:pt idx="836">
                  <c:v>Virat Nagar</c:v>
                </c:pt>
                <c:pt idx="837">
                  <c:v>Kumarapalli</c:v>
                </c:pt>
                <c:pt idx="838">
                  <c:v>Rajarajeshwarinagar</c:v>
                </c:pt>
                <c:pt idx="839">
                  <c:v>5th Stage BEML Layout</c:v>
                </c:pt>
                <c:pt idx="840">
                  <c:v>BEML Layout 5th stage</c:v>
                </c:pt>
                <c:pt idx="841">
                  <c:v>Kashi Nagar</c:v>
                </c:pt>
                <c:pt idx="842">
                  <c:v>Chellikere</c:v>
                </c:pt>
                <c:pt idx="843">
                  <c:v>Bank Of Baroda Colony</c:v>
                </c:pt>
                <c:pt idx="844">
                  <c:v>Belatur</c:v>
                </c:pt>
                <c:pt idx="845">
                  <c:v>Gunjur</c:v>
                </c:pt>
                <c:pt idx="846">
                  <c:v>Daadys Gaarden Layout</c:v>
                </c:pt>
                <c:pt idx="847">
                  <c:v>Anantapuram</c:v>
                </c:pt>
                <c:pt idx="848">
                  <c:v>Uttarahalli</c:v>
                </c:pt>
                <c:pt idx="849">
                  <c:v>Gollarapalya Hosahalli</c:v>
                </c:pt>
                <c:pt idx="850">
                  <c:v>Veersandra</c:v>
                </c:pt>
                <c:pt idx="851">
                  <c:v>Kanakapur main road</c:v>
                </c:pt>
                <c:pt idx="852">
                  <c:v>Punappa Layout</c:v>
                </c:pt>
                <c:pt idx="853">
                  <c:v>Varthur Road</c:v>
                </c:pt>
                <c:pt idx="854">
                  <c:v>Glass Factory Layout</c:v>
                </c:pt>
                <c:pt idx="855">
                  <c:v>Tavarekere</c:v>
                </c:pt>
                <c:pt idx="856">
                  <c:v>Poorna Pragna Layout</c:v>
                </c:pt>
                <c:pt idx="857">
                  <c:v>Maragondana Halli, kr puram, old madras road</c:v>
                </c:pt>
                <c:pt idx="858">
                  <c:v>Gulakamale</c:v>
                </c:pt>
                <c:pt idx="859">
                  <c:v>BSM Extension</c:v>
                </c:pt>
                <c:pt idx="860">
                  <c:v>Sarjapur</c:v>
                </c:pt>
                <c:pt idx="861">
                  <c:v>Popular Colony</c:v>
                </c:pt>
                <c:pt idx="862">
                  <c:v>Varsova Layout</c:v>
                </c:pt>
                <c:pt idx="863">
                  <c:v>T C Palya main Road</c:v>
                </c:pt>
                <c:pt idx="864">
                  <c:v>Himagiri Meadows</c:v>
                </c:pt>
                <c:pt idx="865">
                  <c:v>Jyothi Nagar</c:v>
                </c:pt>
                <c:pt idx="866">
                  <c:v>Kirloskar layout, Basaveshwarnagar</c:v>
                </c:pt>
                <c:pt idx="867">
                  <c:v>Kengeri Satellite Town</c:v>
                </c:pt>
                <c:pt idx="868">
                  <c:v>Green View Layout</c:v>
                </c:pt>
                <c:pt idx="869">
                  <c:v>Chennappa Layout</c:v>
                </c:pt>
                <c:pt idx="870">
                  <c:v>Raghavendra Nagar</c:v>
                </c:pt>
                <c:pt idx="871">
                  <c:v>Tirumanahalli</c:v>
                </c:pt>
                <c:pt idx="872">
                  <c:v>Geddalahalli</c:v>
                </c:pt>
                <c:pt idx="873">
                  <c:v>Parappana Agrahara</c:v>
                </c:pt>
                <c:pt idx="874">
                  <c:v>Hoskote</c:v>
                </c:pt>
                <c:pt idx="875">
                  <c:v>Doddabanahalli</c:v>
                </c:pt>
                <c:pt idx="876">
                  <c:v>Green Garden Layout</c:v>
                </c:pt>
                <c:pt idx="877">
                  <c:v>Kengeri Satellite Town KHB Apartment</c:v>
                </c:pt>
                <c:pt idx="878">
                  <c:v>Duvasapalya</c:v>
                </c:pt>
                <c:pt idx="879">
                  <c:v>Channasandra Layout</c:v>
                </c:pt>
                <c:pt idx="880">
                  <c:v>HAL 3rd Stage</c:v>
                </c:pt>
                <c:pt idx="881">
                  <c:v>Babusapalaya</c:v>
                </c:pt>
                <c:pt idx="882">
                  <c:v>Chikkathoguru</c:v>
                </c:pt>
                <c:pt idx="883">
                  <c:v>Divya Unnathi Layout</c:v>
                </c:pt>
                <c:pt idx="884">
                  <c:v>Dodda Banaswadi</c:v>
                </c:pt>
                <c:pt idx="885">
                  <c:v>Chikkabanavar</c:v>
                </c:pt>
                <c:pt idx="886">
                  <c:v>Abbigere</c:v>
                </c:pt>
                <c:pt idx="887">
                  <c:v>Muneshwara Nagar</c:v>
                </c:pt>
                <c:pt idx="888">
                  <c:v>Sadaramangala</c:v>
                </c:pt>
                <c:pt idx="889">
                  <c:v>Bhagyalakshmi Avenue</c:v>
                </c:pt>
                <c:pt idx="890">
                  <c:v>Shikaripalya</c:v>
                </c:pt>
                <c:pt idx="891">
                  <c:v>2nd Phase Judicial Layout</c:v>
                </c:pt>
                <c:pt idx="892">
                  <c:v>Bisuvanahalli</c:v>
                </c:pt>
                <c:pt idx="893">
                  <c:v>Sarjapura - Attibele Road</c:v>
                </c:pt>
                <c:pt idx="894">
                  <c:v>Sri Venkateshpura Layout</c:v>
                </c:pt>
                <c:pt idx="895">
                  <c:v>Nelamangala</c:v>
                </c:pt>
                <c:pt idx="896">
                  <c:v>Soppahalli</c:v>
                </c:pt>
                <c:pt idx="897">
                  <c:v>Vishwapriya Layout</c:v>
                </c:pt>
                <c:pt idx="898">
                  <c:v>Gollahalli</c:v>
                </c:pt>
                <c:pt idx="899">
                  <c:v>Suraksha Nagar</c:v>
                </c:pt>
                <c:pt idx="900">
                  <c:v>Channasandra</c:v>
                </c:pt>
                <c:pt idx="901">
                  <c:v>Yelenahalli</c:v>
                </c:pt>
                <c:pt idx="902">
                  <c:v>Konappana Agrahara</c:v>
                </c:pt>
                <c:pt idx="903">
                  <c:v>Doddakallasandra</c:v>
                </c:pt>
                <c:pt idx="904">
                  <c:v>Saptagiri Layout</c:v>
                </c:pt>
                <c:pt idx="905">
                  <c:v>Shetty Halli</c:v>
                </c:pt>
                <c:pt idx="906">
                  <c:v>Shanthi Pura</c:v>
                </c:pt>
                <c:pt idx="907">
                  <c:v>Vikram Nagar</c:v>
                </c:pt>
                <c:pt idx="908">
                  <c:v>Kengeri Satellite Town Stage II</c:v>
                </c:pt>
                <c:pt idx="909">
                  <c:v>Lake City</c:v>
                </c:pt>
                <c:pt idx="910">
                  <c:v>Balaji Gardens Layout</c:v>
                </c:pt>
                <c:pt idx="911">
                  <c:v>Sunkan palya</c:v>
                </c:pt>
                <c:pt idx="912">
                  <c:v>Sidedahalli</c:v>
                </c:pt>
                <c:pt idx="913">
                  <c:v>Akshaya Vana</c:v>
                </c:pt>
                <c:pt idx="914">
                  <c:v>Harohalli</c:v>
                </c:pt>
                <c:pt idx="915">
                  <c:v>Begur Road</c:v>
                </c:pt>
                <c:pt idx="916">
                  <c:v>Amarjyothi Colony</c:v>
                </c:pt>
                <c:pt idx="917">
                  <c:v>Stage-4 Bommanahalli</c:v>
                </c:pt>
                <c:pt idx="918">
                  <c:v>Bidere Agarahara, Behind Safal market</c:v>
                </c:pt>
                <c:pt idx="919">
                  <c:v>Bommasandra</c:v>
                </c:pt>
                <c:pt idx="920">
                  <c:v>Shree Ananth Nagar Layout</c:v>
                </c:pt>
                <c:pt idx="921">
                  <c:v>K R C kothanur</c:v>
                </c:pt>
                <c:pt idx="922">
                  <c:v>Suddaguntepalya</c:v>
                </c:pt>
                <c:pt idx="923">
                  <c:v>Adarsh Nagar</c:v>
                </c:pt>
                <c:pt idx="924">
                  <c:v>Belathur</c:v>
                </c:pt>
                <c:pt idx="925">
                  <c:v>Nagondanahalli</c:v>
                </c:pt>
                <c:pt idx="926">
                  <c:v>Shauhardha Layout</c:v>
                </c:pt>
                <c:pt idx="927">
                  <c:v>Allalasandra</c:v>
                </c:pt>
                <c:pt idx="928">
                  <c:v>Kadabagere</c:v>
                </c:pt>
                <c:pt idx="929">
                  <c:v>Dwaraka Nagar</c:v>
                </c:pt>
                <c:pt idx="930">
                  <c:v>Doddathoguru</c:v>
                </c:pt>
                <c:pt idx="931">
                  <c:v>Neeladri Nagar</c:v>
                </c:pt>
                <c:pt idx="932">
                  <c:v>Chokkasandra</c:v>
                </c:pt>
                <c:pt idx="933">
                  <c:v>Kengeri Hobli</c:v>
                </c:pt>
                <c:pt idx="934">
                  <c:v>HAL Layout</c:v>
                </c:pt>
                <c:pt idx="935">
                  <c:v>Kada Agrahara</c:v>
                </c:pt>
                <c:pt idx="936">
                  <c:v>Escorts Colony</c:v>
                </c:pt>
                <c:pt idx="937">
                  <c:v>Sompura</c:v>
                </c:pt>
                <c:pt idx="938">
                  <c:v>Alfa Garden Layout</c:v>
                </c:pt>
                <c:pt idx="939">
                  <c:v>Marasandra</c:v>
                </c:pt>
                <c:pt idx="940">
                  <c:v>Attibele</c:v>
                </c:pt>
                <c:pt idx="941">
                  <c:v>Prasanth Extension</c:v>
                </c:pt>
                <c:pt idx="942">
                  <c:v>Vasanthapura</c:v>
                </c:pt>
                <c:pt idx="943">
                  <c:v>Venkateshpuram</c:v>
                </c:pt>
                <c:pt idx="944">
                  <c:v>Vibhutipura Extension</c:v>
                </c:pt>
                <c:pt idx="945">
                  <c:v>HOSUR MAIN ROAD</c:v>
                </c:pt>
                <c:pt idx="946">
                  <c:v>Maithri Layout</c:v>
                </c:pt>
                <c:pt idx="947">
                  <c:v>HOSUR RMAIN ROAD</c:v>
                </c:pt>
                <c:pt idx="948">
                  <c:v>Kothannur</c:v>
                </c:pt>
                <c:pt idx="949">
                  <c:v>Pragathi Nagar</c:v>
                </c:pt>
                <c:pt idx="950">
                  <c:v>Chikkadunnasandra</c:v>
                </c:pt>
                <c:pt idx="951">
                  <c:v>Thirumenahalli</c:v>
                </c:pt>
                <c:pt idx="952">
                  <c:v>Ramamurthy Nagar Extension</c:v>
                </c:pt>
                <c:pt idx="953">
                  <c:v>Nobo Nagar</c:v>
                </c:pt>
                <c:pt idx="954">
                  <c:v>MLA Layout</c:v>
                </c:pt>
                <c:pt idx="955">
                  <c:v>Lakshminarayanapura, Electronic City Phase 2</c:v>
                </c:pt>
                <c:pt idx="956">
                  <c:v>P&amp;T Layout</c:v>
                </c:pt>
                <c:pt idx="957">
                  <c:v>Gunjur Palya</c:v>
                </c:pt>
                <c:pt idx="958">
                  <c:v>Yarandahalli</c:v>
                </c:pt>
                <c:pt idx="959">
                  <c:v>NR Colony</c:v>
                </c:pt>
                <c:pt idx="960">
                  <c:v>KUDLU MAIN ROAD</c:v>
                </c:pt>
                <c:pt idx="961">
                  <c:v>Rajarajeshwari Nagara</c:v>
                </c:pt>
                <c:pt idx="962">
                  <c:v>Rajarajeshwari nagar</c:v>
                </c:pt>
                <c:pt idx="963">
                  <c:v>Harsha Layout</c:v>
                </c:pt>
                <c:pt idx="964">
                  <c:v>Hosapalya</c:v>
                </c:pt>
                <c:pt idx="965">
                  <c:v>Gaurava Nagar</c:v>
                </c:pt>
                <c:pt idx="966">
                  <c:v>Anekal</c:v>
                </c:pt>
                <c:pt idx="967">
                  <c:v>Geleyara Balaga Layout</c:v>
                </c:pt>
                <c:pt idx="968">
                  <c:v>Electronic City Phase II</c:v>
                </c:pt>
                <c:pt idx="969">
                  <c:v>Lakkasandra</c:v>
                </c:pt>
                <c:pt idx="970">
                  <c:v>Konanakunte Cross</c:v>
                </c:pt>
                <c:pt idx="971">
                  <c:v>Sree Narayana Nagar</c:v>
                </c:pt>
                <c:pt idx="972">
                  <c:v>Addischetan Layout</c:v>
                </c:pt>
                <c:pt idx="973">
                  <c:v>Byagadadhenahalli</c:v>
                </c:pt>
                <c:pt idx="974">
                  <c:v>Kumbena Agrahara</c:v>
                </c:pt>
                <c:pt idx="975">
                  <c:v>Harappanahalli</c:v>
                </c:pt>
                <c:pt idx="976">
                  <c:v>Banashankari Stage V</c:v>
                </c:pt>
                <c:pt idx="977">
                  <c:v>Abbaiah Reddy Layout</c:v>
                </c:pt>
                <c:pt idx="978">
                  <c:v>Dommasandra</c:v>
                </c:pt>
                <c:pt idx="979">
                  <c:v>Pillanna Gardens</c:v>
                </c:pt>
                <c:pt idx="980">
                  <c:v>Gulimangala</c:v>
                </c:pt>
                <c:pt idx="981">
                  <c:v>4th Phase JP Nagar</c:v>
                </c:pt>
                <c:pt idx="982">
                  <c:v>Malur Hosur Road</c:v>
                </c:pt>
                <c:pt idx="983">
                  <c:v>Gopal Reddy Layout</c:v>
                </c:pt>
                <c:pt idx="984">
                  <c:v>Celebrity Paradise Layout</c:v>
                </c:pt>
                <c:pt idx="985">
                  <c:v>Vimanapura</c:v>
                </c:pt>
                <c:pt idx="986">
                  <c:v>Aavalahalli</c:v>
                </c:pt>
                <c:pt idx="987">
                  <c:v>Satyasaibaba Layout</c:v>
                </c:pt>
                <c:pt idx="988">
                  <c:v>Viswapriyanagar.begur Road.bommanahalli.</c:v>
                </c:pt>
                <c:pt idx="989">
                  <c:v>JCR Layout</c:v>
                </c:pt>
                <c:pt idx="990">
                  <c:v>Amrita Nagar</c:v>
                </c:pt>
                <c:pt idx="991">
                  <c:v>Sri Sai Layout</c:v>
                </c:pt>
                <c:pt idx="992">
                  <c:v>Chuchangatta Colony</c:v>
                </c:pt>
                <c:pt idx="993">
                  <c:v>Dominic Layout</c:v>
                </c:pt>
                <c:pt idx="994">
                  <c:v>Duddanahalli</c:v>
                </c:pt>
                <c:pt idx="995">
                  <c:v>Byrasandra Extension</c:v>
                </c:pt>
                <c:pt idx="996">
                  <c:v>whitefiled</c:v>
                </c:pt>
                <c:pt idx="997">
                  <c:v>Kanakapura  Rod</c:v>
                </c:pt>
                <c:pt idx="998">
                  <c:v>Kanakapura main  Road</c:v>
                </c:pt>
                <c:pt idx="999">
                  <c:v>kanakapura main road</c:v>
                </c:pt>
                <c:pt idx="1000">
                  <c:v>Vasatha Vallbha Nagar</c:v>
                </c:pt>
                <c:pt idx="1001">
                  <c:v>Madavara</c:v>
                </c:pt>
                <c:pt idx="1002">
                  <c:v>adigondanhalli</c:v>
                </c:pt>
                <c:pt idx="1003">
                  <c:v>Vasanthpura</c:v>
                </c:pt>
                <c:pt idx="1004">
                  <c:v>Vasantapura main road</c:v>
                </c:pt>
                <c:pt idx="1005">
                  <c:v>Kammasandra</c:v>
                </c:pt>
                <c:pt idx="1006">
                  <c:v>Sanne Amanikere</c:v>
                </c:pt>
                <c:pt idx="1007">
                  <c:v>Virgonagar</c:v>
                </c:pt>
                <c:pt idx="1008">
                  <c:v>Kodathi</c:v>
                </c:pt>
                <c:pt idx="1009">
                  <c:v>Hanumagiri</c:v>
                </c:pt>
                <c:pt idx="1010">
                  <c:v>Lakshmipura Vidyaanyapura</c:v>
                </c:pt>
                <c:pt idx="1011">
                  <c:v>Volagerekallahalli</c:v>
                </c:pt>
                <c:pt idx="1012">
                  <c:v>Hennagara</c:v>
                </c:pt>
                <c:pt idx="1013">
                  <c:v>Electronic city Phase 1,</c:v>
                </c:pt>
                <c:pt idx="1014">
                  <c:v>Rajanna Layout</c:v>
                </c:pt>
                <c:pt idx="1015">
                  <c:v>Iggalur</c:v>
                </c:pt>
                <c:pt idx="1016">
                  <c:v>Venkateswara Nagar</c:v>
                </c:pt>
                <c:pt idx="1017">
                  <c:v>Wajid layout thanisandra</c:v>
                </c:pt>
                <c:pt idx="1018">
                  <c:v>Ananth Nagar</c:v>
                </c:pt>
                <c:pt idx="1019">
                  <c:v>Kereguddadahalli</c:v>
                </c:pt>
                <c:pt idx="1020">
                  <c:v>Keerthi Layout</c:v>
                </c:pt>
                <c:pt idx="1021">
                  <c:v>Weavers Colony</c:v>
                </c:pt>
                <c:pt idx="1022">
                  <c:v>Shakthi Nagar</c:v>
                </c:pt>
                <c:pt idx="1023">
                  <c:v>Rajarajesheari nagar</c:v>
                </c:pt>
                <c:pt idx="1024">
                  <c:v>Raja Rajashweri Nagar</c:v>
                </c:pt>
                <c:pt idx="1025">
                  <c:v>Kenchanehalli R R Nagar</c:v>
                </c:pt>
                <c:pt idx="1026">
                  <c:v>Thirumalashettyhally</c:v>
                </c:pt>
                <c:pt idx="1027">
                  <c:v>Kothnoor Dinne</c:v>
                </c:pt>
                <c:pt idx="1028">
                  <c:v>Asthagrama Layout</c:v>
                </c:pt>
                <c:pt idx="1029">
                  <c:v>Soundarya Layout</c:v>
                </c:pt>
                <c:pt idx="1030">
                  <c:v>Bommasandra Industrial Area</c:v>
                </c:pt>
                <c:pt idx="1031">
                  <c:v>Makali</c:v>
                </c:pt>
                <c:pt idx="1032">
                  <c:v>Basavanagara</c:v>
                </c:pt>
                <c:pt idx="1033">
                  <c:v>Maruthi HBCS Layout</c:v>
                </c:pt>
                <c:pt idx="1034">
                  <c:v>Devara Jeevanahalli</c:v>
                </c:pt>
                <c:pt idx="1035">
                  <c:v>Alur</c:v>
                </c:pt>
                <c:pt idx="1036">
                  <c:v>K G Colony</c:v>
                </c:pt>
                <c:pt idx="1037">
                  <c:v>Kirloskar Layout</c:v>
                </c:pt>
                <c:pt idx="1038">
                  <c:v>Byappanahalli</c:v>
                </c:pt>
                <c:pt idx="1039">
                  <c:v>Bilal Nagar</c:v>
                </c:pt>
                <c:pt idx="1040">
                  <c:v>Chandapura</c:v>
                </c:pt>
                <c:pt idx="1041">
                  <c:v>Suryanagar</c:v>
                </c:pt>
                <c:pt idx="1042">
                  <c:v>Devasandra Extension</c:v>
                </c:pt>
                <c:pt idx="1043">
                  <c:v>Jeevanhalli</c:v>
                </c:pt>
                <c:pt idx="1044">
                  <c:v>BAGUR ROAD</c:v>
                </c:pt>
                <c:pt idx="1045">
                  <c:v>Vidhyanagar Cross</c:v>
                </c:pt>
                <c:pt idx="1046">
                  <c:v>Huskur</c:v>
                </c:pt>
                <c:pt idx="1047">
                  <c:v>2Electronic City Phase II</c:v>
                </c:pt>
                <c:pt idx="1048">
                  <c:v>Tunganagara</c:v>
                </c:pt>
                <c:pt idx="1049">
                  <c:v>Madanayakahalli</c:v>
                </c:pt>
                <c:pt idx="1050">
                  <c:v>Sir M V Nagar</c:v>
                </c:pt>
                <c:pt idx="1051">
                  <c:v>Phase 1 Kammasandra</c:v>
                </c:pt>
                <c:pt idx="1052">
                  <c:v>1 Immadihalli</c:v>
                </c:pt>
                <c:pt idx="1053">
                  <c:v>BAGUR</c:v>
                </c:pt>
                <c:pt idx="1054">
                  <c:v>Koppa</c:v>
                </c:pt>
              </c:strCache>
            </c:strRef>
          </c:cat>
          <c:val>
            <c:numRef>
              <c:f>'Average Price By location'!$B$4:$B$1059</c:f>
              <c:numCache>
                <c:formatCode>0.00</c:formatCode>
                <c:ptCount val="1055"/>
                <c:pt idx="0">
                  <c:v>10500</c:v>
                </c:pt>
                <c:pt idx="1">
                  <c:v>10416.67</c:v>
                </c:pt>
                <c:pt idx="2">
                  <c:v>10370.370000000001</c:v>
                </c:pt>
                <c:pt idx="3">
                  <c:v>10370.370000000001</c:v>
                </c:pt>
                <c:pt idx="4">
                  <c:v>10322.58</c:v>
                </c:pt>
                <c:pt idx="5">
                  <c:v>10285.709999999999</c:v>
                </c:pt>
                <c:pt idx="6">
                  <c:v>10227.27</c:v>
                </c:pt>
                <c:pt idx="7">
                  <c:v>10208.33</c:v>
                </c:pt>
                <c:pt idx="8">
                  <c:v>10058.59</c:v>
                </c:pt>
                <c:pt idx="9">
                  <c:v>10017.57</c:v>
                </c:pt>
                <c:pt idx="10">
                  <c:v>10000</c:v>
                </c:pt>
                <c:pt idx="11">
                  <c:v>10000</c:v>
                </c:pt>
                <c:pt idx="12">
                  <c:v>10000</c:v>
                </c:pt>
                <c:pt idx="13">
                  <c:v>10000</c:v>
                </c:pt>
                <c:pt idx="14">
                  <c:v>10000</c:v>
                </c:pt>
                <c:pt idx="15">
                  <c:v>10000</c:v>
                </c:pt>
                <c:pt idx="16">
                  <c:v>10000</c:v>
                </c:pt>
                <c:pt idx="17">
                  <c:v>9896.42</c:v>
                </c:pt>
                <c:pt idx="18">
                  <c:v>9821.7000000000007</c:v>
                </c:pt>
                <c:pt idx="19">
                  <c:v>9720.5300000000007</c:v>
                </c:pt>
                <c:pt idx="20">
                  <c:v>9714.2900000000009</c:v>
                </c:pt>
                <c:pt idx="21">
                  <c:v>9700</c:v>
                </c:pt>
                <c:pt idx="22">
                  <c:v>9676.8924999999999</c:v>
                </c:pt>
                <c:pt idx="23">
                  <c:v>9638.5499999999993</c:v>
                </c:pt>
                <c:pt idx="24">
                  <c:v>9605.4485714285711</c:v>
                </c:pt>
                <c:pt idx="25">
                  <c:v>9583.33</c:v>
                </c:pt>
                <c:pt idx="26">
                  <c:v>9523.81</c:v>
                </c:pt>
                <c:pt idx="27">
                  <c:v>9459.4599999999991</c:v>
                </c:pt>
                <c:pt idx="28">
                  <c:v>9419.1899999999987</c:v>
                </c:pt>
                <c:pt idx="29">
                  <c:v>9404.76</c:v>
                </c:pt>
                <c:pt idx="30">
                  <c:v>9395.9699999999993</c:v>
                </c:pt>
                <c:pt idx="31">
                  <c:v>9393.94</c:v>
                </c:pt>
                <c:pt idx="32">
                  <c:v>9371.8649999999998</c:v>
                </c:pt>
                <c:pt idx="33">
                  <c:v>9319.5633333333335</c:v>
                </c:pt>
                <c:pt idx="34">
                  <c:v>9260.0720000000001</c:v>
                </c:pt>
                <c:pt idx="35">
                  <c:v>9200</c:v>
                </c:pt>
                <c:pt idx="36">
                  <c:v>9166.67</c:v>
                </c:pt>
                <c:pt idx="37">
                  <c:v>9166.67</c:v>
                </c:pt>
                <c:pt idx="38">
                  <c:v>9166.67</c:v>
                </c:pt>
                <c:pt idx="39">
                  <c:v>9154.0400000000009</c:v>
                </c:pt>
                <c:pt idx="40">
                  <c:v>9091.83</c:v>
                </c:pt>
                <c:pt idx="41">
                  <c:v>9000</c:v>
                </c:pt>
                <c:pt idx="42">
                  <c:v>8969.94</c:v>
                </c:pt>
                <c:pt idx="43">
                  <c:v>8944.4449999999997</c:v>
                </c:pt>
                <c:pt idx="44">
                  <c:v>8864.9</c:v>
                </c:pt>
                <c:pt idx="45">
                  <c:v>8846.15</c:v>
                </c:pt>
                <c:pt idx="46">
                  <c:v>8844.3409090909099</c:v>
                </c:pt>
                <c:pt idx="47">
                  <c:v>8838.0450000000001</c:v>
                </c:pt>
                <c:pt idx="48">
                  <c:v>8833.3349999999991</c:v>
                </c:pt>
                <c:pt idx="49">
                  <c:v>8823.5300000000007</c:v>
                </c:pt>
                <c:pt idx="50">
                  <c:v>8823.5300000000007</c:v>
                </c:pt>
                <c:pt idx="51">
                  <c:v>8761.4111111111124</c:v>
                </c:pt>
                <c:pt idx="52">
                  <c:v>8751.0614285714273</c:v>
                </c:pt>
                <c:pt idx="53">
                  <c:v>8750</c:v>
                </c:pt>
                <c:pt idx="54">
                  <c:v>8727.0920000000006</c:v>
                </c:pt>
                <c:pt idx="55">
                  <c:v>8708.3349999999991</c:v>
                </c:pt>
                <c:pt idx="56">
                  <c:v>8670.52</c:v>
                </c:pt>
                <c:pt idx="57">
                  <c:v>8636.36</c:v>
                </c:pt>
                <c:pt idx="58">
                  <c:v>8633.09</c:v>
                </c:pt>
                <c:pt idx="59">
                  <c:v>8571.43</c:v>
                </c:pt>
                <c:pt idx="60">
                  <c:v>8568.0049999999992</c:v>
                </c:pt>
                <c:pt idx="61">
                  <c:v>8534.85</c:v>
                </c:pt>
                <c:pt idx="62">
                  <c:v>8526.32</c:v>
                </c:pt>
                <c:pt idx="63">
                  <c:v>8503.1519230769227</c:v>
                </c:pt>
                <c:pt idx="64">
                  <c:v>8484.85</c:v>
                </c:pt>
                <c:pt idx="65">
                  <c:v>8471.4771428571439</c:v>
                </c:pt>
                <c:pt idx="66">
                  <c:v>8433.73</c:v>
                </c:pt>
                <c:pt idx="67">
                  <c:v>8407.8950000000004</c:v>
                </c:pt>
                <c:pt idx="68">
                  <c:v>8403.36</c:v>
                </c:pt>
                <c:pt idx="69">
                  <c:v>8367.3347058823529</c:v>
                </c:pt>
                <c:pt idx="70">
                  <c:v>8333.33</c:v>
                </c:pt>
                <c:pt idx="71">
                  <c:v>8333.33</c:v>
                </c:pt>
                <c:pt idx="72">
                  <c:v>8333.33</c:v>
                </c:pt>
                <c:pt idx="73">
                  <c:v>8329.1937499999985</c:v>
                </c:pt>
                <c:pt idx="74">
                  <c:v>8321.2566666666662</c:v>
                </c:pt>
                <c:pt idx="75">
                  <c:v>8300</c:v>
                </c:pt>
                <c:pt idx="76">
                  <c:v>8300</c:v>
                </c:pt>
                <c:pt idx="77">
                  <c:v>8281.4000000000015</c:v>
                </c:pt>
                <c:pt idx="78">
                  <c:v>8271.2999999999993</c:v>
                </c:pt>
                <c:pt idx="79">
                  <c:v>8246.4599999999991</c:v>
                </c:pt>
                <c:pt idx="80">
                  <c:v>8231.6266666666652</c:v>
                </c:pt>
                <c:pt idx="81">
                  <c:v>8217.6350000000002</c:v>
                </c:pt>
                <c:pt idx="82">
                  <c:v>8214.1350000000002</c:v>
                </c:pt>
                <c:pt idx="83">
                  <c:v>8181.82</c:v>
                </c:pt>
                <c:pt idx="84">
                  <c:v>8176.56</c:v>
                </c:pt>
                <c:pt idx="85">
                  <c:v>8163.27</c:v>
                </c:pt>
                <c:pt idx="86">
                  <c:v>8130.079999999999</c:v>
                </c:pt>
                <c:pt idx="87">
                  <c:v>8119.66</c:v>
                </c:pt>
                <c:pt idx="88">
                  <c:v>8081.26</c:v>
                </c:pt>
                <c:pt idx="89">
                  <c:v>8073.5362499999992</c:v>
                </c:pt>
                <c:pt idx="90">
                  <c:v>8064.52</c:v>
                </c:pt>
                <c:pt idx="91">
                  <c:v>8051.1425000000008</c:v>
                </c:pt>
                <c:pt idx="92">
                  <c:v>8040.4930769230768</c:v>
                </c:pt>
                <c:pt idx="93">
                  <c:v>8036.81</c:v>
                </c:pt>
                <c:pt idx="94">
                  <c:v>8026.76</c:v>
                </c:pt>
                <c:pt idx="95">
                  <c:v>8015.2395238095251</c:v>
                </c:pt>
                <c:pt idx="96">
                  <c:v>8013.5599999999995</c:v>
                </c:pt>
                <c:pt idx="97">
                  <c:v>8000</c:v>
                </c:pt>
                <c:pt idx="98">
                  <c:v>8000</c:v>
                </c:pt>
                <c:pt idx="99">
                  <c:v>7999.3833333333323</c:v>
                </c:pt>
                <c:pt idx="100">
                  <c:v>7975.46</c:v>
                </c:pt>
                <c:pt idx="101">
                  <c:v>7939.42</c:v>
                </c:pt>
                <c:pt idx="102">
                  <c:v>7925.93</c:v>
                </c:pt>
                <c:pt idx="103">
                  <c:v>7916.67</c:v>
                </c:pt>
                <c:pt idx="104">
                  <c:v>7916.67</c:v>
                </c:pt>
                <c:pt idx="105">
                  <c:v>7897.0939999999991</c:v>
                </c:pt>
                <c:pt idx="106">
                  <c:v>7892.8549999999996</c:v>
                </c:pt>
                <c:pt idx="107">
                  <c:v>7885.235294117645</c:v>
                </c:pt>
                <c:pt idx="108">
                  <c:v>7881.7150000000001</c:v>
                </c:pt>
                <c:pt idx="109">
                  <c:v>7878.0328571428563</c:v>
                </c:pt>
                <c:pt idx="110">
                  <c:v>7866.666666666667</c:v>
                </c:pt>
                <c:pt idx="111">
                  <c:v>7812.5</c:v>
                </c:pt>
                <c:pt idx="112">
                  <c:v>7777.78</c:v>
                </c:pt>
                <c:pt idx="113">
                  <c:v>7777.78</c:v>
                </c:pt>
                <c:pt idx="114">
                  <c:v>7772.02</c:v>
                </c:pt>
                <c:pt idx="115">
                  <c:v>7717.93</c:v>
                </c:pt>
                <c:pt idx="116">
                  <c:v>7675.9757142857143</c:v>
                </c:pt>
                <c:pt idx="117">
                  <c:v>7664.6046666666662</c:v>
                </c:pt>
                <c:pt idx="118">
                  <c:v>7640.53</c:v>
                </c:pt>
                <c:pt idx="119">
                  <c:v>7636.36</c:v>
                </c:pt>
                <c:pt idx="120">
                  <c:v>7572.89</c:v>
                </c:pt>
                <c:pt idx="121">
                  <c:v>7556.68</c:v>
                </c:pt>
                <c:pt idx="122">
                  <c:v>7546.6200000000008</c:v>
                </c:pt>
                <c:pt idx="123">
                  <c:v>7516.0249999999996</c:v>
                </c:pt>
                <c:pt idx="124">
                  <c:v>7500</c:v>
                </c:pt>
                <c:pt idx="125">
                  <c:v>7500</c:v>
                </c:pt>
                <c:pt idx="126">
                  <c:v>7500</c:v>
                </c:pt>
                <c:pt idx="127">
                  <c:v>7500</c:v>
                </c:pt>
                <c:pt idx="128">
                  <c:v>7500</c:v>
                </c:pt>
                <c:pt idx="129">
                  <c:v>7500</c:v>
                </c:pt>
                <c:pt idx="130">
                  <c:v>7500</c:v>
                </c:pt>
                <c:pt idx="131">
                  <c:v>7492.5249999999996</c:v>
                </c:pt>
                <c:pt idx="132">
                  <c:v>7456.61</c:v>
                </c:pt>
                <c:pt idx="133">
                  <c:v>7449.4265789473702</c:v>
                </c:pt>
                <c:pt idx="134">
                  <c:v>7407.41</c:v>
                </c:pt>
                <c:pt idx="135">
                  <c:v>7351.35</c:v>
                </c:pt>
                <c:pt idx="136">
                  <c:v>7333.335</c:v>
                </c:pt>
                <c:pt idx="137">
                  <c:v>7328.501666666667</c:v>
                </c:pt>
                <c:pt idx="138">
                  <c:v>7305.4357142857143</c:v>
                </c:pt>
                <c:pt idx="139">
                  <c:v>7298.3389830508459</c:v>
                </c:pt>
                <c:pt idx="140">
                  <c:v>7291.1960000000008</c:v>
                </c:pt>
                <c:pt idx="141">
                  <c:v>7288.71</c:v>
                </c:pt>
                <c:pt idx="142">
                  <c:v>7281.55</c:v>
                </c:pt>
                <c:pt idx="143">
                  <c:v>7277.63</c:v>
                </c:pt>
                <c:pt idx="144">
                  <c:v>7272.73</c:v>
                </c:pt>
                <c:pt idx="145">
                  <c:v>7266.8433333333332</c:v>
                </c:pt>
                <c:pt idx="146">
                  <c:v>7250</c:v>
                </c:pt>
                <c:pt idx="147">
                  <c:v>7246.1749999999993</c:v>
                </c:pt>
                <c:pt idx="148">
                  <c:v>7224.715714285715</c:v>
                </c:pt>
                <c:pt idx="149">
                  <c:v>7222.22</c:v>
                </c:pt>
                <c:pt idx="150">
                  <c:v>7222.22</c:v>
                </c:pt>
                <c:pt idx="151">
                  <c:v>7210.8214285714284</c:v>
                </c:pt>
                <c:pt idx="152">
                  <c:v>7210.03</c:v>
                </c:pt>
                <c:pt idx="153">
                  <c:v>7208.333333333333</c:v>
                </c:pt>
                <c:pt idx="154">
                  <c:v>7200</c:v>
                </c:pt>
                <c:pt idx="155">
                  <c:v>7197.1606666666667</c:v>
                </c:pt>
                <c:pt idx="156">
                  <c:v>7187.5</c:v>
                </c:pt>
                <c:pt idx="157">
                  <c:v>7166.9400000000005</c:v>
                </c:pt>
                <c:pt idx="158">
                  <c:v>7166.665</c:v>
                </c:pt>
                <c:pt idx="159">
                  <c:v>7160.27</c:v>
                </c:pt>
                <c:pt idx="160">
                  <c:v>7156.8</c:v>
                </c:pt>
                <c:pt idx="161">
                  <c:v>7143.83</c:v>
                </c:pt>
                <c:pt idx="162">
                  <c:v>7138.8899999999994</c:v>
                </c:pt>
                <c:pt idx="163">
                  <c:v>7128.4733333333324</c:v>
                </c:pt>
                <c:pt idx="164">
                  <c:v>7096.77</c:v>
                </c:pt>
                <c:pt idx="165">
                  <c:v>7094.21</c:v>
                </c:pt>
                <c:pt idx="166">
                  <c:v>7090.8233333333337</c:v>
                </c:pt>
                <c:pt idx="167">
                  <c:v>7088.9877142857149</c:v>
                </c:pt>
                <c:pt idx="168">
                  <c:v>7085.9900000000007</c:v>
                </c:pt>
                <c:pt idx="169">
                  <c:v>7083.335</c:v>
                </c:pt>
                <c:pt idx="170">
                  <c:v>7083.33</c:v>
                </c:pt>
                <c:pt idx="171">
                  <c:v>7083.33</c:v>
                </c:pt>
                <c:pt idx="172">
                  <c:v>7083.33</c:v>
                </c:pt>
                <c:pt idx="173">
                  <c:v>7081.814666666668</c:v>
                </c:pt>
                <c:pt idx="174">
                  <c:v>7075.1133333333337</c:v>
                </c:pt>
                <c:pt idx="175">
                  <c:v>7062.6128571428571</c:v>
                </c:pt>
                <c:pt idx="176">
                  <c:v>7023.81</c:v>
                </c:pt>
                <c:pt idx="177">
                  <c:v>7004.2166666666672</c:v>
                </c:pt>
                <c:pt idx="178">
                  <c:v>7000</c:v>
                </c:pt>
                <c:pt idx="179">
                  <c:v>6990.329999999999</c:v>
                </c:pt>
                <c:pt idx="180">
                  <c:v>6987.5749999999998</c:v>
                </c:pt>
                <c:pt idx="181">
                  <c:v>6977.3099999999995</c:v>
                </c:pt>
                <c:pt idx="182">
                  <c:v>6969.1175000000003</c:v>
                </c:pt>
                <c:pt idx="183">
                  <c:v>6968.9800000000005</c:v>
                </c:pt>
                <c:pt idx="184">
                  <c:v>6961.7900000000009</c:v>
                </c:pt>
                <c:pt idx="185">
                  <c:v>6959.4866666666667</c:v>
                </c:pt>
                <c:pt idx="186">
                  <c:v>6958.3626666666669</c:v>
                </c:pt>
                <c:pt idx="187">
                  <c:v>6956.52</c:v>
                </c:pt>
                <c:pt idx="188">
                  <c:v>6933.33</c:v>
                </c:pt>
                <c:pt idx="189">
                  <c:v>6924.3049999999994</c:v>
                </c:pt>
                <c:pt idx="190">
                  <c:v>6923.08</c:v>
                </c:pt>
                <c:pt idx="191">
                  <c:v>6896.55</c:v>
                </c:pt>
                <c:pt idx="192">
                  <c:v>6893.94</c:v>
                </c:pt>
                <c:pt idx="193">
                  <c:v>6885.415</c:v>
                </c:pt>
                <c:pt idx="194">
                  <c:v>6883.8760000000011</c:v>
                </c:pt>
                <c:pt idx="195">
                  <c:v>6878.5466666666662</c:v>
                </c:pt>
                <c:pt idx="196">
                  <c:v>6877.32</c:v>
                </c:pt>
                <c:pt idx="197">
                  <c:v>6875</c:v>
                </c:pt>
                <c:pt idx="198">
                  <c:v>6872.5779999999995</c:v>
                </c:pt>
                <c:pt idx="199">
                  <c:v>6866.9185714285713</c:v>
                </c:pt>
                <c:pt idx="200">
                  <c:v>6864.15</c:v>
                </c:pt>
                <c:pt idx="201">
                  <c:v>6853.07</c:v>
                </c:pt>
                <c:pt idx="202">
                  <c:v>6851.85</c:v>
                </c:pt>
                <c:pt idx="203">
                  <c:v>6844.11</c:v>
                </c:pt>
                <c:pt idx="204">
                  <c:v>6837.52</c:v>
                </c:pt>
                <c:pt idx="205">
                  <c:v>6832.2952380952383</c:v>
                </c:pt>
                <c:pt idx="206">
                  <c:v>6822.1149999999998</c:v>
                </c:pt>
                <c:pt idx="207">
                  <c:v>6818.18</c:v>
                </c:pt>
                <c:pt idx="208">
                  <c:v>6800</c:v>
                </c:pt>
                <c:pt idx="209">
                  <c:v>6790.12</c:v>
                </c:pt>
                <c:pt idx="210">
                  <c:v>6778.04</c:v>
                </c:pt>
                <c:pt idx="211">
                  <c:v>6770.01</c:v>
                </c:pt>
                <c:pt idx="212">
                  <c:v>6756.1924999999992</c:v>
                </c:pt>
                <c:pt idx="213">
                  <c:v>6747.4</c:v>
                </c:pt>
                <c:pt idx="214">
                  <c:v>6741.02</c:v>
                </c:pt>
                <c:pt idx="215">
                  <c:v>6739.13</c:v>
                </c:pt>
                <c:pt idx="216">
                  <c:v>6737.8361538461531</c:v>
                </c:pt>
                <c:pt idx="217">
                  <c:v>6723.4</c:v>
                </c:pt>
                <c:pt idx="218">
                  <c:v>6717.085</c:v>
                </c:pt>
                <c:pt idx="219">
                  <c:v>6712.9916666666659</c:v>
                </c:pt>
                <c:pt idx="220">
                  <c:v>6704.47</c:v>
                </c:pt>
                <c:pt idx="221">
                  <c:v>6699.8987999999999</c:v>
                </c:pt>
                <c:pt idx="222">
                  <c:v>6694.0128571428568</c:v>
                </c:pt>
                <c:pt idx="223">
                  <c:v>6693.88</c:v>
                </c:pt>
                <c:pt idx="224">
                  <c:v>6677.6714285714279</c:v>
                </c:pt>
                <c:pt idx="225">
                  <c:v>6668.0055555555555</c:v>
                </c:pt>
                <c:pt idx="226">
                  <c:v>6666.67</c:v>
                </c:pt>
                <c:pt idx="227">
                  <c:v>6666.67</c:v>
                </c:pt>
                <c:pt idx="228">
                  <c:v>6666.67</c:v>
                </c:pt>
                <c:pt idx="229">
                  <c:v>6666.67</c:v>
                </c:pt>
                <c:pt idx="230">
                  <c:v>6661.19</c:v>
                </c:pt>
                <c:pt idx="231">
                  <c:v>6657.9049999999997</c:v>
                </c:pt>
                <c:pt idx="232">
                  <c:v>6639.0511111111109</c:v>
                </c:pt>
                <c:pt idx="233">
                  <c:v>6638.5700000000015</c:v>
                </c:pt>
                <c:pt idx="234">
                  <c:v>6631.15</c:v>
                </c:pt>
                <c:pt idx="235">
                  <c:v>6625.3331690140876</c:v>
                </c:pt>
                <c:pt idx="236">
                  <c:v>6618.7233333333324</c:v>
                </c:pt>
                <c:pt idx="237">
                  <c:v>6613.5256521739129</c:v>
                </c:pt>
                <c:pt idx="238">
                  <c:v>6608.9148888888885</c:v>
                </c:pt>
                <c:pt idx="239">
                  <c:v>6593.75</c:v>
                </c:pt>
                <c:pt idx="240">
                  <c:v>6585.586666666667</c:v>
                </c:pt>
                <c:pt idx="241">
                  <c:v>6583.7791666666672</c:v>
                </c:pt>
                <c:pt idx="242">
                  <c:v>6583.335</c:v>
                </c:pt>
                <c:pt idx="243">
                  <c:v>6576.6374999999998</c:v>
                </c:pt>
                <c:pt idx="244">
                  <c:v>6573.0336363636361</c:v>
                </c:pt>
                <c:pt idx="245">
                  <c:v>6568.09</c:v>
                </c:pt>
                <c:pt idx="246">
                  <c:v>6560.4693333333325</c:v>
                </c:pt>
                <c:pt idx="247">
                  <c:v>6557.4966666666669</c:v>
                </c:pt>
                <c:pt idx="248">
                  <c:v>6547.358888888888</c:v>
                </c:pt>
                <c:pt idx="249">
                  <c:v>6533.33</c:v>
                </c:pt>
                <c:pt idx="250">
                  <c:v>6519.34</c:v>
                </c:pt>
                <c:pt idx="251">
                  <c:v>6518.99</c:v>
                </c:pt>
                <c:pt idx="252">
                  <c:v>6505.4066666666668</c:v>
                </c:pt>
                <c:pt idx="253">
                  <c:v>6504.6500000000005</c:v>
                </c:pt>
                <c:pt idx="254">
                  <c:v>6500.35</c:v>
                </c:pt>
                <c:pt idx="255">
                  <c:v>6500</c:v>
                </c:pt>
                <c:pt idx="256">
                  <c:v>6500</c:v>
                </c:pt>
                <c:pt idx="257">
                  <c:v>6500</c:v>
                </c:pt>
                <c:pt idx="258">
                  <c:v>6494.17</c:v>
                </c:pt>
                <c:pt idx="259">
                  <c:v>6494.0085714285724</c:v>
                </c:pt>
                <c:pt idx="260">
                  <c:v>6484.8256410256408</c:v>
                </c:pt>
                <c:pt idx="261">
                  <c:v>6484.5183333333334</c:v>
                </c:pt>
                <c:pt idx="262">
                  <c:v>6456.5566666666664</c:v>
                </c:pt>
                <c:pt idx="263">
                  <c:v>6451.079999999999</c:v>
                </c:pt>
                <c:pt idx="264">
                  <c:v>6444.0150000000003</c:v>
                </c:pt>
                <c:pt idx="265">
                  <c:v>6426.3152083333343</c:v>
                </c:pt>
                <c:pt idx="266">
                  <c:v>6407.1469230769226</c:v>
                </c:pt>
                <c:pt idx="267">
                  <c:v>6400</c:v>
                </c:pt>
                <c:pt idx="268">
                  <c:v>6390.9939473684217</c:v>
                </c:pt>
                <c:pt idx="269">
                  <c:v>6375</c:v>
                </c:pt>
                <c:pt idx="270">
                  <c:v>6364.38</c:v>
                </c:pt>
                <c:pt idx="271">
                  <c:v>6346.5550000000003</c:v>
                </c:pt>
                <c:pt idx="272">
                  <c:v>6341.7162499999986</c:v>
                </c:pt>
                <c:pt idx="273">
                  <c:v>6341.46</c:v>
                </c:pt>
                <c:pt idx="274">
                  <c:v>6339.9549999999999</c:v>
                </c:pt>
                <c:pt idx="275">
                  <c:v>6333.33</c:v>
                </c:pt>
                <c:pt idx="276">
                  <c:v>6330.8225000000002</c:v>
                </c:pt>
                <c:pt idx="277">
                  <c:v>6325.3</c:v>
                </c:pt>
                <c:pt idx="278">
                  <c:v>6323.0500000000011</c:v>
                </c:pt>
                <c:pt idx="279">
                  <c:v>6320.1900000000005</c:v>
                </c:pt>
                <c:pt idx="280">
                  <c:v>6319.8469230769242</c:v>
                </c:pt>
                <c:pt idx="281">
                  <c:v>6315.1283333333331</c:v>
                </c:pt>
                <c:pt idx="282">
                  <c:v>6311.2</c:v>
                </c:pt>
                <c:pt idx="283">
                  <c:v>6305.19</c:v>
                </c:pt>
                <c:pt idx="284">
                  <c:v>6296.3</c:v>
                </c:pt>
                <c:pt idx="285">
                  <c:v>6296.3</c:v>
                </c:pt>
                <c:pt idx="286">
                  <c:v>6295.95</c:v>
                </c:pt>
                <c:pt idx="287">
                  <c:v>6289.44</c:v>
                </c:pt>
                <c:pt idx="288">
                  <c:v>6287.5914000000012</c:v>
                </c:pt>
                <c:pt idx="289">
                  <c:v>6283.03</c:v>
                </c:pt>
                <c:pt idx="290">
                  <c:v>6272.0633333333326</c:v>
                </c:pt>
                <c:pt idx="291">
                  <c:v>6271.19</c:v>
                </c:pt>
                <c:pt idx="292">
                  <c:v>6268.670000000001</c:v>
                </c:pt>
                <c:pt idx="293">
                  <c:v>6267.0450000000001</c:v>
                </c:pt>
                <c:pt idx="294">
                  <c:v>6250</c:v>
                </c:pt>
                <c:pt idx="295">
                  <c:v>6250</c:v>
                </c:pt>
                <c:pt idx="296">
                  <c:v>6250</c:v>
                </c:pt>
                <c:pt idx="297">
                  <c:v>6250</c:v>
                </c:pt>
                <c:pt idx="298">
                  <c:v>6250</c:v>
                </c:pt>
                <c:pt idx="299">
                  <c:v>6250</c:v>
                </c:pt>
                <c:pt idx="300">
                  <c:v>6250</c:v>
                </c:pt>
                <c:pt idx="301">
                  <c:v>6250</c:v>
                </c:pt>
                <c:pt idx="302">
                  <c:v>6250</c:v>
                </c:pt>
                <c:pt idx="303">
                  <c:v>6239.5066666666671</c:v>
                </c:pt>
                <c:pt idx="304">
                  <c:v>6233.77</c:v>
                </c:pt>
                <c:pt idx="305">
                  <c:v>6211.0683333333336</c:v>
                </c:pt>
                <c:pt idx="306">
                  <c:v>6200</c:v>
                </c:pt>
                <c:pt idx="307">
                  <c:v>6189.5166666666664</c:v>
                </c:pt>
                <c:pt idx="308">
                  <c:v>6185.8950000000004</c:v>
                </c:pt>
                <c:pt idx="309">
                  <c:v>6181.82</c:v>
                </c:pt>
                <c:pt idx="310">
                  <c:v>6179.9146874999979</c:v>
                </c:pt>
                <c:pt idx="311">
                  <c:v>6179.78</c:v>
                </c:pt>
                <c:pt idx="312">
                  <c:v>6172.84</c:v>
                </c:pt>
                <c:pt idx="313">
                  <c:v>6166.67</c:v>
                </c:pt>
                <c:pt idx="314">
                  <c:v>6166.665</c:v>
                </c:pt>
                <c:pt idx="315">
                  <c:v>6166.0950000000003</c:v>
                </c:pt>
                <c:pt idx="316">
                  <c:v>6164.02</c:v>
                </c:pt>
                <c:pt idx="317">
                  <c:v>6130.95</c:v>
                </c:pt>
                <c:pt idx="318">
                  <c:v>6117.99</c:v>
                </c:pt>
                <c:pt idx="319">
                  <c:v>6111.5628888888896</c:v>
                </c:pt>
                <c:pt idx="320">
                  <c:v>6101.8499999999995</c:v>
                </c:pt>
                <c:pt idx="321">
                  <c:v>6099.8567999999977</c:v>
                </c:pt>
                <c:pt idx="322">
                  <c:v>6083.7975000000006</c:v>
                </c:pt>
                <c:pt idx="323">
                  <c:v>6081.8175000000001</c:v>
                </c:pt>
                <c:pt idx="324">
                  <c:v>6052.2799999999988</c:v>
                </c:pt>
                <c:pt idx="325">
                  <c:v>6046.8246153846167</c:v>
                </c:pt>
                <c:pt idx="326">
                  <c:v>6045.2166666666662</c:v>
                </c:pt>
                <c:pt idx="327">
                  <c:v>6041.42</c:v>
                </c:pt>
                <c:pt idx="328">
                  <c:v>6032.52</c:v>
                </c:pt>
                <c:pt idx="329">
                  <c:v>6017.7</c:v>
                </c:pt>
                <c:pt idx="330">
                  <c:v>6017.1419999999998</c:v>
                </c:pt>
                <c:pt idx="331">
                  <c:v>6015.91</c:v>
                </c:pt>
                <c:pt idx="332">
                  <c:v>6015.04</c:v>
                </c:pt>
                <c:pt idx="333">
                  <c:v>6008.55</c:v>
                </c:pt>
                <c:pt idx="334">
                  <c:v>6007.75</c:v>
                </c:pt>
                <c:pt idx="335">
                  <c:v>6007.3649999999998</c:v>
                </c:pt>
                <c:pt idx="336">
                  <c:v>6006.83</c:v>
                </c:pt>
                <c:pt idx="337">
                  <c:v>6005.22</c:v>
                </c:pt>
                <c:pt idx="338">
                  <c:v>6000</c:v>
                </c:pt>
                <c:pt idx="339">
                  <c:v>6000</c:v>
                </c:pt>
                <c:pt idx="340">
                  <c:v>6000</c:v>
                </c:pt>
                <c:pt idx="341">
                  <c:v>6000</c:v>
                </c:pt>
                <c:pt idx="342">
                  <c:v>5998.33</c:v>
                </c:pt>
                <c:pt idx="343">
                  <c:v>5993.15</c:v>
                </c:pt>
                <c:pt idx="344">
                  <c:v>5990.397142857144</c:v>
                </c:pt>
                <c:pt idx="345">
                  <c:v>5982.8928571428569</c:v>
                </c:pt>
                <c:pt idx="346">
                  <c:v>5981.7359090909076</c:v>
                </c:pt>
                <c:pt idx="347">
                  <c:v>5977.8257142857137</c:v>
                </c:pt>
                <c:pt idx="348">
                  <c:v>5958.9</c:v>
                </c:pt>
                <c:pt idx="349">
                  <c:v>5958.0266666666676</c:v>
                </c:pt>
                <c:pt idx="350">
                  <c:v>5957.45</c:v>
                </c:pt>
                <c:pt idx="351">
                  <c:v>5949.3675000000003</c:v>
                </c:pt>
                <c:pt idx="352">
                  <c:v>5937.5</c:v>
                </c:pt>
                <c:pt idx="353">
                  <c:v>5926.4666666666662</c:v>
                </c:pt>
                <c:pt idx="354">
                  <c:v>5925.93</c:v>
                </c:pt>
                <c:pt idx="355">
                  <c:v>5923.7623809523811</c:v>
                </c:pt>
                <c:pt idx="356">
                  <c:v>5922.057826086957</c:v>
                </c:pt>
                <c:pt idx="357">
                  <c:v>5917.16</c:v>
                </c:pt>
                <c:pt idx="358">
                  <c:v>5911.7449999999999</c:v>
                </c:pt>
                <c:pt idx="359">
                  <c:v>5907.274146341465</c:v>
                </c:pt>
                <c:pt idx="360">
                  <c:v>5905.6850000000004</c:v>
                </c:pt>
                <c:pt idx="361">
                  <c:v>5900.29</c:v>
                </c:pt>
                <c:pt idx="362">
                  <c:v>5899.9049999999997</c:v>
                </c:pt>
                <c:pt idx="363">
                  <c:v>5894.2094117647066</c:v>
                </c:pt>
                <c:pt idx="364">
                  <c:v>5892.5780000000004</c:v>
                </c:pt>
                <c:pt idx="365">
                  <c:v>5886.3649999999998</c:v>
                </c:pt>
                <c:pt idx="366">
                  <c:v>5886.1500000000005</c:v>
                </c:pt>
                <c:pt idx="367">
                  <c:v>5886.0050000000001</c:v>
                </c:pt>
                <c:pt idx="368">
                  <c:v>5882.5749999999998</c:v>
                </c:pt>
                <c:pt idx="369">
                  <c:v>5882.35</c:v>
                </c:pt>
                <c:pt idx="370">
                  <c:v>5874.6450000000004</c:v>
                </c:pt>
                <c:pt idx="371">
                  <c:v>5872.2233333333324</c:v>
                </c:pt>
                <c:pt idx="372">
                  <c:v>5870.7128260869558</c:v>
                </c:pt>
                <c:pt idx="373">
                  <c:v>5866.67</c:v>
                </c:pt>
                <c:pt idx="374">
                  <c:v>5864.2666666666664</c:v>
                </c:pt>
                <c:pt idx="375">
                  <c:v>5857.14</c:v>
                </c:pt>
                <c:pt idx="376">
                  <c:v>5855.9833333333336</c:v>
                </c:pt>
                <c:pt idx="377">
                  <c:v>5849.06</c:v>
                </c:pt>
                <c:pt idx="378">
                  <c:v>5846.8671874999991</c:v>
                </c:pt>
                <c:pt idx="379">
                  <c:v>5843.77</c:v>
                </c:pt>
                <c:pt idx="380">
                  <c:v>5839.94</c:v>
                </c:pt>
                <c:pt idx="381">
                  <c:v>5833.335</c:v>
                </c:pt>
                <c:pt idx="382">
                  <c:v>5833.33</c:v>
                </c:pt>
                <c:pt idx="383">
                  <c:v>5833.33</c:v>
                </c:pt>
                <c:pt idx="384">
                  <c:v>5822.1224999999995</c:v>
                </c:pt>
                <c:pt idx="385">
                  <c:v>5807.4850000000006</c:v>
                </c:pt>
                <c:pt idx="386">
                  <c:v>5806.2340000000004</c:v>
                </c:pt>
                <c:pt idx="387">
                  <c:v>5803.2944444444447</c:v>
                </c:pt>
                <c:pt idx="388">
                  <c:v>5800</c:v>
                </c:pt>
                <c:pt idx="389">
                  <c:v>5800</c:v>
                </c:pt>
                <c:pt idx="390">
                  <c:v>5799.9807189542471</c:v>
                </c:pt>
                <c:pt idx="391">
                  <c:v>5782.0149999999994</c:v>
                </c:pt>
                <c:pt idx="392">
                  <c:v>5776.7678571428569</c:v>
                </c:pt>
                <c:pt idx="393">
                  <c:v>5775.6859999999997</c:v>
                </c:pt>
                <c:pt idx="394">
                  <c:v>5773.7060000000001</c:v>
                </c:pt>
                <c:pt idx="395">
                  <c:v>5772.7075000000004</c:v>
                </c:pt>
                <c:pt idx="396">
                  <c:v>5769.8814084507057</c:v>
                </c:pt>
                <c:pt idx="397">
                  <c:v>5769.7372727272732</c:v>
                </c:pt>
                <c:pt idx="398">
                  <c:v>5769.0524999999998</c:v>
                </c:pt>
                <c:pt idx="399">
                  <c:v>5768.92</c:v>
                </c:pt>
                <c:pt idx="400">
                  <c:v>5759.4049999999997</c:v>
                </c:pt>
                <c:pt idx="401">
                  <c:v>5746.2766666666657</c:v>
                </c:pt>
                <c:pt idx="402">
                  <c:v>5746.27</c:v>
                </c:pt>
                <c:pt idx="403">
                  <c:v>5745.6100000000006</c:v>
                </c:pt>
                <c:pt idx="404">
                  <c:v>5739.7659999999996</c:v>
                </c:pt>
                <c:pt idx="405">
                  <c:v>5738.8520000000008</c:v>
                </c:pt>
                <c:pt idx="406">
                  <c:v>5727.5650000000005</c:v>
                </c:pt>
                <c:pt idx="407">
                  <c:v>5715.9981844380391</c:v>
                </c:pt>
                <c:pt idx="408">
                  <c:v>5700</c:v>
                </c:pt>
                <c:pt idx="409">
                  <c:v>5699.7972727272727</c:v>
                </c:pt>
                <c:pt idx="410">
                  <c:v>5694.4205882352944</c:v>
                </c:pt>
                <c:pt idx="411">
                  <c:v>5690.8181818181811</c:v>
                </c:pt>
                <c:pt idx="412">
                  <c:v>5686.62</c:v>
                </c:pt>
                <c:pt idx="413">
                  <c:v>5683.5028571428566</c:v>
                </c:pt>
                <c:pt idx="414">
                  <c:v>5676.6949999999997</c:v>
                </c:pt>
                <c:pt idx="415">
                  <c:v>5674.956666666666</c:v>
                </c:pt>
                <c:pt idx="416">
                  <c:v>5668.3649999999998</c:v>
                </c:pt>
                <c:pt idx="417">
                  <c:v>5668.0755555555552</c:v>
                </c:pt>
                <c:pt idx="418">
                  <c:v>5666.67</c:v>
                </c:pt>
                <c:pt idx="419">
                  <c:v>5666.67</c:v>
                </c:pt>
                <c:pt idx="420">
                  <c:v>5663.5662499999989</c:v>
                </c:pt>
                <c:pt idx="421">
                  <c:v>5661.54</c:v>
                </c:pt>
                <c:pt idx="422">
                  <c:v>5651.1025</c:v>
                </c:pt>
                <c:pt idx="423">
                  <c:v>5650.4220000000005</c:v>
                </c:pt>
                <c:pt idx="424">
                  <c:v>5650.3039999999992</c:v>
                </c:pt>
                <c:pt idx="425">
                  <c:v>5642.02</c:v>
                </c:pt>
                <c:pt idx="426">
                  <c:v>5637.8487500000001</c:v>
                </c:pt>
                <c:pt idx="427">
                  <c:v>5634.0000000000009</c:v>
                </c:pt>
                <c:pt idx="428">
                  <c:v>5630.32</c:v>
                </c:pt>
                <c:pt idx="429">
                  <c:v>5626.2649999999994</c:v>
                </c:pt>
                <c:pt idx="430">
                  <c:v>5621.6164285714285</c:v>
                </c:pt>
                <c:pt idx="431">
                  <c:v>5619.3666666666659</c:v>
                </c:pt>
                <c:pt idx="432">
                  <c:v>5618.4852941176468</c:v>
                </c:pt>
                <c:pt idx="433">
                  <c:v>5610.4136538461544</c:v>
                </c:pt>
                <c:pt idx="434">
                  <c:v>5606.3069230769224</c:v>
                </c:pt>
                <c:pt idx="435">
                  <c:v>5604.348</c:v>
                </c:pt>
                <c:pt idx="436">
                  <c:v>5600.4853658536595</c:v>
                </c:pt>
                <c:pt idx="437">
                  <c:v>5600</c:v>
                </c:pt>
                <c:pt idx="438">
                  <c:v>5592.6845833333327</c:v>
                </c:pt>
                <c:pt idx="439">
                  <c:v>5588.24</c:v>
                </c:pt>
                <c:pt idx="440">
                  <c:v>5586.5146666666678</c:v>
                </c:pt>
                <c:pt idx="441">
                  <c:v>5586.28</c:v>
                </c:pt>
                <c:pt idx="442">
                  <c:v>5582.4</c:v>
                </c:pt>
                <c:pt idx="443">
                  <c:v>5574.61</c:v>
                </c:pt>
                <c:pt idx="444">
                  <c:v>5565.768</c:v>
                </c:pt>
                <c:pt idx="445">
                  <c:v>5559.1749999999993</c:v>
                </c:pt>
                <c:pt idx="446">
                  <c:v>5558.7024999999994</c:v>
                </c:pt>
                <c:pt idx="447">
                  <c:v>5555.56</c:v>
                </c:pt>
                <c:pt idx="448">
                  <c:v>5555.56</c:v>
                </c:pt>
                <c:pt idx="449">
                  <c:v>5552.2966666666662</c:v>
                </c:pt>
                <c:pt idx="450">
                  <c:v>5547.1566666666658</c:v>
                </c:pt>
                <c:pt idx="451">
                  <c:v>5545.45</c:v>
                </c:pt>
                <c:pt idx="452">
                  <c:v>5542.2433333333329</c:v>
                </c:pt>
                <c:pt idx="453">
                  <c:v>5542.0105714285719</c:v>
                </c:pt>
                <c:pt idx="454">
                  <c:v>5539.06</c:v>
                </c:pt>
                <c:pt idx="455">
                  <c:v>5536.625</c:v>
                </c:pt>
                <c:pt idx="456">
                  <c:v>5536.3140000000003</c:v>
                </c:pt>
                <c:pt idx="457">
                  <c:v>5529.9524999999994</c:v>
                </c:pt>
                <c:pt idx="458">
                  <c:v>5525.7992307692293</c:v>
                </c:pt>
                <c:pt idx="459">
                  <c:v>5525.21</c:v>
                </c:pt>
                <c:pt idx="460">
                  <c:v>5524.86</c:v>
                </c:pt>
                <c:pt idx="461">
                  <c:v>5524.86</c:v>
                </c:pt>
                <c:pt idx="462">
                  <c:v>5519.48</c:v>
                </c:pt>
                <c:pt idx="463">
                  <c:v>5514.0297435897428</c:v>
                </c:pt>
                <c:pt idx="464">
                  <c:v>5511.02</c:v>
                </c:pt>
                <c:pt idx="465">
                  <c:v>5507.2438596491211</c:v>
                </c:pt>
                <c:pt idx="466">
                  <c:v>5505.112105263157</c:v>
                </c:pt>
                <c:pt idx="467">
                  <c:v>5502.18</c:v>
                </c:pt>
                <c:pt idx="468">
                  <c:v>5500</c:v>
                </c:pt>
                <c:pt idx="469">
                  <c:v>5500</c:v>
                </c:pt>
                <c:pt idx="470">
                  <c:v>5500</c:v>
                </c:pt>
                <c:pt idx="471">
                  <c:v>5500</c:v>
                </c:pt>
                <c:pt idx="472">
                  <c:v>5497.07</c:v>
                </c:pt>
                <c:pt idx="473">
                  <c:v>5490.4979999999996</c:v>
                </c:pt>
                <c:pt idx="474">
                  <c:v>5485.4181818181814</c:v>
                </c:pt>
                <c:pt idx="475">
                  <c:v>5474.45</c:v>
                </c:pt>
                <c:pt idx="476">
                  <c:v>5472.6333333333341</c:v>
                </c:pt>
                <c:pt idx="477">
                  <c:v>5466.0523809523811</c:v>
                </c:pt>
                <c:pt idx="478">
                  <c:v>5460.018</c:v>
                </c:pt>
                <c:pt idx="479">
                  <c:v>5456.5776923076928</c:v>
                </c:pt>
                <c:pt idx="480">
                  <c:v>5455.1449999999995</c:v>
                </c:pt>
                <c:pt idx="481">
                  <c:v>5452.8916393442623</c:v>
                </c:pt>
                <c:pt idx="482">
                  <c:v>5447.35</c:v>
                </c:pt>
                <c:pt idx="483">
                  <c:v>5446.3074999999999</c:v>
                </c:pt>
                <c:pt idx="484">
                  <c:v>5444.5599999999995</c:v>
                </c:pt>
                <c:pt idx="485">
                  <c:v>5440.7766666666685</c:v>
                </c:pt>
                <c:pt idx="486">
                  <c:v>5440.6662280701794</c:v>
                </c:pt>
                <c:pt idx="487">
                  <c:v>5428.6688888888884</c:v>
                </c:pt>
                <c:pt idx="488">
                  <c:v>5425.5814285714287</c:v>
                </c:pt>
                <c:pt idx="489">
                  <c:v>5418.7204347826073</c:v>
                </c:pt>
                <c:pt idx="490">
                  <c:v>5416.67</c:v>
                </c:pt>
                <c:pt idx="491">
                  <c:v>5412.16</c:v>
                </c:pt>
                <c:pt idx="492">
                  <c:v>5408.1824137931026</c:v>
                </c:pt>
                <c:pt idx="493">
                  <c:v>5395.3</c:v>
                </c:pt>
                <c:pt idx="494">
                  <c:v>5393.74</c:v>
                </c:pt>
                <c:pt idx="495">
                  <c:v>5393.0320000000002</c:v>
                </c:pt>
                <c:pt idx="496">
                  <c:v>5392.5320000000002</c:v>
                </c:pt>
                <c:pt idx="497">
                  <c:v>5386.4750000000004</c:v>
                </c:pt>
                <c:pt idx="498">
                  <c:v>5384.6275055187671</c:v>
                </c:pt>
                <c:pt idx="499">
                  <c:v>5379.6550000000007</c:v>
                </c:pt>
                <c:pt idx="500">
                  <c:v>5379.4739160839199</c:v>
                </c:pt>
                <c:pt idx="501">
                  <c:v>5377.3487500000001</c:v>
                </c:pt>
                <c:pt idx="502">
                  <c:v>5376.8560606060601</c:v>
                </c:pt>
                <c:pt idx="503">
                  <c:v>5368.844444444444</c:v>
                </c:pt>
                <c:pt idx="504">
                  <c:v>5368.3881609195414</c:v>
                </c:pt>
                <c:pt idx="505">
                  <c:v>5367.6450000000004</c:v>
                </c:pt>
                <c:pt idx="506">
                  <c:v>5366.7300000000005</c:v>
                </c:pt>
                <c:pt idx="507">
                  <c:v>5366.2753846153846</c:v>
                </c:pt>
                <c:pt idx="508">
                  <c:v>5360.4611475409829</c:v>
                </c:pt>
                <c:pt idx="509">
                  <c:v>5359.1399999999994</c:v>
                </c:pt>
                <c:pt idx="510">
                  <c:v>5358.7800000000007</c:v>
                </c:pt>
                <c:pt idx="511">
                  <c:v>5357.14</c:v>
                </c:pt>
                <c:pt idx="512">
                  <c:v>5357.14</c:v>
                </c:pt>
                <c:pt idx="513">
                  <c:v>5341.4498214285713</c:v>
                </c:pt>
                <c:pt idx="514">
                  <c:v>5338.98</c:v>
                </c:pt>
                <c:pt idx="515">
                  <c:v>5333.33</c:v>
                </c:pt>
                <c:pt idx="516">
                  <c:v>5322.2681818181818</c:v>
                </c:pt>
                <c:pt idx="517">
                  <c:v>5321.6663043478266</c:v>
                </c:pt>
                <c:pt idx="518">
                  <c:v>5318.18</c:v>
                </c:pt>
                <c:pt idx="519">
                  <c:v>5311.525555555555</c:v>
                </c:pt>
                <c:pt idx="520">
                  <c:v>5301.8474999999999</c:v>
                </c:pt>
                <c:pt idx="521">
                  <c:v>5297.98</c:v>
                </c:pt>
                <c:pt idx="522">
                  <c:v>5297.4111627906977</c:v>
                </c:pt>
                <c:pt idx="523">
                  <c:v>5296.77</c:v>
                </c:pt>
                <c:pt idx="524">
                  <c:v>5287.33</c:v>
                </c:pt>
                <c:pt idx="525">
                  <c:v>5284.88</c:v>
                </c:pt>
                <c:pt idx="526">
                  <c:v>5281.99</c:v>
                </c:pt>
                <c:pt idx="527">
                  <c:v>5281.8649999999998</c:v>
                </c:pt>
                <c:pt idx="528">
                  <c:v>5270.01</c:v>
                </c:pt>
                <c:pt idx="529">
                  <c:v>5267.3280000000004</c:v>
                </c:pt>
                <c:pt idx="530">
                  <c:v>5262.9650000000001</c:v>
                </c:pt>
                <c:pt idx="531">
                  <c:v>5258.7837499999996</c:v>
                </c:pt>
                <c:pt idx="532">
                  <c:v>5258.3974468085107</c:v>
                </c:pt>
                <c:pt idx="533">
                  <c:v>5258.2117977528078</c:v>
                </c:pt>
                <c:pt idx="534">
                  <c:v>5256.7866666666669</c:v>
                </c:pt>
                <c:pt idx="535">
                  <c:v>5254.3736585365859</c:v>
                </c:pt>
                <c:pt idx="536">
                  <c:v>5254.058</c:v>
                </c:pt>
                <c:pt idx="537">
                  <c:v>5253.9290000000001</c:v>
                </c:pt>
                <c:pt idx="538">
                  <c:v>5252.6739999999991</c:v>
                </c:pt>
                <c:pt idx="539">
                  <c:v>5250</c:v>
                </c:pt>
                <c:pt idx="540">
                  <c:v>5249.5974999999999</c:v>
                </c:pt>
                <c:pt idx="541">
                  <c:v>5247.793333333334</c:v>
                </c:pt>
                <c:pt idx="542">
                  <c:v>5240.17</c:v>
                </c:pt>
                <c:pt idx="543">
                  <c:v>5234.1720000000005</c:v>
                </c:pt>
                <c:pt idx="544">
                  <c:v>5232.6626086956521</c:v>
                </c:pt>
                <c:pt idx="545">
                  <c:v>5231.0599999999995</c:v>
                </c:pt>
                <c:pt idx="546">
                  <c:v>5230.0611764705891</c:v>
                </c:pt>
                <c:pt idx="547">
                  <c:v>5228.9533333333329</c:v>
                </c:pt>
                <c:pt idx="548">
                  <c:v>5226.34</c:v>
                </c:pt>
                <c:pt idx="549">
                  <c:v>5223.161666666666</c:v>
                </c:pt>
                <c:pt idx="550">
                  <c:v>5212.8701538461537</c:v>
                </c:pt>
                <c:pt idx="551">
                  <c:v>5212.3599999999997</c:v>
                </c:pt>
                <c:pt idx="552">
                  <c:v>5200.63</c:v>
                </c:pt>
                <c:pt idx="553">
                  <c:v>5200.0390909090902</c:v>
                </c:pt>
                <c:pt idx="554">
                  <c:v>5200</c:v>
                </c:pt>
                <c:pt idx="555">
                  <c:v>5182.9549999999999</c:v>
                </c:pt>
                <c:pt idx="556">
                  <c:v>5176.663333333333</c:v>
                </c:pt>
                <c:pt idx="557">
                  <c:v>5173.4750000000004</c:v>
                </c:pt>
                <c:pt idx="558">
                  <c:v>5167.2700000000004</c:v>
                </c:pt>
                <c:pt idx="559">
                  <c:v>5166.67</c:v>
                </c:pt>
                <c:pt idx="560">
                  <c:v>5166.5925000000007</c:v>
                </c:pt>
                <c:pt idx="561">
                  <c:v>5165.1389285714276</c:v>
                </c:pt>
                <c:pt idx="562">
                  <c:v>5162.62</c:v>
                </c:pt>
                <c:pt idx="563">
                  <c:v>5161.4042857142849</c:v>
                </c:pt>
                <c:pt idx="564">
                  <c:v>5159.376666666667</c:v>
                </c:pt>
                <c:pt idx="565">
                  <c:v>5157.9799999999996</c:v>
                </c:pt>
                <c:pt idx="566">
                  <c:v>5151.165</c:v>
                </c:pt>
                <c:pt idx="567">
                  <c:v>5150.6547619047615</c:v>
                </c:pt>
                <c:pt idx="568">
                  <c:v>5149.2</c:v>
                </c:pt>
                <c:pt idx="569">
                  <c:v>5147.3850000000002</c:v>
                </c:pt>
                <c:pt idx="570">
                  <c:v>5138.2248223350252</c:v>
                </c:pt>
                <c:pt idx="571">
                  <c:v>5137.3620000000001</c:v>
                </c:pt>
                <c:pt idx="572">
                  <c:v>5134.0916666666672</c:v>
                </c:pt>
                <c:pt idx="573">
                  <c:v>5131.0460000000003</c:v>
                </c:pt>
                <c:pt idx="574">
                  <c:v>5129.59</c:v>
                </c:pt>
                <c:pt idx="575">
                  <c:v>5125.6911428571429</c:v>
                </c:pt>
                <c:pt idx="576">
                  <c:v>5125.0586131386799</c:v>
                </c:pt>
                <c:pt idx="577">
                  <c:v>5125</c:v>
                </c:pt>
                <c:pt idx="578">
                  <c:v>5123.97</c:v>
                </c:pt>
                <c:pt idx="579">
                  <c:v>5123.9120833333327</c:v>
                </c:pt>
                <c:pt idx="580">
                  <c:v>5121.7950000000001</c:v>
                </c:pt>
                <c:pt idx="581">
                  <c:v>5115.496666666666</c:v>
                </c:pt>
                <c:pt idx="582">
                  <c:v>5108.08</c:v>
                </c:pt>
                <c:pt idx="583">
                  <c:v>5101.2549999999992</c:v>
                </c:pt>
                <c:pt idx="584">
                  <c:v>5098.0633333333335</c:v>
                </c:pt>
                <c:pt idx="585">
                  <c:v>5096.7700000000004</c:v>
                </c:pt>
                <c:pt idx="586">
                  <c:v>5090.91</c:v>
                </c:pt>
                <c:pt idx="587">
                  <c:v>5090.4875000000002</c:v>
                </c:pt>
                <c:pt idx="588">
                  <c:v>5089.0499999999993</c:v>
                </c:pt>
                <c:pt idx="589">
                  <c:v>5088.0600000000004</c:v>
                </c:pt>
                <c:pt idx="590">
                  <c:v>5083.335</c:v>
                </c:pt>
                <c:pt idx="591">
                  <c:v>5080.97</c:v>
                </c:pt>
                <c:pt idx="592">
                  <c:v>5074.7421153846144</c:v>
                </c:pt>
                <c:pt idx="593">
                  <c:v>5072.46</c:v>
                </c:pt>
                <c:pt idx="594">
                  <c:v>5069.6914285714283</c:v>
                </c:pt>
                <c:pt idx="595">
                  <c:v>5069.12</c:v>
                </c:pt>
                <c:pt idx="596">
                  <c:v>5067.2339999999995</c:v>
                </c:pt>
                <c:pt idx="597">
                  <c:v>5064.7072727272734</c:v>
                </c:pt>
                <c:pt idx="598">
                  <c:v>5060.177391304348</c:v>
                </c:pt>
                <c:pt idx="599">
                  <c:v>5053.88</c:v>
                </c:pt>
                <c:pt idx="600">
                  <c:v>5047.9612500000003</c:v>
                </c:pt>
                <c:pt idx="601">
                  <c:v>5045.87</c:v>
                </c:pt>
                <c:pt idx="602">
                  <c:v>5042.46</c:v>
                </c:pt>
                <c:pt idx="603">
                  <c:v>5041.8869565217401</c:v>
                </c:pt>
                <c:pt idx="604">
                  <c:v>5040.5101886792445</c:v>
                </c:pt>
                <c:pt idx="605">
                  <c:v>5030.3233333333337</c:v>
                </c:pt>
                <c:pt idx="606">
                  <c:v>5026.1350000000002</c:v>
                </c:pt>
                <c:pt idx="607">
                  <c:v>5025.0860000000011</c:v>
                </c:pt>
                <c:pt idx="608">
                  <c:v>5014.2642857142855</c:v>
                </c:pt>
                <c:pt idx="609">
                  <c:v>5012.0749999999998</c:v>
                </c:pt>
                <c:pt idx="610">
                  <c:v>5011.5149999999994</c:v>
                </c:pt>
                <c:pt idx="611">
                  <c:v>5010.0025000000005</c:v>
                </c:pt>
                <c:pt idx="612">
                  <c:v>5000</c:v>
                </c:pt>
                <c:pt idx="613">
                  <c:v>5000</c:v>
                </c:pt>
                <c:pt idx="614">
                  <c:v>5000</c:v>
                </c:pt>
                <c:pt idx="615">
                  <c:v>5000</c:v>
                </c:pt>
                <c:pt idx="616">
                  <c:v>5000</c:v>
                </c:pt>
                <c:pt idx="617">
                  <c:v>5000</c:v>
                </c:pt>
                <c:pt idx="618">
                  <c:v>5000</c:v>
                </c:pt>
                <c:pt idx="619">
                  <c:v>5000</c:v>
                </c:pt>
                <c:pt idx="620">
                  <c:v>5000</c:v>
                </c:pt>
                <c:pt idx="621">
                  <c:v>5000</c:v>
                </c:pt>
                <c:pt idx="622">
                  <c:v>4994.4524999999994</c:v>
                </c:pt>
                <c:pt idx="623">
                  <c:v>4979.165</c:v>
                </c:pt>
                <c:pt idx="624">
                  <c:v>4974.5419999999995</c:v>
                </c:pt>
                <c:pt idx="625">
                  <c:v>4967.9607407407411</c:v>
                </c:pt>
                <c:pt idx="626">
                  <c:v>4965.098</c:v>
                </c:pt>
                <c:pt idx="627">
                  <c:v>4964.5349999999999</c:v>
                </c:pt>
                <c:pt idx="628">
                  <c:v>4956.79</c:v>
                </c:pt>
                <c:pt idx="629">
                  <c:v>4950.6379999999999</c:v>
                </c:pt>
                <c:pt idx="630">
                  <c:v>4950</c:v>
                </c:pt>
                <c:pt idx="631">
                  <c:v>4949.7617647058833</c:v>
                </c:pt>
                <c:pt idx="632">
                  <c:v>4948.6033333333353</c:v>
                </c:pt>
                <c:pt idx="633">
                  <c:v>4947.3449999999993</c:v>
                </c:pt>
                <c:pt idx="634">
                  <c:v>4943.12</c:v>
                </c:pt>
                <c:pt idx="635">
                  <c:v>4942.97</c:v>
                </c:pt>
                <c:pt idx="636">
                  <c:v>4941.18</c:v>
                </c:pt>
                <c:pt idx="637">
                  <c:v>4940.3628571428571</c:v>
                </c:pt>
                <c:pt idx="638">
                  <c:v>4932.76</c:v>
                </c:pt>
                <c:pt idx="639">
                  <c:v>4928.0150000000003</c:v>
                </c:pt>
                <c:pt idx="640">
                  <c:v>4927.7800000000007</c:v>
                </c:pt>
                <c:pt idx="641">
                  <c:v>4923.9839999999995</c:v>
                </c:pt>
                <c:pt idx="642">
                  <c:v>4918.03</c:v>
                </c:pt>
                <c:pt idx="643">
                  <c:v>4916.67</c:v>
                </c:pt>
                <c:pt idx="644">
                  <c:v>4916.67</c:v>
                </c:pt>
                <c:pt idx="645">
                  <c:v>4916.665</c:v>
                </c:pt>
                <c:pt idx="646">
                  <c:v>4913.79</c:v>
                </c:pt>
                <c:pt idx="647">
                  <c:v>4897.1949999999997</c:v>
                </c:pt>
                <c:pt idx="648">
                  <c:v>4878.585</c:v>
                </c:pt>
                <c:pt idx="649">
                  <c:v>4875.1366666666663</c:v>
                </c:pt>
                <c:pt idx="650">
                  <c:v>4869.57</c:v>
                </c:pt>
                <c:pt idx="651">
                  <c:v>4868.3258333333333</c:v>
                </c:pt>
                <c:pt idx="652">
                  <c:v>4851.9029687499997</c:v>
                </c:pt>
                <c:pt idx="653">
                  <c:v>4849.0522222222226</c:v>
                </c:pt>
                <c:pt idx="654">
                  <c:v>4845.3245283018869</c:v>
                </c:pt>
                <c:pt idx="655">
                  <c:v>4842.1099999999997</c:v>
                </c:pt>
                <c:pt idx="656">
                  <c:v>4842.0375000000004</c:v>
                </c:pt>
                <c:pt idx="657">
                  <c:v>4841.7716666666674</c:v>
                </c:pt>
                <c:pt idx="658">
                  <c:v>4840.3673684210526</c:v>
                </c:pt>
                <c:pt idx="659">
                  <c:v>4838.71</c:v>
                </c:pt>
                <c:pt idx="660">
                  <c:v>4838.71</c:v>
                </c:pt>
                <c:pt idx="661">
                  <c:v>4834.6542857142858</c:v>
                </c:pt>
                <c:pt idx="662">
                  <c:v>4833.33</c:v>
                </c:pt>
                <c:pt idx="663">
                  <c:v>4824.2049999999999</c:v>
                </c:pt>
                <c:pt idx="664">
                  <c:v>4823.67</c:v>
                </c:pt>
                <c:pt idx="665">
                  <c:v>4818.47</c:v>
                </c:pt>
                <c:pt idx="666">
                  <c:v>4814.8100000000004</c:v>
                </c:pt>
                <c:pt idx="667">
                  <c:v>4811.9233333333332</c:v>
                </c:pt>
                <c:pt idx="668">
                  <c:v>4800.7533333333331</c:v>
                </c:pt>
                <c:pt idx="669">
                  <c:v>4800</c:v>
                </c:pt>
                <c:pt idx="670">
                  <c:v>4800</c:v>
                </c:pt>
                <c:pt idx="671">
                  <c:v>4790.8099999999995</c:v>
                </c:pt>
                <c:pt idx="672">
                  <c:v>4789.71</c:v>
                </c:pt>
                <c:pt idx="673">
                  <c:v>4788.46</c:v>
                </c:pt>
                <c:pt idx="674">
                  <c:v>4786.1875</c:v>
                </c:pt>
                <c:pt idx="675">
                  <c:v>4784.0941379310352</c:v>
                </c:pt>
                <c:pt idx="676">
                  <c:v>4780.88</c:v>
                </c:pt>
                <c:pt idx="677">
                  <c:v>4779.3679999999995</c:v>
                </c:pt>
                <c:pt idx="678">
                  <c:v>4778.6354545454542</c:v>
                </c:pt>
                <c:pt idx="679">
                  <c:v>4778.5139999999992</c:v>
                </c:pt>
                <c:pt idx="680">
                  <c:v>4772.84</c:v>
                </c:pt>
                <c:pt idx="681">
                  <c:v>4771.1549999999997</c:v>
                </c:pt>
                <c:pt idx="682">
                  <c:v>4766.7262499999997</c:v>
                </c:pt>
                <c:pt idx="683">
                  <c:v>4766.3833333333341</c:v>
                </c:pt>
                <c:pt idx="684">
                  <c:v>4766.3099999999995</c:v>
                </c:pt>
                <c:pt idx="685">
                  <c:v>4764.4824999999992</c:v>
                </c:pt>
                <c:pt idx="686">
                  <c:v>4752.677536231884</c:v>
                </c:pt>
                <c:pt idx="687">
                  <c:v>4752.24</c:v>
                </c:pt>
                <c:pt idx="688">
                  <c:v>4745.76</c:v>
                </c:pt>
                <c:pt idx="689">
                  <c:v>4742.6299999999992</c:v>
                </c:pt>
                <c:pt idx="690">
                  <c:v>4739.9468421052634</c:v>
                </c:pt>
                <c:pt idx="691">
                  <c:v>4736.7250000000004</c:v>
                </c:pt>
                <c:pt idx="692">
                  <c:v>4727.42</c:v>
                </c:pt>
                <c:pt idx="693">
                  <c:v>4723.8675949367107</c:v>
                </c:pt>
                <c:pt idx="694">
                  <c:v>4719.0903846153842</c:v>
                </c:pt>
                <c:pt idx="695">
                  <c:v>4719.0216666666656</c:v>
                </c:pt>
                <c:pt idx="696">
                  <c:v>4716.5320000000002</c:v>
                </c:pt>
                <c:pt idx="697">
                  <c:v>4715.96</c:v>
                </c:pt>
                <c:pt idx="698">
                  <c:v>4714.3100000000004</c:v>
                </c:pt>
                <c:pt idx="699">
                  <c:v>4712.9399999999996</c:v>
                </c:pt>
                <c:pt idx="700">
                  <c:v>4712.9242857142863</c:v>
                </c:pt>
                <c:pt idx="701">
                  <c:v>4710.83</c:v>
                </c:pt>
                <c:pt idx="702">
                  <c:v>4702.8100000000004</c:v>
                </c:pt>
                <c:pt idx="703">
                  <c:v>4694.84</c:v>
                </c:pt>
                <c:pt idx="704">
                  <c:v>4693.17</c:v>
                </c:pt>
                <c:pt idx="705">
                  <c:v>4692.2833333333338</c:v>
                </c:pt>
                <c:pt idx="706">
                  <c:v>4692.0170833333332</c:v>
                </c:pt>
                <c:pt idx="707">
                  <c:v>4691.6907407407407</c:v>
                </c:pt>
                <c:pt idx="708">
                  <c:v>4687.5</c:v>
                </c:pt>
                <c:pt idx="709">
                  <c:v>4687.5</c:v>
                </c:pt>
                <c:pt idx="710">
                  <c:v>4676.4722988505746</c:v>
                </c:pt>
                <c:pt idx="711">
                  <c:v>4667.6900000000005</c:v>
                </c:pt>
                <c:pt idx="712">
                  <c:v>4667.6583333333338</c:v>
                </c:pt>
                <c:pt idx="713">
                  <c:v>4667.4149999999991</c:v>
                </c:pt>
                <c:pt idx="714">
                  <c:v>4663.6430000000009</c:v>
                </c:pt>
                <c:pt idx="715">
                  <c:v>4656.32</c:v>
                </c:pt>
                <c:pt idx="716">
                  <c:v>4655.9459999999999</c:v>
                </c:pt>
                <c:pt idx="717">
                  <c:v>4654.3115384615385</c:v>
                </c:pt>
                <c:pt idx="718">
                  <c:v>4651.5166666666664</c:v>
                </c:pt>
                <c:pt idx="719">
                  <c:v>4651.3514285714282</c:v>
                </c:pt>
                <c:pt idx="720">
                  <c:v>4649.6427777777781</c:v>
                </c:pt>
                <c:pt idx="721">
                  <c:v>4641.09</c:v>
                </c:pt>
                <c:pt idx="722">
                  <c:v>4640.46</c:v>
                </c:pt>
                <c:pt idx="723">
                  <c:v>4640</c:v>
                </c:pt>
                <c:pt idx="724">
                  <c:v>4638.8500000000004</c:v>
                </c:pt>
                <c:pt idx="725">
                  <c:v>4638.4833333333336</c:v>
                </c:pt>
                <c:pt idx="726">
                  <c:v>4635.6436363636358</c:v>
                </c:pt>
                <c:pt idx="727">
                  <c:v>4634.7825000000003</c:v>
                </c:pt>
                <c:pt idx="728">
                  <c:v>4628.7313333333323</c:v>
                </c:pt>
                <c:pt idx="729">
                  <c:v>4627.6316666666671</c:v>
                </c:pt>
                <c:pt idx="730">
                  <c:v>4623.7733333333335</c:v>
                </c:pt>
                <c:pt idx="731">
                  <c:v>4619.3163414634146</c:v>
                </c:pt>
                <c:pt idx="732">
                  <c:v>4610.49</c:v>
                </c:pt>
                <c:pt idx="733">
                  <c:v>4606.7150000000001</c:v>
                </c:pt>
                <c:pt idx="734">
                  <c:v>4600</c:v>
                </c:pt>
                <c:pt idx="735">
                  <c:v>4600</c:v>
                </c:pt>
                <c:pt idx="736">
                  <c:v>4593.7440000000006</c:v>
                </c:pt>
                <c:pt idx="737">
                  <c:v>4589.84</c:v>
                </c:pt>
                <c:pt idx="738">
                  <c:v>4589.1803846153844</c:v>
                </c:pt>
                <c:pt idx="739">
                  <c:v>4588.9595744680855</c:v>
                </c:pt>
                <c:pt idx="740">
                  <c:v>4588.666666666667</c:v>
                </c:pt>
                <c:pt idx="741">
                  <c:v>4585.1499999999996</c:v>
                </c:pt>
                <c:pt idx="742">
                  <c:v>4583.33</c:v>
                </c:pt>
                <c:pt idx="743">
                  <c:v>4583.33</c:v>
                </c:pt>
                <c:pt idx="744">
                  <c:v>4580.7550000000001</c:v>
                </c:pt>
                <c:pt idx="745">
                  <c:v>4580.415</c:v>
                </c:pt>
                <c:pt idx="746">
                  <c:v>4575.8350000000009</c:v>
                </c:pt>
                <c:pt idx="747">
                  <c:v>4567.3599999999997</c:v>
                </c:pt>
                <c:pt idx="748">
                  <c:v>4564.82</c:v>
                </c:pt>
                <c:pt idx="749">
                  <c:v>4560.5</c:v>
                </c:pt>
                <c:pt idx="750">
                  <c:v>4557.0951612903218</c:v>
                </c:pt>
                <c:pt idx="751">
                  <c:v>4554.46</c:v>
                </c:pt>
                <c:pt idx="752">
                  <c:v>4546.0285714285719</c:v>
                </c:pt>
                <c:pt idx="753">
                  <c:v>4544.3850000000002</c:v>
                </c:pt>
                <c:pt idx="754">
                  <c:v>4539.2133333333331</c:v>
                </c:pt>
                <c:pt idx="755">
                  <c:v>4525.96</c:v>
                </c:pt>
                <c:pt idx="756">
                  <c:v>4525.7699999999995</c:v>
                </c:pt>
                <c:pt idx="757">
                  <c:v>4525.2733333333335</c:v>
                </c:pt>
                <c:pt idx="758">
                  <c:v>4520.83</c:v>
                </c:pt>
                <c:pt idx="759">
                  <c:v>4517.72</c:v>
                </c:pt>
                <c:pt idx="760">
                  <c:v>4509.7903030303005</c:v>
                </c:pt>
                <c:pt idx="761">
                  <c:v>4507.6900000000005</c:v>
                </c:pt>
                <c:pt idx="762">
                  <c:v>4501.1858333333339</c:v>
                </c:pt>
                <c:pt idx="763">
                  <c:v>4500.165</c:v>
                </c:pt>
                <c:pt idx="764">
                  <c:v>4500</c:v>
                </c:pt>
                <c:pt idx="765">
                  <c:v>4500</c:v>
                </c:pt>
                <c:pt idx="766">
                  <c:v>4499.0024999999996</c:v>
                </c:pt>
                <c:pt idx="767">
                  <c:v>4496.6966666666676</c:v>
                </c:pt>
                <c:pt idx="768">
                  <c:v>4494.2533333333331</c:v>
                </c:pt>
                <c:pt idx="769">
                  <c:v>4486.1360000000004</c:v>
                </c:pt>
                <c:pt idx="770">
                  <c:v>4478.57</c:v>
                </c:pt>
                <c:pt idx="771">
                  <c:v>4477.7075000000004</c:v>
                </c:pt>
                <c:pt idx="772">
                  <c:v>4475.6499999999996</c:v>
                </c:pt>
                <c:pt idx="773">
                  <c:v>4475.1000000000004</c:v>
                </c:pt>
                <c:pt idx="774">
                  <c:v>4463.0650000000005</c:v>
                </c:pt>
                <c:pt idx="775">
                  <c:v>4461.46</c:v>
                </c:pt>
                <c:pt idx="776">
                  <c:v>4452.0685714285719</c:v>
                </c:pt>
                <c:pt idx="777">
                  <c:v>4444.4399999999996</c:v>
                </c:pt>
                <c:pt idx="778">
                  <c:v>4444.4399999999996</c:v>
                </c:pt>
                <c:pt idx="779">
                  <c:v>4441.04</c:v>
                </c:pt>
                <c:pt idx="780">
                  <c:v>4438.6240000000007</c:v>
                </c:pt>
                <c:pt idx="781">
                  <c:v>4437.0749999999998</c:v>
                </c:pt>
                <c:pt idx="782">
                  <c:v>4437.0266666666666</c:v>
                </c:pt>
                <c:pt idx="783">
                  <c:v>4435.4285714285716</c:v>
                </c:pt>
                <c:pt idx="784">
                  <c:v>4434.7199999999993</c:v>
                </c:pt>
                <c:pt idx="785">
                  <c:v>4432.9633333333331</c:v>
                </c:pt>
                <c:pt idx="786">
                  <c:v>4429.07</c:v>
                </c:pt>
                <c:pt idx="787">
                  <c:v>4428.57</c:v>
                </c:pt>
                <c:pt idx="788">
                  <c:v>4425.26</c:v>
                </c:pt>
                <c:pt idx="789">
                  <c:v>4422.342461538462</c:v>
                </c:pt>
                <c:pt idx="790">
                  <c:v>4419.13</c:v>
                </c:pt>
                <c:pt idx="791">
                  <c:v>4418.4536700336685</c:v>
                </c:pt>
                <c:pt idx="792">
                  <c:v>4416.67</c:v>
                </c:pt>
                <c:pt idx="793">
                  <c:v>4416.67</c:v>
                </c:pt>
                <c:pt idx="794">
                  <c:v>4416.665</c:v>
                </c:pt>
                <c:pt idx="795">
                  <c:v>4412.0979687500003</c:v>
                </c:pt>
                <c:pt idx="796">
                  <c:v>4411.76</c:v>
                </c:pt>
                <c:pt idx="797">
                  <c:v>4400</c:v>
                </c:pt>
                <c:pt idx="798">
                  <c:v>4398.7257575757576</c:v>
                </c:pt>
                <c:pt idx="799">
                  <c:v>4392.3600000000006</c:v>
                </c:pt>
                <c:pt idx="800">
                  <c:v>4388.8866666666663</c:v>
                </c:pt>
                <c:pt idx="801">
                  <c:v>4382.5693333333329</c:v>
                </c:pt>
                <c:pt idx="802">
                  <c:v>4380.758780487804</c:v>
                </c:pt>
                <c:pt idx="803">
                  <c:v>4379.5600000000004</c:v>
                </c:pt>
                <c:pt idx="804">
                  <c:v>4377.5749999999998</c:v>
                </c:pt>
                <c:pt idx="805">
                  <c:v>4375</c:v>
                </c:pt>
                <c:pt idx="806">
                  <c:v>4373.21</c:v>
                </c:pt>
                <c:pt idx="807">
                  <c:v>4370.37</c:v>
                </c:pt>
                <c:pt idx="808">
                  <c:v>4367.2875000000004</c:v>
                </c:pt>
                <c:pt idx="809">
                  <c:v>4363.6400000000003</c:v>
                </c:pt>
                <c:pt idx="810">
                  <c:v>4358.3500000000004</c:v>
                </c:pt>
                <c:pt idx="811">
                  <c:v>4354.2960000000003</c:v>
                </c:pt>
                <c:pt idx="812">
                  <c:v>4353.1166666666668</c:v>
                </c:pt>
                <c:pt idx="813">
                  <c:v>4349.2866666666669</c:v>
                </c:pt>
                <c:pt idx="814">
                  <c:v>4346.3625925925926</c:v>
                </c:pt>
                <c:pt idx="815">
                  <c:v>4339.5124999999998</c:v>
                </c:pt>
                <c:pt idx="816">
                  <c:v>4335.8036956521746</c:v>
                </c:pt>
                <c:pt idx="817">
                  <c:v>4325.3</c:v>
                </c:pt>
                <c:pt idx="818">
                  <c:v>4324.32</c:v>
                </c:pt>
                <c:pt idx="819">
                  <c:v>4324.2160000000003</c:v>
                </c:pt>
                <c:pt idx="820">
                  <c:v>4322.6009090909092</c:v>
                </c:pt>
                <c:pt idx="821">
                  <c:v>4322.0950000000003</c:v>
                </c:pt>
                <c:pt idx="822">
                  <c:v>4301.46</c:v>
                </c:pt>
                <c:pt idx="823">
                  <c:v>4299.9589999999998</c:v>
                </c:pt>
                <c:pt idx="824">
                  <c:v>4293.2875000000004</c:v>
                </c:pt>
                <c:pt idx="825">
                  <c:v>4286.57</c:v>
                </c:pt>
                <c:pt idx="826">
                  <c:v>4285.71</c:v>
                </c:pt>
                <c:pt idx="827">
                  <c:v>4285.71</c:v>
                </c:pt>
                <c:pt idx="828">
                  <c:v>4283.7449999999999</c:v>
                </c:pt>
                <c:pt idx="829">
                  <c:v>4277.1342857142854</c:v>
                </c:pt>
                <c:pt idx="830">
                  <c:v>4273.5</c:v>
                </c:pt>
                <c:pt idx="831">
                  <c:v>4270.8549999999996</c:v>
                </c:pt>
                <c:pt idx="832">
                  <c:v>4269.5950000000003</c:v>
                </c:pt>
                <c:pt idx="833">
                  <c:v>4266.67</c:v>
                </c:pt>
                <c:pt idx="834">
                  <c:v>4263.5368484848505</c:v>
                </c:pt>
                <c:pt idx="835">
                  <c:v>4262.1514285714284</c:v>
                </c:pt>
                <c:pt idx="836">
                  <c:v>4257.4350000000004</c:v>
                </c:pt>
                <c:pt idx="837">
                  <c:v>4254.16</c:v>
                </c:pt>
                <c:pt idx="838">
                  <c:v>4250</c:v>
                </c:pt>
                <c:pt idx="839">
                  <c:v>4250</c:v>
                </c:pt>
                <c:pt idx="840">
                  <c:v>4250</c:v>
                </c:pt>
                <c:pt idx="841">
                  <c:v>4232.0266666666666</c:v>
                </c:pt>
                <c:pt idx="842">
                  <c:v>4227.9399999999996</c:v>
                </c:pt>
                <c:pt idx="843">
                  <c:v>4227.9333333333334</c:v>
                </c:pt>
                <c:pt idx="844">
                  <c:v>4223.54</c:v>
                </c:pt>
                <c:pt idx="845">
                  <c:v>4222.1328571428585</c:v>
                </c:pt>
                <c:pt idx="846">
                  <c:v>4220.3066666666664</c:v>
                </c:pt>
                <c:pt idx="847">
                  <c:v>4214.05</c:v>
                </c:pt>
                <c:pt idx="848">
                  <c:v>4207.0167977528117</c:v>
                </c:pt>
                <c:pt idx="849">
                  <c:v>4203.9807692307695</c:v>
                </c:pt>
                <c:pt idx="850">
                  <c:v>4200</c:v>
                </c:pt>
                <c:pt idx="851">
                  <c:v>4199.0200000000004</c:v>
                </c:pt>
                <c:pt idx="852">
                  <c:v>4198.47</c:v>
                </c:pt>
                <c:pt idx="853">
                  <c:v>4181.3919999999989</c:v>
                </c:pt>
                <c:pt idx="854">
                  <c:v>4179.2224999999999</c:v>
                </c:pt>
                <c:pt idx="855">
                  <c:v>4177.7766666666666</c:v>
                </c:pt>
                <c:pt idx="856">
                  <c:v>4170.58</c:v>
                </c:pt>
                <c:pt idx="857">
                  <c:v>4170.1400000000003</c:v>
                </c:pt>
                <c:pt idx="858">
                  <c:v>4166.67</c:v>
                </c:pt>
                <c:pt idx="859">
                  <c:v>4161.1750000000002</c:v>
                </c:pt>
                <c:pt idx="860">
                  <c:v>4160.7347222222234</c:v>
                </c:pt>
                <c:pt idx="861">
                  <c:v>4153.8500000000004</c:v>
                </c:pt>
                <c:pt idx="862">
                  <c:v>4147.5200000000004</c:v>
                </c:pt>
                <c:pt idx="863">
                  <c:v>4146.38</c:v>
                </c:pt>
                <c:pt idx="864">
                  <c:v>4142.6899999999996</c:v>
                </c:pt>
                <c:pt idx="865">
                  <c:v>4132.5149999999994</c:v>
                </c:pt>
                <c:pt idx="866">
                  <c:v>4125</c:v>
                </c:pt>
                <c:pt idx="867">
                  <c:v>4123.4071875000009</c:v>
                </c:pt>
                <c:pt idx="868">
                  <c:v>4117.33</c:v>
                </c:pt>
                <c:pt idx="869">
                  <c:v>4111.54</c:v>
                </c:pt>
                <c:pt idx="870">
                  <c:v>4110.8099999999995</c:v>
                </c:pt>
                <c:pt idx="871">
                  <c:v>4109.9266666666672</c:v>
                </c:pt>
                <c:pt idx="872">
                  <c:v>4109.9233333333332</c:v>
                </c:pt>
                <c:pt idx="873">
                  <c:v>4107.1566666666668</c:v>
                </c:pt>
                <c:pt idx="874">
                  <c:v>4104.2855555555543</c:v>
                </c:pt>
                <c:pt idx="875">
                  <c:v>4104.1959999999999</c:v>
                </c:pt>
                <c:pt idx="876">
                  <c:v>4097.5550000000003</c:v>
                </c:pt>
                <c:pt idx="877">
                  <c:v>4090.91</c:v>
                </c:pt>
                <c:pt idx="878">
                  <c:v>4084.03</c:v>
                </c:pt>
                <c:pt idx="879">
                  <c:v>4084.03</c:v>
                </c:pt>
                <c:pt idx="880">
                  <c:v>4083.33</c:v>
                </c:pt>
                <c:pt idx="881">
                  <c:v>4081.8116666666683</c:v>
                </c:pt>
                <c:pt idx="882">
                  <c:v>4076.0550000000003</c:v>
                </c:pt>
                <c:pt idx="883">
                  <c:v>4073.62</c:v>
                </c:pt>
                <c:pt idx="884">
                  <c:v>4072.5675000000001</c:v>
                </c:pt>
                <c:pt idx="885">
                  <c:v>4071.7139999999999</c:v>
                </c:pt>
                <c:pt idx="886">
                  <c:v>4070.1945454545453</c:v>
                </c:pt>
                <c:pt idx="887">
                  <c:v>4066.6050000000005</c:v>
                </c:pt>
                <c:pt idx="888">
                  <c:v>4061.9533333333334</c:v>
                </c:pt>
                <c:pt idx="889">
                  <c:v>4057.4566666666665</c:v>
                </c:pt>
                <c:pt idx="890">
                  <c:v>4055.1125000000002</c:v>
                </c:pt>
                <c:pt idx="891">
                  <c:v>4048.7018181818175</c:v>
                </c:pt>
                <c:pt idx="892">
                  <c:v>4047.8611764705879</c:v>
                </c:pt>
                <c:pt idx="893">
                  <c:v>4038.8988235294109</c:v>
                </c:pt>
                <c:pt idx="894">
                  <c:v>4036.9</c:v>
                </c:pt>
                <c:pt idx="895">
                  <c:v>4034.1614285714286</c:v>
                </c:pt>
                <c:pt idx="896">
                  <c:v>4032.26</c:v>
                </c:pt>
                <c:pt idx="897">
                  <c:v>4029.8771428571426</c:v>
                </c:pt>
                <c:pt idx="898">
                  <c:v>4019.7888888888888</c:v>
                </c:pt>
                <c:pt idx="899">
                  <c:v>4014.7516666666666</c:v>
                </c:pt>
                <c:pt idx="900">
                  <c:v>4013.0074999999997</c:v>
                </c:pt>
                <c:pt idx="901">
                  <c:v>4012.5515384615387</c:v>
                </c:pt>
                <c:pt idx="902">
                  <c:v>4009.43</c:v>
                </c:pt>
                <c:pt idx="903">
                  <c:v>4005.2721428571422</c:v>
                </c:pt>
                <c:pt idx="904">
                  <c:v>4000</c:v>
                </c:pt>
                <c:pt idx="905">
                  <c:v>4000</c:v>
                </c:pt>
                <c:pt idx="906">
                  <c:v>4000</c:v>
                </c:pt>
                <c:pt idx="907">
                  <c:v>4000</c:v>
                </c:pt>
                <c:pt idx="908">
                  <c:v>4000</c:v>
                </c:pt>
                <c:pt idx="909">
                  <c:v>3998.7175000000002</c:v>
                </c:pt>
                <c:pt idx="910">
                  <c:v>3994.1749999999997</c:v>
                </c:pt>
                <c:pt idx="911">
                  <c:v>3991.37</c:v>
                </c:pt>
                <c:pt idx="912">
                  <c:v>3990.2719999999999</c:v>
                </c:pt>
                <c:pt idx="913">
                  <c:v>3990.1179999999999</c:v>
                </c:pt>
                <c:pt idx="914">
                  <c:v>3984.67</c:v>
                </c:pt>
                <c:pt idx="915">
                  <c:v>3983.37086419753</c:v>
                </c:pt>
                <c:pt idx="916">
                  <c:v>3978.2000000000003</c:v>
                </c:pt>
                <c:pt idx="917">
                  <c:v>3962.4299999999994</c:v>
                </c:pt>
                <c:pt idx="918">
                  <c:v>3962.26</c:v>
                </c:pt>
                <c:pt idx="919">
                  <c:v>3949.9636111111104</c:v>
                </c:pt>
                <c:pt idx="920">
                  <c:v>3948.614</c:v>
                </c:pt>
                <c:pt idx="921">
                  <c:v>3947.37</c:v>
                </c:pt>
                <c:pt idx="922">
                  <c:v>3937.2849999999999</c:v>
                </c:pt>
                <c:pt idx="923">
                  <c:v>3937.01</c:v>
                </c:pt>
                <c:pt idx="924">
                  <c:v>3934.7524999999996</c:v>
                </c:pt>
                <c:pt idx="925">
                  <c:v>3931.33</c:v>
                </c:pt>
                <c:pt idx="926">
                  <c:v>3929.27</c:v>
                </c:pt>
                <c:pt idx="927">
                  <c:v>3928.57</c:v>
                </c:pt>
                <c:pt idx="928">
                  <c:v>3924.136</c:v>
                </c:pt>
                <c:pt idx="929">
                  <c:v>3923.08</c:v>
                </c:pt>
                <c:pt idx="930">
                  <c:v>3913.221</c:v>
                </c:pt>
                <c:pt idx="931">
                  <c:v>3883.1566666666658</c:v>
                </c:pt>
                <c:pt idx="932">
                  <c:v>3882.35</c:v>
                </c:pt>
                <c:pt idx="933">
                  <c:v>3881.7</c:v>
                </c:pt>
                <c:pt idx="934">
                  <c:v>3880.6</c:v>
                </c:pt>
                <c:pt idx="935">
                  <c:v>3877.9199999999996</c:v>
                </c:pt>
                <c:pt idx="936">
                  <c:v>3875</c:v>
                </c:pt>
                <c:pt idx="937">
                  <c:v>3867.4616666666666</c:v>
                </c:pt>
                <c:pt idx="938">
                  <c:v>3865.19</c:v>
                </c:pt>
                <c:pt idx="939">
                  <c:v>3859.7849999999999</c:v>
                </c:pt>
                <c:pt idx="940">
                  <c:v>3851.2263414634144</c:v>
                </c:pt>
                <c:pt idx="941">
                  <c:v>3845</c:v>
                </c:pt>
                <c:pt idx="942">
                  <c:v>3841.8145454545461</c:v>
                </c:pt>
                <c:pt idx="943">
                  <c:v>3840</c:v>
                </c:pt>
                <c:pt idx="944">
                  <c:v>3836.73</c:v>
                </c:pt>
                <c:pt idx="945">
                  <c:v>3832.4814285714283</c:v>
                </c:pt>
                <c:pt idx="946">
                  <c:v>3825.8879999999999</c:v>
                </c:pt>
                <c:pt idx="947">
                  <c:v>3825.14</c:v>
                </c:pt>
                <c:pt idx="948">
                  <c:v>3817.1177272727273</c:v>
                </c:pt>
                <c:pt idx="949">
                  <c:v>3812.4224999999997</c:v>
                </c:pt>
                <c:pt idx="950">
                  <c:v>3812.0980000000004</c:v>
                </c:pt>
                <c:pt idx="951">
                  <c:v>3807.0733333333333</c:v>
                </c:pt>
                <c:pt idx="952">
                  <c:v>3806.9266666666663</c:v>
                </c:pt>
                <c:pt idx="953">
                  <c:v>3806.1800000000003</c:v>
                </c:pt>
                <c:pt idx="954">
                  <c:v>3776.1400000000003</c:v>
                </c:pt>
                <c:pt idx="955">
                  <c:v>3775</c:v>
                </c:pt>
                <c:pt idx="956">
                  <c:v>3765.9733333333334</c:v>
                </c:pt>
                <c:pt idx="957">
                  <c:v>3765.1489999999999</c:v>
                </c:pt>
                <c:pt idx="958">
                  <c:v>3753.1499999999996</c:v>
                </c:pt>
                <c:pt idx="959">
                  <c:v>3750</c:v>
                </c:pt>
                <c:pt idx="960">
                  <c:v>3749.2444444444441</c:v>
                </c:pt>
                <c:pt idx="961">
                  <c:v>3725</c:v>
                </c:pt>
                <c:pt idx="962">
                  <c:v>3725</c:v>
                </c:pt>
                <c:pt idx="963">
                  <c:v>3716.9699999999993</c:v>
                </c:pt>
                <c:pt idx="964">
                  <c:v>3712.5</c:v>
                </c:pt>
                <c:pt idx="965">
                  <c:v>3709.68</c:v>
                </c:pt>
                <c:pt idx="966">
                  <c:v>3705.4066666666672</c:v>
                </c:pt>
                <c:pt idx="967">
                  <c:v>3702.7849999999999</c:v>
                </c:pt>
                <c:pt idx="968">
                  <c:v>3698.9155468749987</c:v>
                </c:pt>
                <c:pt idx="969">
                  <c:v>3688.89</c:v>
                </c:pt>
                <c:pt idx="970">
                  <c:v>3683.83</c:v>
                </c:pt>
                <c:pt idx="971">
                  <c:v>3681.89</c:v>
                </c:pt>
                <c:pt idx="972">
                  <c:v>3678.93</c:v>
                </c:pt>
                <c:pt idx="973">
                  <c:v>3672.5680000000002</c:v>
                </c:pt>
                <c:pt idx="974">
                  <c:v>3668.645</c:v>
                </c:pt>
                <c:pt idx="975">
                  <c:v>3661.33</c:v>
                </c:pt>
                <c:pt idx="976">
                  <c:v>3654.6418181818185</c:v>
                </c:pt>
                <c:pt idx="977">
                  <c:v>3653.896666666667</c:v>
                </c:pt>
                <c:pt idx="978">
                  <c:v>3644.1423076923074</c:v>
                </c:pt>
                <c:pt idx="979">
                  <c:v>3636.36</c:v>
                </c:pt>
                <c:pt idx="980">
                  <c:v>3599.4333333333329</c:v>
                </c:pt>
                <c:pt idx="981">
                  <c:v>3577.0150000000003</c:v>
                </c:pt>
                <c:pt idx="982">
                  <c:v>3571.43</c:v>
                </c:pt>
                <c:pt idx="983">
                  <c:v>3571.43</c:v>
                </c:pt>
                <c:pt idx="984">
                  <c:v>3568.2649999999999</c:v>
                </c:pt>
                <c:pt idx="985">
                  <c:v>3562.09</c:v>
                </c:pt>
                <c:pt idx="986">
                  <c:v>3554.24</c:v>
                </c:pt>
                <c:pt idx="987">
                  <c:v>3550.42</c:v>
                </c:pt>
                <c:pt idx="988">
                  <c:v>3541.67</c:v>
                </c:pt>
                <c:pt idx="989">
                  <c:v>3535.75</c:v>
                </c:pt>
                <c:pt idx="990">
                  <c:v>3529.41</c:v>
                </c:pt>
                <c:pt idx="991">
                  <c:v>3524.06</c:v>
                </c:pt>
                <c:pt idx="992">
                  <c:v>3520</c:v>
                </c:pt>
                <c:pt idx="993">
                  <c:v>3510.31</c:v>
                </c:pt>
                <c:pt idx="994">
                  <c:v>3507.46</c:v>
                </c:pt>
                <c:pt idx="995">
                  <c:v>3501.95</c:v>
                </c:pt>
                <c:pt idx="996">
                  <c:v>3500.53</c:v>
                </c:pt>
                <c:pt idx="997">
                  <c:v>3500.38</c:v>
                </c:pt>
                <c:pt idx="998">
                  <c:v>3500.33</c:v>
                </c:pt>
                <c:pt idx="999">
                  <c:v>3500.24</c:v>
                </c:pt>
                <c:pt idx="1000">
                  <c:v>3500</c:v>
                </c:pt>
                <c:pt idx="1001">
                  <c:v>3500</c:v>
                </c:pt>
                <c:pt idx="1002">
                  <c:v>3500</c:v>
                </c:pt>
                <c:pt idx="1003">
                  <c:v>3499.5</c:v>
                </c:pt>
                <c:pt idx="1004">
                  <c:v>3498.55</c:v>
                </c:pt>
                <c:pt idx="1005">
                  <c:v>3489.0513793103441</c:v>
                </c:pt>
                <c:pt idx="1006">
                  <c:v>3473.89</c:v>
                </c:pt>
                <c:pt idx="1007">
                  <c:v>3473.25</c:v>
                </c:pt>
                <c:pt idx="1008">
                  <c:v>3458.9875000000002</c:v>
                </c:pt>
                <c:pt idx="1009">
                  <c:v>3454.55</c:v>
                </c:pt>
                <c:pt idx="1010">
                  <c:v>3428.57</c:v>
                </c:pt>
                <c:pt idx="1011">
                  <c:v>3424.2387499999995</c:v>
                </c:pt>
                <c:pt idx="1012">
                  <c:v>3402.19</c:v>
                </c:pt>
                <c:pt idx="1013">
                  <c:v>3378.15</c:v>
                </c:pt>
                <c:pt idx="1014">
                  <c:v>3369.18</c:v>
                </c:pt>
                <c:pt idx="1015">
                  <c:v>3351.65</c:v>
                </c:pt>
                <c:pt idx="1016">
                  <c:v>3333.33</c:v>
                </c:pt>
                <c:pt idx="1017">
                  <c:v>3333.33</c:v>
                </c:pt>
                <c:pt idx="1018">
                  <c:v>3320.3362068965516</c:v>
                </c:pt>
                <c:pt idx="1019">
                  <c:v>3259.15</c:v>
                </c:pt>
                <c:pt idx="1020">
                  <c:v>3205.13</c:v>
                </c:pt>
                <c:pt idx="1021">
                  <c:v>3201.97</c:v>
                </c:pt>
                <c:pt idx="1022">
                  <c:v>3200</c:v>
                </c:pt>
                <c:pt idx="1023">
                  <c:v>3200</c:v>
                </c:pt>
                <c:pt idx="1024">
                  <c:v>3200</c:v>
                </c:pt>
                <c:pt idx="1025">
                  <c:v>3200</c:v>
                </c:pt>
                <c:pt idx="1026">
                  <c:v>3199.63</c:v>
                </c:pt>
                <c:pt idx="1027">
                  <c:v>3185.61</c:v>
                </c:pt>
                <c:pt idx="1028">
                  <c:v>3166.67</c:v>
                </c:pt>
                <c:pt idx="1029">
                  <c:v>3166.665</c:v>
                </c:pt>
                <c:pt idx="1030">
                  <c:v>3165.0644000000002</c:v>
                </c:pt>
                <c:pt idx="1031">
                  <c:v>3163.0033333333336</c:v>
                </c:pt>
                <c:pt idx="1032">
                  <c:v>3161.7633333333338</c:v>
                </c:pt>
                <c:pt idx="1033">
                  <c:v>3160</c:v>
                </c:pt>
                <c:pt idx="1034">
                  <c:v>3151.52</c:v>
                </c:pt>
                <c:pt idx="1035">
                  <c:v>3143.5499999999997</c:v>
                </c:pt>
                <c:pt idx="1036">
                  <c:v>3125</c:v>
                </c:pt>
                <c:pt idx="1037">
                  <c:v>3104.165</c:v>
                </c:pt>
                <c:pt idx="1038">
                  <c:v>3103.45</c:v>
                </c:pt>
                <c:pt idx="1039">
                  <c:v>3076.92</c:v>
                </c:pt>
                <c:pt idx="1040">
                  <c:v>3044.9721649484541</c:v>
                </c:pt>
                <c:pt idx="1041">
                  <c:v>3000</c:v>
                </c:pt>
                <c:pt idx="1042">
                  <c:v>2935.78</c:v>
                </c:pt>
                <c:pt idx="1043">
                  <c:v>2916.67</c:v>
                </c:pt>
                <c:pt idx="1044">
                  <c:v>2916.67</c:v>
                </c:pt>
                <c:pt idx="1045">
                  <c:v>2909.09</c:v>
                </c:pt>
                <c:pt idx="1046">
                  <c:v>2887.8128571428574</c:v>
                </c:pt>
                <c:pt idx="1047">
                  <c:v>2875</c:v>
                </c:pt>
                <c:pt idx="1048">
                  <c:v>2866.7000000000003</c:v>
                </c:pt>
                <c:pt idx="1049">
                  <c:v>2833.33</c:v>
                </c:pt>
                <c:pt idx="1050">
                  <c:v>2727.27</c:v>
                </c:pt>
                <c:pt idx="1051">
                  <c:v>2548.0250000000001</c:v>
                </c:pt>
                <c:pt idx="1052">
                  <c:v>2500</c:v>
                </c:pt>
                <c:pt idx="1053">
                  <c:v>2478.13</c:v>
                </c:pt>
                <c:pt idx="1054">
                  <c:v>2250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87-4902-A7A0-8CBE444C70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01157856"/>
        <c:axId val="1401158336"/>
      </c:barChart>
      <c:catAx>
        <c:axId val="1401157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1158336"/>
        <c:crosses val="autoZero"/>
        <c:auto val="1"/>
        <c:lblAlgn val="ctr"/>
        <c:lblOffset val="100"/>
        <c:noMultiLvlLbl val="0"/>
      </c:catAx>
      <c:valAx>
        <c:axId val="14011583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1157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[bengaluru_housing_cleaned.csv]Average price vs Bathrrooms!PivotTable12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Average</a:t>
            </a:r>
            <a:r>
              <a:rPr lang="en-IN" baseline="0"/>
              <a:t> Price vs Bath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'Average price vs Bathrrooms'!$B$3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'Average price vs Bathrrooms'!$A$4:$A$18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13</c:v>
                </c:pt>
                <c:pt idx="12">
                  <c:v>16</c:v>
                </c:pt>
                <c:pt idx="13">
                  <c:v>27</c:v>
                </c:pt>
              </c:strCache>
            </c:strRef>
          </c:cat>
          <c:val>
            <c:numRef>
              <c:f>'Average price vs Bathrrooms'!$B$4:$B$18</c:f>
              <c:numCache>
                <c:formatCode>0</c:formatCode>
                <c:ptCount val="14"/>
                <c:pt idx="0">
                  <c:v>33.432799377916005</c:v>
                </c:pt>
                <c:pt idx="1">
                  <c:v>59.640561216843899</c:v>
                </c:pt>
                <c:pt idx="2">
                  <c:v>99.822887554585165</c:v>
                </c:pt>
                <c:pt idx="3">
                  <c:v>150.66410142348755</c:v>
                </c:pt>
                <c:pt idx="4">
                  <c:v>180.7418918918919</c:v>
                </c:pt>
                <c:pt idx="5">
                  <c:v>167.80357142857142</c:v>
                </c:pt>
                <c:pt idx="6">
                  <c:v>175.8</c:v>
                </c:pt>
                <c:pt idx="7">
                  <c:v>179.47368421052633</c:v>
                </c:pt>
                <c:pt idx="8">
                  <c:v>196.77777777777777</c:v>
                </c:pt>
                <c:pt idx="9">
                  <c:v>165</c:v>
                </c:pt>
                <c:pt idx="10">
                  <c:v>155</c:v>
                </c:pt>
                <c:pt idx="11">
                  <c:v>275</c:v>
                </c:pt>
                <c:pt idx="12">
                  <c:v>550</c:v>
                </c:pt>
                <c:pt idx="13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BE-4DCD-96CD-60E6E5D1E0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40384608"/>
        <c:axId val="1340385088"/>
      </c:barChart>
      <c:catAx>
        <c:axId val="1340384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385088"/>
        <c:crosses val="autoZero"/>
        <c:auto val="1"/>
        <c:lblAlgn val="ctr"/>
        <c:lblOffset val="100"/>
        <c:noMultiLvlLbl val="0"/>
      </c:catAx>
      <c:valAx>
        <c:axId val="134038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384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bengaluru_housing_cleaned!$G$2:$G$10962</cx:f>
        <cx:lvl ptCount="10961" formatCode="0">
          <cx:pt idx="0">39.07</cx:pt>
          <cx:pt idx="1">120</cx:pt>
          <cx:pt idx="2">62</cx:pt>
          <cx:pt idx="3">95</cx:pt>
          <cx:pt idx="4">51</cx:pt>
          <cx:pt idx="5">38</cx:pt>
          <cx:pt idx="6">204</cx:pt>
          <cx:pt idx="7">63.25</cx:pt>
          <cx:pt idx="8">70</cx:pt>
          <cx:pt idx="9">38</cx:pt>
          <cx:pt idx="10">40</cx:pt>
          <cx:pt idx="11">148</cx:pt>
          <cx:pt idx="12">73.5</cx:pt>
          <cx:pt idx="13">48</cx:pt>
          <cx:pt idx="14">60</cx:pt>
          <cx:pt idx="15">48</cx:pt>
          <cx:pt idx="16">15</cx:pt>
          <cx:pt idx="17">122</cx:pt>
          <cx:pt idx="18">103</cx:pt>
          <cx:pt idx="19">25.25</cx:pt>
          <cx:pt idx="20">56</cx:pt>
          <cx:pt idx="21">23.100000000000001</cx:pt>
          <cx:pt idx="22">81</cx:pt>
          <cx:pt idx="23">48.770000000000003</cx:pt>
          <cx:pt idx="24">47</cx:pt>
          <cx:pt idx="25">186</cx:pt>
          <cx:pt idx="26">35</cx:pt>
          <cx:pt idx="27">123</cx:pt>
          <cx:pt idx="28">57.390000000000001</cx:pt>
          <cx:pt idx="29">125</cx:pt>
          <cx:pt idx="30">36</cx:pt>
          <cx:pt idx="31">45.5</cx:pt>
          <cx:pt idx="32">125</cx:pt>
          <cx:pt idx="33">56.119999999999997</cx:pt>
          <cx:pt idx="34">45</cx:pt>
          <cx:pt idx="35">81</cx:pt>
          <cx:pt idx="36">38</cx:pt>
          <cx:pt idx="37">38</cx:pt>
          <cx:pt idx="38">48</cx:pt>
          <cx:pt idx="39">91.790000000000006</cx:pt>
          <cx:pt idx="40">33</cx:pt>
          <cx:pt idx="41">94.819999999999993</cx:pt>
          <cx:pt idx="42">36</cx:pt>
          <cx:pt idx="43">50</cx:pt>
          <cx:pt idx="44">99</cx:pt>
          <cx:pt idx="45">91</cx:pt>
          <cx:pt idx="46">75</cx:pt>
          <cx:pt idx="47">75</cx:pt>
          <cx:pt idx="48">44</cx:pt>
          <cx:pt idx="49">192</cx:pt>
          <cx:pt idx="50">45</cx:pt>
          <cx:pt idx="51">55</cx:pt>
          <cx:pt idx="52">44</cx:pt>
          <cx:pt idx="53">140</cx:pt>
          <cx:pt idx="54">62</cx:pt>
          <cx:pt idx="55">43</cx:pt>
          <cx:pt idx="56">57</cx:pt>
          <cx:pt idx="57">36.68</cx:pt>
          <cx:pt idx="58">80.579999999999998</cx:pt>
          <cx:pt idx="59">101</cx:pt>
          <cx:pt idx="60">70</cx:pt>
          <cx:pt idx="61">140</cx:pt>
          <cx:pt idx="62">48.229999999999997</cx:pt>
          <cx:pt idx="63">40</cx:pt>
          <cx:pt idx="64">205</cx:pt>
          <cx:pt idx="65">250</cx:pt>
          <cx:pt idx="66">105</cx:pt>
          <cx:pt idx="67">224.5</cx:pt>
          <cx:pt idx="68">78</cx:pt>
          <cx:pt idx="69">60.799999999999997</cx:pt>
          <cx:pt idx="70">102</cx:pt>
          <cx:pt idx="71">210</cx:pt>
          <cx:pt idx="72">88</cx:pt>
          <cx:pt idx="73">37</cx:pt>
          <cx:pt idx="74">58.060000000000002</cx:pt>
          <cx:pt idx="75">70</cx:pt>
          <cx:pt idx="76">28.879999999999999</cx:pt>
          <cx:pt idx="77">70</cx:pt>
          <cx:pt idx="78">80</cx:pt>
          <cx:pt idx="79">90</cx:pt>
          <cx:pt idx="80">245</cx:pt>
          <cx:pt idx="81">48</cx:pt>
          <cx:pt idx="82">65</cx:pt>
          <cx:pt idx="83">90</cx:pt>
          <cx:pt idx="84">138</cx:pt>
          <cx:pt idx="85">17</cx:pt>
          <cx:pt idx="86">150</cx:pt>
          <cx:pt idx="87">43</cx:pt>
          <cx:pt idx="88">50</cx:pt>
          <cx:pt idx="89">49.899999999999999</cx:pt>
          <cx:pt idx="90">98</cx:pt>
          <cx:pt idx="91">55.68</cx:pt>
          <cx:pt idx="92">66.780000000000001</cx:pt>
          <cx:pt idx="93">120</cx:pt>
          <cx:pt idx="94">75</cx:pt>
          <cx:pt idx="95">51.909999999999997</cx:pt>
          <cx:pt idx="96">45.899999999999999</cx:pt>
          <cx:pt idx="97">140</cx:pt>
          <cx:pt idx="98">64</cx:pt>
          <cx:pt idx="99">74.75</cx:pt>
          <cx:pt idx="100">75</cx:pt>
          <cx:pt idx="101">120</cx:pt>
          <cx:pt idx="102">200</cx:pt>
          <cx:pt idx="103">150</cx:pt>
          <cx:pt idx="104">68.519999999999996</cx:pt>
          <cx:pt idx="105">34</cx:pt>
          <cx:pt idx="106">65</cx:pt>
          <cx:pt idx="107">54</cx:pt>
          <cx:pt idx="108">78</cx:pt>
          <cx:pt idx="109">110</cx:pt>
          <cx:pt idx="110">75</cx:pt>
          <cx:pt idx="111">16.5</cx:pt>
          <cx:pt idx="112">83</cx:pt>
          <cx:pt idx="113">57</cx:pt>
          <cx:pt idx="114">65</cx:pt>
          <cx:pt idx="115">54.005000000000003</cx:pt>
          <cx:pt idx="116">50.399999999999999</cx:pt>
          <cx:pt idx="117">85.049999999999997</cx:pt>
          <cx:pt idx="118">250</cx:pt>
          <cx:pt idx="119">213</cx:pt>
          <cx:pt idx="120">105</cx:pt>
          <cx:pt idx="121">60</cx:pt>
          <cx:pt idx="122">43.759999999999998</cx:pt>
          <cx:pt idx="123">225</cx:pt>
          <cx:pt idx="124">110</cx:pt>
          <cx:pt idx="125">35</cx:pt>
          <cx:pt idx="126">46.740000000000002</cx:pt>
          <cx:pt idx="127">91.310000000000002</cx:pt>
          <cx:pt idx="128">58</cx:pt>
          <cx:pt idx="129">44</cx:pt>
          <cx:pt idx="130">50</cx:pt>
          <cx:pt idx="131">30.600000000000001</cx:pt>
          <cx:pt idx="132">50</cx:pt>
          <cx:pt idx="133">135</cx:pt>
          <cx:pt idx="134">145</cx:pt>
          <cx:pt idx="135">48</cx:pt>
          <cx:pt idx="136">32</cx:pt>
          <cx:pt idx="137">150</cx:pt>
          <cx:pt idx="138">175</cx:pt>
          <cx:pt idx="139">43.490000000000002</cx:pt>
          <cx:pt idx="140">75</cx:pt>
          <cx:pt idx="141">64.5</cx:pt>
          <cx:pt idx="142">60</cx:pt>
          <cx:pt idx="143">70</cx:pt>
          <cx:pt idx="144">11</cx:pt>
          <cx:pt idx="145">64.5</cx:pt>
          <cx:pt idx="146">56</cx:pt>
          <cx:pt idx="147">65</cx:pt>
          <cx:pt idx="148">100</cx:pt>
          <cx:pt idx="149">14</cx:pt>
          <cx:pt idx="150">67</cx:pt>
          <cx:pt idx="151">36</cx:pt>
          <cx:pt idx="152">51</cx:pt>
          <cx:pt idx="153">155</cx:pt>
          <cx:pt idx="154">145</cx:pt>
          <cx:pt idx="155">110</cx:pt>
          <cx:pt idx="156">52</cx:pt>
          <cx:pt idx="157">55.700000000000003</cx:pt>
          <cx:pt idx="158">46</cx:pt>
          <cx:pt idx="159">56.799999999999997</cx:pt>
          <cx:pt idx="160">52</cx:pt>
          <cx:pt idx="161">110</cx:pt>
          <cx:pt idx="162">80</cx:pt>
          <cx:pt idx="163">60</cx:pt>
          <cx:pt idx="164">98</cx:pt>
          <cx:pt idx="165">58</cx:pt>
          <cx:pt idx="166">115</cx:pt>
          <cx:pt idx="167">56</cx:pt>
          <cx:pt idx="168">48</cx:pt>
          <cx:pt idx="169">82</cx:pt>
          <cx:pt idx="170">70</cx:pt>
          <cx:pt idx="171">47.600000000000001</cx:pt>
          <cx:pt idx="172">53</cx:pt>
          <cx:pt idx="173">54</cx:pt>
          <cx:pt idx="174">48.700000000000003</cx:pt>
          <cx:pt idx="175">88</cx:pt>
          <cx:pt idx="176">87</cx:pt>
          <cx:pt idx="177">43.5</cx:pt>
          <cx:pt idx="178">65</cx:pt>
          <cx:pt idx="179">89</cx:pt>
          <cx:pt idx="180">78.290000000000006</cx:pt>
          <cx:pt idx="181">100</cx:pt>
          <cx:pt idx="182">65</cx:pt>
          <cx:pt idx="183">141</cx:pt>
          <cx:pt idx="184">27</cx:pt>
          <cx:pt idx="185">78</cx:pt>
          <cx:pt idx="186">98.290000000000006</cx:pt>
          <cx:pt idx="187">125</cx:pt>
          <cx:pt idx="188">90</cx:pt>
          <cx:pt idx="189">75.5</cx:pt>
          <cx:pt idx="190">44.280000000000001</cx:pt>
          <cx:pt idx="191">74.819999999999993</cx:pt>
          <cx:pt idx="192">72</cx:pt>
          <cx:pt idx="193">115</cx:pt>
          <cx:pt idx="194">119</cx:pt>
          <cx:pt idx="195">22.140000000000001</cx:pt>
          <cx:pt idx="196">56.399999999999999</cx:pt>
          <cx:pt idx="197">60</cx:pt>
          <cx:pt idx="198">55</cx:pt>
          <cx:pt idx="199">42</cx:pt>
          <cx:pt idx="200">110</cx:pt>
          <cx:pt idx="201">65</cx:pt>
          <cx:pt idx="202">39</cx:pt>
          <cx:pt idx="203">129</cx:pt>
          <cx:pt idx="204">150</cx:pt>
          <cx:pt idx="205">60</cx:pt>
          <cx:pt idx="206">16.449999999999999</cx:pt>
          <cx:pt idx="207">180</cx:pt>
          <cx:pt idx="208">16.449999999999999</cx:pt>
          <cx:pt idx="209">84</cx:pt>
          <cx:pt idx="210">72.5</cx:pt>
          <cx:pt idx="211">90</cx:pt>
          <cx:pt idx="212">40</cx:pt>
          <cx:pt idx="213">70</cx:pt>
          <cx:pt idx="214">185</cx:pt>
          <cx:pt idx="215">20</cx:pt>
          <cx:pt idx="216">55</cx:pt>
          <cx:pt idx="217">93</cx:pt>
          <cx:pt idx="218">22.5</cx:pt>
          <cx:pt idx="219">69</cx:pt>
          <cx:pt idx="220">95</cx:pt>
          <cx:pt idx="221">36</cx:pt>
          <cx:pt idx="222">63</cx:pt>
          <cx:pt idx="223">300</cx:pt>
          <cx:pt idx="224">75.5</cx:pt>
          <cx:pt idx="225">43.899999999999999</cx:pt>
          <cx:pt idx="226">59.899999999999999</cx:pt>
          <cx:pt idx="227">49.200000000000003</cx:pt>
          <cx:pt idx="228">52.799999999999997</cx:pt>
          <cx:pt idx="229">46</cx:pt>
          <cx:pt idx="230">61.579999999999998</cx:pt>
          <cx:pt idx="231">26</cx:pt>
          <cx:pt idx="232">120</cx:pt>
          <cx:pt idx="233">32</cx:pt>
          <cx:pt idx="234">131</cx:pt>
          <cx:pt idx="235">45</cx:pt>
          <cx:pt idx="236">73.950000000000003</cx:pt>
          <cx:pt idx="237">132</cx:pt>
          <cx:pt idx="238">80.900000000000006</cx:pt>
          <cx:pt idx="239">91.450000000000003</cx:pt>
          <cx:pt idx="240">55</cx:pt>
          <cx:pt idx="241">34.5</cx:pt>
          <cx:pt idx="242">100</cx:pt>
          <cx:pt idx="243">78.799999999999997</cx:pt>
          <cx:pt idx="244">46</cx:pt>
          <cx:pt idx="245">94</cx:pt>
          <cx:pt idx="246">40</cx:pt>
          <cx:pt idx="247">56</cx:pt>
          <cx:pt idx="248">50</cx:pt>
          <cx:pt idx="249">25.879999999999999</cx:pt>
          <cx:pt idx="250">51.25</cx:pt>
          <cx:pt idx="251">44</cx:pt>
          <cx:pt idx="252">45</cx:pt>
          <cx:pt idx="253">98.200000000000003</cx:pt>
          <cx:pt idx="254">50</cx:pt>
          <cx:pt idx="255">75</cx:pt>
          <cx:pt idx="256">98</cx:pt>
          <cx:pt idx="257">47</cx:pt>
          <cx:pt idx="258">120</cx:pt>
          <cx:pt idx="259">104</cx:pt>
          <cx:pt idx="260">29.5</cx:pt>
          <cx:pt idx="261">70</cx:pt>
          <cx:pt idx="262">100</cx:pt>
          <cx:pt idx="263">105</cx:pt>
          <cx:pt idx="264">45</cx:pt>
          <cx:pt idx="265">26</cx:pt>
          <cx:pt idx="266">95</cx:pt>
          <cx:pt idx="267">65</cx:pt>
          <cx:pt idx="268">150</cx:pt>
          <cx:pt idx="269">100</cx:pt>
          <cx:pt idx="270">115</cx:pt>
          <cx:pt idx="271">55.549999999999997</cx:pt>
          <cx:pt idx="272">67</cx:pt>
          <cx:pt idx="273">46.5</cx:pt>
          <cx:pt idx="274">27</cx:pt>
          <cx:pt idx="275">75</cx:pt>
          <cx:pt idx="276">52</cx:pt>
          <cx:pt idx="277">51</cx:pt>
          <cx:pt idx="278">83.090000000000003</cx:pt>
          <cx:pt idx="279">65</cx:pt>
          <cx:pt idx="280">56</cx:pt>
          <cx:pt idx="281">55</cx:pt>
          <cx:pt idx="282">52</cx:pt>
          <cx:pt idx="283">55</cx:pt>
          <cx:pt idx="284">95</cx:pt>
          <cx:pt idx="285">67</cx:pt>
          <cx:pt idx="286">198</cx:pt>
          <cx:pt idx="287">74</cx:pt>
          <cx:pt idx="288">215</cx:pt>
          <cx:pt idx="289">58</cx:pt>
          <cx:pt idx="290">45</cx:pt>
          <cx:pt idx="291">230</cx:pt>
          <cx:pt idx="292">64</cx:pt>
          <cx:pt idx="293">79</cx:pt>
          <cx:pt idx="294">48</cx:pt>
          <cx:pt idx="295">40</cx:pt>
          <cx:pt idx="296">76</cx:pt>
          <cx:pt idx="297">150</cx:pt>
          <cx:pt idx="298">21.530000000000001</cx:pt>
          <cx:pt idx="299">65</cx:pt>
          <cx:pt idx="300">140</cx:pt>
          <cx:pt idx="301">49.359999999999999</cx:pt>
          <cx:pt idx="302">150</cx:pt>
          <cx:pt idx="303">43.25</cx:pt>
          <cx:pt idx="304">77</cx:pt>
          <cx:pt idx="305">75</cx:pt>
          <cx:pt idx="306">57</cx:pt>
          <cx:pt idx="307">28.350000000000001</cx:pt>
          <cx:pt idx="308">125</cx:pt>
          <cx:pt idx="309">50</cx:pt>
          <cx:pt idx="310">335</cx:pt>
          <cx:pt idx="311">50</cx:pt>
          <cx:pt idx="312">89.040000000000006</cx:pt>
          <cx:pt idx="313">90</cx:pt>
          <cx:pt idx="314">18.5</cx:pt>
          <cx:pt idx="315">52</cx:pt>
          <cx:pt idx="316">11.66</cx:pt>
          <cx:pt idx="317">66</cx:pt>
          <cx:pt idx="318">60</cx:pt>
          <cx:pt idx="319">39</cx:pt>
          <cx:pt idx="320">60</cx:pt>
          <cx:pt idx="321">212</cx:pt>
          <cx:pt idx="322">55</cx:pt>
          <cx:pt idx="323">65</cx:pt>
          <cx:pt idx="324">46.799999999999997</cx:pt>
          <cx:pt idx="325">108</cx:pt>
          <cx:pt idx="326">110</cx:pt>
          <cx:pt idx="327">29.899999999999999</cx:pt>
          <cx:pt idx="328">95</cx:pt>
          <cx:pt idx="329">77</cx:pt>
          <cx:pt idx="330">115</cx:pt>
          <cx:pt idx="331">90</cx:pt>
          <cx:pt idx="332">36</cx:pt>
          <cx:pt idx="333">44</cx:pt>
          <cx:pt idx="334">25</cx:pt>
          <cx:pt idx="335">40</cx:pt>
          <cx:pt idx="336">79</cx:pt>
          <cx:pt idx="337">134</cx:pt>
          <cx:pt idx="338">121</cx:pt>
          <cx:pt idx="339">94</cx:pt>
          <cx:pt idx="340">45.789999999999999</cx:pt>
          <cx:pt idx="341">33</cx:pt>
          <cx:pt idx="342">108</cx:pt>
          <cx:pt idx="343">53</cx:pt>
          <cx:pt idx="344">58</cx:pt>
          <cx:pt idx="345">32</cx:pt>
          <cx:pt idx="346">55</cx:pt>
          <cx:pt idx="347">120</cx:pt>
          <cx:pt idx="348">45</cx:pt>
          <cx:pt idx="349">161</cx:pt>
          <cx:pt idx="350">230</cx:pt>
          <cx:pt idx="351">65</cx:pt>
          <cx:pt idx="352">82</cx:pt>
          <cx:pt idx="353">125</cx:pt>
          <cx:pt idx="354">38</cx:pt>
          <cx:pt idx="355">38</cx:pt>
          <cx:pt idx="356">64.5</cx:pt>
          <cx:pt idx="357">88</cx:pt>
          <cx:pt idx="358">62</cx:pt>
          <cx:pt idx="359">55</cx:pt>
          <cx:pt idx="360">31.48</cx:pt>
          <cx:pt idx="361">60</cx:pt>
          <cx:pt idx="362">103</cx:pt>
          <cx:pt idx="363">26.5</cx:pt>
          <cx:pt idx="364">75</cx:pt>
          <cx:pt idx="365">67</cx:pt>
          <cx:pt idx="366">85</cx:pt>
          <cx:pt idx="367">79</cx:pt>
          <cx:pt idx="368">55</cx:pt>
          <cx:pt idx="369">55</cx:pt>
          <cx:pt idx="370">140</cx:pt>
          <cx:pt idx="371">69</cx:pt>
          <cx:pt idx="372">69</cx:pt>
          <cx:pt idx="373">47.119999999999997</cx:pt>
          <cx:pt idx="374">48.100000000000001</cx:pt>
          <cx:pt idx="375">55</cx:pt>
          <cx:pt idx="376">68.290000000000006</cx:pt>
          <cx:pt idx="377">40</cx:pt>
          <cx:pt idx="378">76</cx:pt>
          <cx:pt idx="379">95</cx:pt>
          <cx:pt idx="380">57</cx:pt>
          <cx:pt idx="381">100</cx:pt>
          <cx:pt idx="382">71</cx:pt>
          <cx:pt idx="383">95</cx:pt>
          <cx:pt idx="384">34.649999999999999</cx:pt>
          <cx:pt idx="385">135</cx:pt>
          <cx:pt idx="386">78</cx:pt>
          <cx:pt idx="387">55.469999999999999</cx:pt>
          <cx:pt idx="388">74.030000000000001</cx:pt>
          <cx:pt idx="389">55</cx:pt>
          <cx:pt idx="390">325</cx:pt>
          <cx:pt idx="391">30.350000000000001</cx:pt>
          <cx:pt idx="392">98</cx:pt>
          <cx:pt idx="393">46.960000000000001</cx:pt>
          <cx:pt idx="394">360</cx:pt>
          <cx:pt idx="395">120</cx:pt>
          <cx:pt idx="396">35.229999999999997</cx:pt>
          <cx:pt idx="397">30</cx:pt>
          <cx:pt idx="398">63</cx:pt>
          <cx:pt idx="399">50</cx:pt>
          <cx:pt idx="400">130</cx:pt>
          <cx:pt idx="401">110</cx:pt>
          <cx:pt idx="402">54</cx:pt>
          <cx:pt idx="403">95</cx:pt>
          <cx:pt idx="404">40</cx:pt>
          <cx:pt idx="405">42.159999999999997</cx:pt>
          <cx:pt idx="406">98</cx:pt>
          <cx:pt idx="407">62</cx:pt>
          <cx:pt idx="408">74</cx:pt>
          <cx:pt idx="409">50.170000000000002</cx:pt>
          <cx:pt idx="410">56</cx:pt>
          <cx:pt idx="411">99</cx:pt>
          <cx:pt idx="412">49</cx:pt>
          <cx:pt idx="413">60</cx:pt>
          <cx:pt idx="414">120</cx:pt>
          <cx:pt idx="415">94.420000000000002</cx:pt>
          <cx:pt idx="416">52.5</cx:pt>
          <cx:pt idx="417">63</cx:pt>
          <cx:pt idx="418">53</cx:pt>
          <cx:pt idx="419">45</cx:pt>
          <cx:pt idx="420">32</cx:pt>
          <cx:pt idx="421">36</cx:pt>
          <cx:pt idx="422">48.5</cx:pt>
          <cx:pt idx="423">45</cx:pt>
          <cx:pt idx="424">95</cx:pt>
          <cx:pt idx="425">58</cx:pt>
          <cx:pt idx="426">68.75</cx:pt>
          <cx:pt idx="427">26</cx:pt>
          <cx:pt idx="428">38</cx:pt>
          <cx:pt idx="429">40</cx:pt>
          <cx:pt idx="430">35</cx:pt>
          <cx:pt idx="431">45</cx:pt>
          <cx:pt idx="432">70</cx:pt>
          <cx:pt idx="433">41</cx:pt>
          <cx:pt idx="434">67</cx:pt>
          <cx:pt idx="435">80</cx:pt>
          <cx:pt idx="436">154</cx:pt>
          <cx:pt idx="437">65</cx:pt>
          <cx:pt idx="438">275</cx:pt>
          <cx:pt idx="439">48</cx:pt>
          <cx:pt idx="440">115</cx:pt>
          <cx:pt idx="441">110</cx:pt>
          <cx:pt idx="442">125</cx:pt>
          <cx:pt idx="443">70</cx:pt>
          <cx:pt idx="444">42.740000000000002</cx:pt>
          <cx:pt idx="445">25</cx:pt>
          <cx:pt idx="446">120</cx:pt>
          <cx:pt idx="447">160</cx:pt>
          <cx:pt idx="448">47</cx:pt>
          <cx:pt idx="449">45.5</cx:pt>
          <cx:pt idx="450">45</cx:pt>
          <cx:pt idx="451">66</cx:pt>
          <cx:pt idx="452">245</cx:pt>
          <cx:pt idx="453">48.479999999999997</cx:pt>
          <cx:pt idx="454">68</cx:pt>
          <cx:pt idx="455">49</cx:pt>
          <cx:pt idx="456">210</cx:pt>
          <cx:pt idx="457">39.729999999999997</cx:pt>
          <cx:pt idx="458">101</cx:pt>
          <cx:pt idx="459">90</cx:pt>
          <cx:pt idx="460">99</cx:pt>
          <cx:pt idx="461">61.950000000000003</cx:pt>
          <cx:pt idx="462">63</cx:pt>
          <cx:pt idx="463">140</cx:pt>
          <cx:pt idx="464">50</cx:pt>
          <cx:pt idx="465">63.770000000000003</cx:pt>
          <cx:pt idx="466">53.670000000000002</cx:pt>
          <cx:pt idx="467">54</cx:pt>
          <cx:pt idx="468">42</cx:pt>
          <cx:pt idx="469">40</cx:pt>
          <cx:pt idx="470">27.25</cx:pt>
          <cx:pt idx="471">25</cx:pt>
          <cx:pt idx="472">175</cx:pt>
          <cx:pt idx="473">80</cx:pt>
          <cx:pt idx="474">33.32</cx:pt>
          <cx:pt idx="475">50</cx:pt>
          <cx:pt idx="476">160</cx:pt>
          <cx:pt idx="477">28.149999999999999</cx:pt>
          <cx:pt idx="478">84</cx:pt>
          <cx:pt idx="479">100</cx:pt>
          <cx:pt idx="480">55</cx:pt>
          <cx:pt idx="481">125</cx:pt>
          <cx:pt idx="482">69.299999999999997</cx:pt>
          <cx:pt idx="483">225</cx:pt>
          <cx:pt idx="484">120</cx:pt>
          <cx:pt idx="485">58.700000000000003</cx:pt>
          <cx:pt idx="486">80</cx:pt>
          <cx:pt idx="487">65</cx:pt>
          <cx:pt idx="488">73</cx:pt>
          <cx:pt idx="489">45</cx:pt>
          <cx:pt idx="490">36</cx:pt>
          <cx:pt idx="491">46</cx:pt>
          <cx:pt idx="492">48.950000000000003</cx:pt>
          <cx:pt idx="493">40</cx:pt>
          <cx:pt idx="494">102</cx:pt>
          <cx:pt idx="495">42</cx:pt>
          <cx:pt idx="496">38</cx:pt>
          <cx:pt idx="497">75</cx:pt>
          <cx:pt idx="498">150</cx:pt>
          <cx:pt idx="499">115</cx:pt>
          <cx:pt idx="500">18.5</cx:pt>
          <cx:pt idx="501">98</cx:pt>
          <cx:pt idx="502">65</cx:pt>
          <cx:pt idx="503">45</cx:pt>
          <cx:pt idx="504">85</cx:pt>
          <cx:pt idx="505">44.710000000000001</cx:pt>
          <cx:pt idx="506">85</cx:pt>
          <cx:pt idx="507">60</cx:pt>
          <cx:pt idx="508">70</cx:pt>
          <cx:pt idx="509">140</cx:pt>
          <cx:pt idx="510">25</cx:pt>
          <cx:pt idx="511">49.07</cx:pt>
          <cx:pt idx="512">37</cx:pt>
          <cx:pt idx="513">260</cx:pt>
          <cx:pt idx="514">55</cx:pt>
          <cx:pt idx="515">45.799999999999997</cx:pt>
          <cx:pt idx="516">40</cx:pt>
          <cx:pt idx="517">42</cx:pt>
          <cx:pt idx="518">70</cx:pt>
          <cx:pt idx="519">100</cx:pt>
          <cx:pt idx="520">134</cx:pt>
          <cx:pt idx="521">95</cx:pt>
          <cx:pt idx="522">95</cx:pt>
          <cx:pt idx="523">36</cx:pt>
          <cx:pt idx="524">95</cx:pt>
          <cx:pt idx="525">100</cx:pt>
          <cx:pt idx="526">60</cx:pt>
          <cx:pt idx="527">49</cx:pt>
          <cx:pt idx="528">85</cx:pt>
          <cx:pt idx="529">70</cx:pt>
          <cx:pt idx="530">56</cx:pt>
          <cx:pt idx="531">160</cx:pt>
          <cx:pt idx="532">50</cx:pt>
          <cx:pt idx="533">25</cx:pt>
          <cx:pt idx="534">29</cx:pt>
          <cx:pt idx="535">86</cx:pt>
          <cx:pt idx="536">65</cx:pt>
          <cx:pt idx="537">160</cx:pt>
          <cx:pt idx="538">48</cx:pt>
          <cx:pt idx="539">52.799999999999997</cx:pt>
          <cx:pt idx="540">40</cx:pt>
          <cx:pt idx="541">80</cx:pt>
          <cx:pt idx="542">47</cx:pt>
          <cx:pt idx="543">62</cx:pt>
          <cx:pt idx="544">52.200000000000003</cx:pt>
          <cx:pt idx="545">60</cx:pt>
          <cx:pt idx="546">150</cx:pt>
          <cx:pt idx="547">35.229999999999997</cx:pt>
          <cx:pt idx="548">58</cx:pt>
          <cx:pt idx="549">58</cx:pt>
          <cx:pt idx="550">46</cx:pt>
          <cx:pt idx="551">260</cx:pt>
          <cx:pt idx="552">66</cx:pt>
          <cx:pt idx="553">45</cx:pt>
          <cx:pt idx="554">67.390000000000001</cx:pt>
          <cx:pt idx="555">78</cx:pt>
          <cx:pt idx="556">48.130000000000003</cx:pt>
          <cx:pt idx="557">45.979999999999997</cx:pt>
          <cx:pt idx="558">200</cx:pt>
          <cx:pt idx="559">45</cx:pt>
          <cx:pt idx="560">130</cx:pt>
          <cx:pt idx="561">38.549999999999997</cx:pt>
          <cx:pt idx="562">108</cx:pt>
          <cx:pt idx="563">70</cx:pt>
          <cx:pt idx="564">77</cx:pt>
          <cx:pt idx="565">78.340000000000003</cx:pt>
          <cx:pt idx="566">115</cx:pt>
          <cx:pt idx="567">50</cx:pt>
          <cx:pt idx="568">120</cx:pt>
          <cx:pt idx="569">57</cx:pt>
          <cx:pt idx="570">49.850000000000001</cx:pt>
          <cx:pt idx="571">165</cx:pt>
          <cx:pt idx="572">40</cx:pt>
          <cx:pt idx="573">56</cx:pt>
          <cx:pt idx="574">109</cx:pt>
          <cx:pt idx="575">83.299999999999997</cx:pt>
          <cx:pt idx="576">111</cx:pt>
          <cx:pt idx="577">58</cx:pt>
          <cx:pt idx="578">61.75</cx:pt>
          <cx:pt idx="579">55</cx:pt>
          <cx:pt idx="580">120</cx:pt>
          <cx:pt idx="581">60</cx:pt>
          <cx:pt idx="582">120</cx:pt>
          <cx:pt idx="583">43.479999999999997</cx:pt>
          <cx:pt idx="584">139</cx:pt>
          <cx:pt idx="585">40.390000000000001</cx:pt>
          <cx:pt idx="586">87</cx:pt>
          <cx:pt idx="587">32.490000000000002</cx:pt>
          <cx:pt idx="588">44</cx:pt>
          <cx:pt idx="589">76</cx:pt>
          <cx:pt idx="590">98.5</cx:pt>
          <cx:pt idx="591">28.34</cx:pt>
          <cx:pt idx="592">159</cx:pt>
          <cx:pt idx="593">25.530000000000001</cx:pt>
          <cx:pt idx="594">24.5</cx:pt>
          <cx:pt idx="595">45</cx:pt>
          <cx:pt idx="596">82</cx:pt>
          <cx:pt idx="597">32</cx:pt>
          <cx:pt idx="598">160</cx:pt>
          <cx:pt idx="599">54</cx:pt>
          <cx:pt idx="600">91</cx:pt>
          <cx:pt idx="601">62</cx:pt>
          <cx:pt idx="602">82</cx:pt>
          <cx:pt idx="603">40.609999999999999</cx:pt>
          <cx:pt idx="604">71</cx:pt>
          <cx:pt idx="605">90</cx:pt>
          <cx:pt idx="606">100</cx:pt>
          <cx:pt idx="607">42</cx:pt>
          <cx:pt idx="608">57</cx:pt>
          <cx:pt idx="609">57</cx:pt>
          <cx:pt idx="610">85</cx:pt>
          <cx:pt idx="611">125</cx:pt>
          <cx:pt idx="612">48</cx:pt>
          <cx:pt idx="613">53</cx:pt>
          <cx:pt idx="614">62.5</cx:pt>
          <cx:pt idx="615">118</cx:pt>
          <cx:pt idx="616">52</cx:pt>
          <cx:pt idx="617">47</cx:pt>
          <cx:pt idx="618">52.039999999999999</cx:pt>
          <cx:pt idx="619">37.640000000000001</cx:pt>
          <cx:pt idx="620">66</cx:pt>
          <cx:pt idx="621">162</cx:pt>
          <cx:pt idx="622">35</cx:pt>
          <cx:pt idx="623">20.030000000000001</cx:pt>
          <cx:pt idx="624">59.950000000000003</cx:pt>
          <cx:pt idx="625">22</cx:pt>
          <cx:pt idx="626">48</cx:pt>
          <cx:pt idx="627">52</cx:pt>
          <cx:pt idx="628">60</cx:pt>
          <cx:pt idx="629">140</cx:pt>
          <cx:pt idx="630">126</cx:pt>
          <cx:pt idx="631">97</cx:pt>
          <cx:pt idx="632">77</cx:pt>
          <cx:pt idx="633">98.879999999999995</cx:pt>
          <cx:pt idx="634">43.509999999999998</cx:pt>
          <cx:pt idx="635">85</cx:pt>
          <cx:pt idx="636">53.5</cx:pt>
          <cx:pt idx="637">36</cx:pt>
          <cx:pt idx="638">155</cx:pt>
          <cx:pt idx="639">39</cx:pt>
          <cx:pt idx="640">45</cx:pt>
          <cx:pt idx="641">55</cx:pt>
          <cx:pt idx="642">36.850000000000001</cx:pt>
          <cx:pt idx="643">55</cx:pt>
          <cx:pt idx="644">110</cx:pt>
          <cx:pt idx="645">57.990000000000002</cx:pt>
          <cx:pt idx="646">130</cx:pt>
          <cx:pt idx="647">67</cx:pt>
          <cx:pt idx="648">30</cx:pt>
          <cx:pt idx="649">59.935000000000002</cx:pt>
          <cx:pt idx="650">89.609999999999999</cx:pt>
          <cx:pt idx="651">58</cx:pt>
          <cx:pt idx="652">60</cx:pt>
          <cx:pt idx="653">150</cx:pt>
          <cx:pt idx="654">203</cx:pt>
          <cx:pt idx="655">150</cx:pt>
          <cx:pt idx="656">33</cx:pt>
          <cx:pt idx="657">41</cx:pt>
          <cx:pt idx="658">28</cx:pt>
          <cx:pt idx="659">75</cx:pt>
          <cx:pt idx="660">82.5</cx:pt>
          <cx:pt idx="661">65</cx:pt>
          <cx:pt idx="662">152</cx:pt>
          <cx:pt idx="663">90</cx:pt>
          <cx:pt idx="664">59.130000000000003</cx:pt>
          <cx:pt idx="665">66.019999999999996</cx:pt>
          <cx:pt idx="666">83</cx:pt>
          <cx:pt idx="667">52</cx:pt>
          <cx:pt idx="668">77</cx:pt>
          <cx:pt idx="669">63</cx:pt>
          <cx:pt idx="670">41</cx:pt>
          <cx:pt idx="671">42.600000000000001</cx:pt>
          <cx:pt idx="672">112</cx:pt>
          <cx:pt idx="673">59.759999999999998</cx:pt>
          <cx:pt idx="674">61</cx:pt>
          <cx:pt idx="675">46</cx:pt>
          <cx:pt idx="676">40</cx:pt>
          <cx:pt idx="677">75</cx:pt>
          <cx:pt idx="678">62</cx:pt>
          <cx:pt idx="679">135</cx:pt>
          <cx:pt idx="680">99</cx:pt>
          <cx:pt idx="681">111</cx:pt>
          <cx:pt idx="682">67.299999999999997</cx:pt>
          <cx:pt idx="683">42.789999999999999</cx:pt>
          <cx:pt idx="684">84</cx:pt>
          <cx:pt idx="685">27.68</cx:pt>
          <cx:pt idx="686">33</cx:pt>
          <cx:pt idx="687">98</cx:pt>
          <cx:pt idx="688">83.299999999999997</cx:pt>
          <cx:pt idx="689">195</cx:pt>
          <cx:pt idx="690">38.130000000000003</cx:pt>
          <cx:pt idx="691">84.829999999999998</cx:pt>
          <cx:pt idx="692">34.899999999999999</cx:pt>
          <cx:pt idx="693">50.490000000000002</cx:pt>
          <cx:pt idx="694">130</cx:pt>
          <cx:pt idx="695">90</cx:pt>
          <cx:pt idx="696">95</cx:pt>
          <cx:pt idx="697">75</cx:pt>
          <cx:pt idx="698">30</cx:pt>
          <cx:pt idx="699">83</cx:pt>
          <cx:pt idx="700">39</cx:pt>
          <cx:pt idx="701">100</cx:pt>
          <cx:pt idx="702">40</cx:pt>
          <cx:pt idx="703">45</cx:pt>
          <cx:pt idx="704">68.75</cx:pt>
          <cx:pt idx="705">57</cx:pt>
          <cx:pt idx="706">75</cx:pt>
          <cx:pt idx="707">55</cx:pt>
          <cx:pt idx="708">39.520000000000003</cx:pt>
          <cx:pt idx="709">58</cx:pt>
          <cx:pt idx="710">95</cx:pt>
          <cx:pt idx="711">113</cx:pt>
          <cx:pt idx="712">36</cx:pt>
          <cx:pt idx="713">43.5</cx:pt>
          <cx:pt idx="714">58.935000000000002</cx:pt>
          <cx:pt idx="715">86.579999999999998</cx:pt>
          <cx:pt idx="716">94</cx:pt>
          <cx:pt idx="717">70</cx:pt>
          <cx:pt idx="718">184</cx:pt>
          <cx:pt idx="719">82</cx:pt>
          <cx:pt idx="720">92</cx:pt>
          <cx:pt idx="721">27.239999999999998</cx:pt>
          <cx:pt idx="722">51.469999999999999</cx:pt>
          <cx:pt idx="723">52</cx:pt>
          <cx:pt idx="724">41</cx:pt>
          <cx:pt idx="725">41.100000000000001</cx:pt>
          <cx:pt idx="726">57</cx:pt>
          <cx:pt idx="727">46.549999999999997</cx:pt>
          <cx:pt idx="728">73.299999999999997</cx:pt>
          <cx:pt idx="729">67</cx:pt>
          <cx:pt idx="730">65</cx:pt>
          <cx:pt idx="731">49.390000000000001</cx:pt>
          <cx:pt idx="732">50</cx:pt>
          <cx:pt idx="733">85</cx:pt>
          <cx:pt idx="734">142</cx:pt>
          <cx:pt idx="735">95</cx:pt>
          <cx:pt idx="736">71</cx:pt>
          <cx:pt idx="737">60</cx:pt>
          <cx:pt idx="738">40</cx:pt>
          <cx:pt idx="739">95</cx:pt>
          <cx:pt idx="740">40</cx:pt>
          <cx:pt idx="741">58</cx:pt>
          <cx:pt idx="742">95</cx:pt>
          <cx:pt idx="743">115</cx:pt>
          <cx:pt idx="744">15.135</cx:pt>
          <cx:pt idx="745">25.879999999999999</cx:pt>
          <cx:pt idx="746">240</cx:pt>
          <cx:pt idx="747">66</cx:pt>
          <cx:pt idx="748">28</cx:pt>
          <cx:pt idx="749">66</cx:pt>
          <cx:pt idx="750">37</cx:pt>
          <cx:pt idx="751">69</cx:pt>
          <cx:pt idx="752">51.909999999999997</cx:pt>
          <cx:pt idx="753">42.789999999999999</cx:pt>
          <cx:pt idx="754">80</cx:pt>
          <cx:pt idx="755">130</cx:pt>
          <cx:pt idx="756">55.780000000000001</cx:pt>
          <cx:pt idx="757">125</cx:pt>
          <cx:pt idx="758">65</cx:pt>
          <cx:pt idx="759">120</cx:pt>
          <cx:pt idx="760">26</cx:pt>
          <cx:pt idx="761">17</cx:pt>
          <cx:pt idx="762">140</cx:pt>
          <cx:pt idx="763">69</cx:pt>
          <cx:pt idx="764">125</cx:pt>
          <cx:pt idx="765">52</cx:pt>
          <cx:pt idx="766">52</cx:pt>
          <cx:pt idx="767">110</cx:pt>
          <cx:pt idx="768">53</cx:pt>
          <cx:pt idx="769">45</cx:pt>
          <cx:pt idx="770">107</cx:pt>
          <cx:pt idx="771">57.5</cx:pt>
          <cx:pt idx="772">33.030000000000001</cx:pt>
          <cx:pt idx="773">54</cx:pt>
          <cx:pt idx="774">80</cx:pt>
          <cx:pt idx="775">55</cx:pt>
          <cx:pt idx="776">43.414999999999999</cx:pt>
          <cx:pt idx="777">423</cx:pt>
          <cx:pt idx="778">58</cx:pt>
          <cx:pt idx="779">98.890000000000001</cx:pt>
          <cx:pt idx="780">49.859999999999999</cx:pt>
          <cx:pt idx="781">130</cx:pt>
          <cx:pt idx="782">39.729999999999997</cx:pt>
          <cx:pt idx="783">150</cx:pt>
          <cx:pt idx="784">247</cx:pt>
          <cx:pt idx="785">250</cx:pt>
          <cx:pt idx="786">187</cx:pt>
          <cx:pt idx="787">90</cx:pt>
          <cx:pt idx="788">11</cx:pt>
          <cx:pt idx="789">82</cx:pt>
          <cx:pt idx="790">87</cx:pt>
          <cx:pt idx="791">45.899999999999999</cx:pt>
          <cx:pt idx="792">79.5</cx:pt>
          <cx:pt idx="793">240</cx:pt>
          <cx:pt idx="794">64.439999999999998</cx:pt>
          <cx:pt idx="795">95</cx:pt>
          <cx:pt idx="796">95</cx:pt>
          <cx:pt idx="797">270</cx:pt>
          <cx:pt idx="798">50</cx:pt>
          <cx:pt idx="799">80</cx:pt>
          <cx:pt idx="800">55.789999999999999</cx:pt>
          <cx:pt idx="801">18.41</cx:pt>
          <cx:pt idx="802">33.280000000000001</cx:pt>
          <cx:pt idx="803">115</cx:pt>
          <cx:pt idx="804">68</cx:pt>
          <cx:pt idx="805">35.140000000000001</cx:pt>
          <cx:pt idx="806">42</cx:pt>
          <cx:pt idx="807">55</cx:pt>
          <cx:pt idx="808">48.450000000000003</cx:pt>
          <cx:pt idx="809">65.989999999999995</cx:pt>
          <cx:pt idx="810">20</cx:pt>
          <cx:pt idx="811">56</cx:pt>
          <cx:pt idx="812">80</cx:pt>
          <cx:pt idx="813">50</cx:pt>
          <cx:pt idx="814">47</cx:pt>
          <cx:pt idx="815">62</cx:pt>
          <cx:pt idx="816">42</cx:pt>
          <cx:pt idx="817">71.549999999999997</cx:pt>
          <cx:pt idx="818">31</cx:pt>
          <cx:pt idx="819">86.510000000000005</cx:pt>
          <cx:pt idx="820">52.07</cx:pt>
          <cx:pt idx="821">100</cx:pt>
          <cx:pt idx="822">49.979999999999997</cx:pt>
          <cx:pt idx="823">56.5</cx:pt>
          <cx:pt idx="824">75</cx:pt>
          <cx:pt idx="825">109</cx:pt>
          <cx:pt idx="826">27</cx:pt>
          <cx:pt idx="827">55.149999999999999</cx:pt>
          <cx:pt idx="828">17.535</cx:pt>
          <cx:pt idx="829">125</cx:pt>
          <cx:pt idx="830">36.850000000000001</cx:pt>
          <cx:pt idx="831">73.5</cx:pt>
          <cx:pt idx="832">80</cx:pt>
          <cx:pt idx="833">56.119999999999997</cx:pt>
          <cx:pt idx="834">67</cx:pt>
          <cx:pt idx="835">145</cx:pt>
          <cx:pt idx="836">22</cx:pt>
          <cx:pt idx="837">100</cx:pt>
          <cx:pt idx="838">93</cx:pt>
          <cx:pt idx="839">49</cx:pt>
          <cx:pt idx="840">89.5</cx:pt>
          <cx:pt idx="841">66</cx:pt>
          <cx:pt idx="842">40.43</cx:pt>
          <cx:pt idx="843">67</cx:pt>
          <cx:pt idx="844">44.5</cx:pt>
          <cx:pt idx="845">53</cx:pt>
          <cx:pt idx="846">62.799999999999997</cx:pt>
          <cx:pt idx="847">163</cx:pt>
          <cx:pt idx="848">53</cx:pt>
          <cx:pt idx="849">62</cx:pt>
          <cx:pt idx="850">12</cx:pt>
          <cx:pt idx="851">60</cx:pt>
          <cx:pt idx="852">140</cx:pt>
          <cx:pt idx="853">48.270000000000003</cx:pt>
          <cx:pt idx="854">56</cx:pt>
          <cx:pt idx="855">95.840000000000003</cx:pt>
          <cx:pt idx="856">80.5</cx:pt>
          <cx:pt idx="857">74.5</cx:pt>
          <cx:pt idx="858">55</cx:pt>
          <cx:pt idx="859">64.5</cx:pt>
          <cx:pt idx="860">38</cx:pt>
          <cx:pt idx="861">46</cx:pt>
          <cx:pt idx="862">43.399999999999999</cx:pt>
          <cx:pt idx="863">130</cx:pt>
          <cx:pt idx="864">75</cx:pt>
          <cx:pt idx="865">68.75</cx:pt>
          <cx:pt idx="866">58</cx:pt>
          <cx:pt idx="867">50</cx:pt>
          <cx:pt idx="868">225</cx:pt>
          <cx:pt idx="869">54.799999999999997</cx:pt>
          <cx:pt idx="870">90</cx:pt>
          <cx:pt idx="871">125</cx:pt>
          <cx:pt idx="872">65</cx:pt>
          <cx:pt idx="873">52</cx:pt>
          <cx:pt idx="874">72</cx:pt>
          <cx:pt idx="875">115</cx:pt>
          <cx:pt idx="876">55.5</cx:pt>
          <cx:pt idx="877">66</cx:pt>
          <cx:pt idx="878">46</cx:pt>
          <cx:pt idx="879">75</cx:pt>
          <cx:pt idx="880">70</cx:pt>
          <cx:pt idx="881">40.32</cx:pt>
          <cx:pt idx="882">50</cx:pt>
          <cx:pt idx="883">85.099999999999994</cx:pt>
          <cx:pt idx="884">105</cx:pt>
          <cx:pt idx="885">80</cx:pt>
          <cx:pt idx="886">55</cx:pt>
          <cx:pt idx="887">42.899999999999999</cx:pt>
          <cx:pt idx="888">46</cx:pt>
          <cx:pt idx="889">75</cx:pt>
          <cx:pt idx="890">39.729999999999997</cx:pt>
          <cx:pt idx="891">70</cx:pt>
          <cx:pt idx="892">45.840000000000003</cx:pt>
          <cx:pt idx="893">154</cx:pt>
          <cx:pt idx="894">64.079999999999998</cx:pt>
          <cx:pt idx="895">74</cx:pt>
          <cx:pt idx="896">141</cx:pt>
          <cx:pt idx="897">90</cx:pt>
          <cx:pt idx="898">54.539999999999999</cx:pt>
          <cx:pt idx="899">65</cx:pt>
          <cx:pt idx="900">88.640000000000001</cx:pt>
          <cx:pt idx="901">14</cx:pt>
          <cx:pt idx="902">61.920000000000002</cx:pt>
          <cx:pt idx="903">90</cx:pt>
          <cx:pt idx="904">35</cx:pt>
          <cx:pt idx="905">48.329999999999998</cx:pt>
          <cx:pt idx="906">48</cx:pt>
          <cx:pt idx="907">115</cx:pt>
          <cx:pt idx="908">85</cx:pt>
          <cx:pt idx="909">62.549999999999997</cx:pt>
          <cx:pt idx="910">56</cx:pt>
          <cx:pt idx="911">265</cx:pt>
          <cx:pt idx="912">125</cx:pt>
          <cx:pt idx="913">96</cx:pt>
          <cx:pt idx="914">56.25</cx:pt>
          <cx:pt idx="915">60</cx:pt>
          <cx:pt idx="916">95</cx:pt>
          <cx:pt idx="917">42</cx:pt>
          <cx:pt idx="918">67.379999999999995</cx:pt>
          <cx:pt idx="919">135</cx:pt>
          <cx:pt idx="920">29</cx:pt>
          <cx:pt idx="921">110</cx:pt>
          <cx:pt idx="922">62</cx:pt>
          <cx:pt idx="923">69</cx:pt>
          <cx:pt idx="924">46</cx:pt>
          <cx:pt idx="925">78</cx:pt>
          <cx:pt idx="926">44</cx:pt>
          <cx:pt idx="927">56</cx:pt>
          <cx:pt idx="928">73</cx:pt>
          <cx:pt idx="929">86.579999999999998</cx:pt>
          <cx:pt idx="930">56.93</cx:pt>
          <cx:pt idx="931">102</cx:pt>
          <cx:pt idx="932">38</cx:pt>
          <cx:pt idx="933">62</cx:pt>
          <cx:pt idx="934">150</cx:pt>
          <cx:pt idx="935">50</cx:pt>
          <cx:pt idx="936">45</cx:pt>
          <cx:pt idx="937">105</cx:pt>
          <cx:pt idx="938">57</cx:pt>
          <cx:pt idx="939">55</cx:pt>
          <cx:pt idx="940">75</cx:pt>
          <cx:pt idx="941">115</cx:pt>
          <cx:pt idx="942">52.32</cx:pt>
          <cx:pt idx="943">115</cx:pt>
          <cx:pt idx="944">75</cx:pt>
          <cx:pt idx="945">55.109999999999999</cx:pt>
          <cx:pt idx="946">200</cx:pt>
          <cx:pt idx="947">80</cx:pt>
          <cx:pt idx="948">70</cx:pt>
          <cx:pt idx="949">145</cx:pt>
          <cx:pt idx="950">80</cx:pt>
          <cx:pt idx="951">64.5</cx:pt>
          <cx:pt idx="952">75</cx:pt>
          <cx:pt idx="953">49</cx:pt>
          <cx:pt idx="954">38</cx:pt>
          <cx:pt idx="955">50</cx:pt>
          <cx:pt idx="956">175</cx:pt>
          <cx:pt idx="957">41</cx:pt>
          <cx:pt idx="958">75</cx:pt>
          <cx:pt idx="959">95</cx:pt>
          <cx:pt idx="960">56</cx:pt>
          <cx:pt idx="961">120</cx:pt>
          <cx:pt idx="962">92.5</cx:pt>
          <cx:pt idx="963">160</cx:pt>
          <cx:pt idx="964">65.489999999999995</cx:pt>
          <cx:pt idx="965">45</cx:pt>
          <cx:pt idx="966">77</cx:pt>
          <cx:pt idx="967">56</cx:pt>
          <cx:pt idx="968">75</cx:pt>
          <cx:pt idx="969">105</cx:pt>
          <cx:pt idx="970">45</cx:pt>
          <cx:pt idx="971">38</cx:pt>
          <cx:pt idx="972">62.5</cx:pt>
          <cx:pt idx="973">42</cx:pt>
          <cx:pt idx="974">170</cx:pt>
          <cx:pt idx="975">65</cx:pt>
          <cx:pt idx="976">120</cx:pt>
          <cx:pt idx="977">67</cx:pt>
          <cx:pt idx="978">110</cx:pt>
          <cx:pt idx="979">98</cx:pt>
          <cx:pt idx="980">65.254999999999995</cx:pt>
          <cx:pt idx="981">45</cx:pt>
          <cx:pt idx="982">27</cx:pt>
          <cx:pt idx="983">30.5</cx:pt>
          <cx:pt idx="984">48</cx:pt>
          <cx:pt idx="985">46.5</cx:pt>
          <cx:pt idx="986">46.479999999999997</cx:pt>
          <cx:pt idx="987">300</cx:pt>
          <cx:pt idx="988">36.435000000000002</cx:pt>
          <cx:pt idx="989">74</cx:pt>
          <cx:pt idx="990">35</cx:pt>
          <cx:pt idx="991">42</cx:pt>
          <cx:pt idx="992">62</cx:pt>
          <cx:pt idx="993">40</cx:pt>
          <cx:pt idx="994">75</cx:pt>
          <cx:pt idx="995">43</cx:pt>
          <cx:pt idx="996">105</cx:pt>
          <cx:pt idx="997">65</cx:pt>
          <cx:pt idx="998">97.420000000000002</cx:pt>
          <cx:pt idx="999">45</cx:pt>
          <cx:pt idx="1000">79</cx:pt>
          <cx:pt idx="1001">77.680000000000007</cx:pt>
          <cx:pt idx="1002">220</cx:pt>
          <cx:pt idx="1003">46.170000000000002</cx:pt>
          <cx:pt idx="1004">51.630000000000003</cx:pt>
          <cx:pt idx="1005">85</cx:pt>
          <cx:pt idx="1006">100</cx:pt>
          <cx:pt idx="1007">120</cx:pt>
          <cx:pt idx="1008">60.469999999999999</cx:pt>
          <cx:pt idx="1009">53.759999999999998</cx:pt>
          <cx:pt idx="1010">55</cx:pt>
          <cx:pt idx="1011">145</cx:pt>
          <cx:pt idx="1012">90</cx:pt>
          <cx:pt idx="1013">51.990000000000002</cx:pt>
          <cx:pt idx="1014">94.790000000000006</cx:pt>
          <cx:pt idx="1015">97.379999999999995</cx:pt>
          <cx:pt idx="1016">60</cx:pt>
          <cx:pt idx="1017">65</cx:pt>
          <cx:pt idx="1018">78</cx:pt>
          <cx:pt idx="1019">210</cx:pt>
          <cx:pt idx="1020">120</cx:pt>
          <cx:pt idx="1021">63</cx:pt>
          <cx:pt idx="1022">48.700000000000003</cx:pt>
          <cx:pt idx="1023">39</cx:pt>
          <cx:pt idx="1024">85</cx:pt>
          <cx:pt idx="1025">40</cx:pt>
          <cx:pt idx="1026">130</cx:pt>
          <cx:pt idx="1027">68.400000000000006</cx:pt>
          <cx:pt idx="1028">52.5</cx:pt>
          <cx:pt idx="1029">20</cx:pt>
          <cx:pt idx="1030">15</cx:pt>
          <cx:pt idx="1031">42</cx:pt>
          <cx:pt idx="1032">66.680000000000007</cx:pt>
          <cx:pt idx="1033">16</cx:pt>
          <cx:pt idx="1034">62.280000000000001</cx:pt>
          <cx:pt idx="1035">85</cx:pt>
          <cx:pt idx="1036">49</cx:pt>
          <cx:pt idx="1037">75</cx:pt>
          <cx:pt idx="1038">100</cx:pt>
          <cx:pt idx="1039">70.25</cx:pt>
          <cx:pt idx="1040">50</cx:pt>
          <cx:pt idx="1041">60</cx:pt>
          <cx:pt idx="1042">78</cx:pt>
          <cx:pt idx="1043">75</cx:pt>
          <cx:pt idx="1044">68</cx:pt>
          <cx:pt idx="1045">78</cx:pt>
          <cx:pt idx="1046">25</cx:pt>
          <cx:pt idx="1047">146</cx:pt>
          <cx:pt idx="1048">250</cx:pt>
          <cx:pt idx="1049">160</cx:pt>
          <cx:pt idx="1050">45</cx:pt>
          <cx:pt idx="1051">80</cx:pt>
          <cx:pt idx="1052">115</cx:pt>
          <cx:pt idx="1053">248</cx:pt>
          <cx:pt idx="1054">100</cx:pt>
          <cx:pt idx="1055">155</cx:pt>
          <cx:pt idx="1056">120</cx:pt>
          <cx:pt idx="1057">55</cx:pt>
          <cx:pt idx="1058">67.980000000000004</cx:pt>
          <cx:pt idx="1059">59</cx:pt>
          <cx:pt idx="1060">65</cx:pt>
          <cx:pt idx="1061">52</cx:pt>
          <cx:pt idx="1062">35</cx:pt>
          <cx:pt idx="1063">55</cx:pt>
          <cx:pt idx="1064">62</cx:pt>
          <cx:pt idx="1065">56</cx:pt>
          <cx:pt idx="1066">41</cx:pt>
          <cx:pt idx="1067">67</cx:pt>
          <cx:pt idx="1068">88.5</cx:pt>
          <cx:pt idx="1069">57</cx:pt>
          <cx:pt idx="1070">65</cx:pt>
          <cx:pt idx="1071">39</cx:pt>
          <cx:pt idx="1072">60.810000000000002</cx:pt>
          <cx:pt idx="1073">85</cx:pt>
          <cx:pt idx="1074">220</cx:pt>
          <cx:pt idx="1075">78</cx:pt>
          <cx:pt idx="1076">53</cx:pt>
          <cx:pt idx="1077">47</cx:pt>
          <cx:pt idx="1078">105</cx:pt>
          <cx:pt idx="1079">38.340000000000003</cx:pt>
          <cx:pt idx="1080">81.989999999999995</cx:pt>
          <cx:pt idx="1081">86</cx:pt>
          <cx:pt idx="1082">58.5</cx:pt>
          <cx:pt idx="1083">80</cx:pt>
          <cx:pt idx="1084">50.75</cx:pt>
          <cx:pt idx="1085">100</cx:pt>
          <cx:pt idx="1086">48</cx:pt>
          <cx:pt idx="1087">251</cx:pt>
          <cx:pt idx="1088">63.590000000000003</cx:pt>
          <cx:pt idx="1089">55</cx:pt>
          <cx:pt idx="1090">59</cx:pt>
          <cx:pt idx="1091">78</cx:pt>
          <cx:pt idx="1092">45</cx:pt>
          <cx:pt idx="1093">47</cx:pt>
          <cx:pt idx="1094">89.549999999999997</cx:pt>
          <cx:pt idx="1095">88</cx:pt>
          <cx:pt idx="1096">75</cx:pt>
          <cx:pt idx="1097">64</cx:pt>
          <cx:pt idx="1098">16</cx:pt>
          <cx:pt idx="1099">72</cx:pt>
          <cx:pt idx="1100">53.399999999999999</cx:pt>
          <cx:pt idx="1101">45</cx:pt>
          <cx:pt idx="1102">44</cx:pt>
          <cx:pt idx="1103">83.870000000000005</cx:pt>
          <cx:pt idx="1104">51.460000000000001</cx:pt>
          <cx:pt idx="1105">43.850000000000001</cx:pt>
          <cx:pt idx="1106">56.100000000000001</cx:pt>
          <cx:pt idx="1107">85</cx:pt>
          <cx:pt idx="1108">120</cx:pt>
          <cx:pt idx="1109">40</cx:pt>
          <cx:pt idx="1110">90</cx:pt>
          <cx:pt idx="1111">43</cx:pt>
          <cx:pt idx="1112">38.649999999999999</cx:pt>
          <cx:pt idx="1113">74.400000000000006</cx:pt>
          <cx:pt idx="1114">69</cx:pt>
          <cx:pt idx="1115">65</cx:pt>
          <cx:pt idx="1116">130</cx:pt>
          <cx:pt idx="1117">75</cx:pt>
          <cx:pt idx="1118">85</cx:pt>
          <cx:pt idx="1119">67</cx:pt>
          <cx:pt idx="1120">63</cx:pt>
          <cx:pt idx="1121">49</cx:pt>
          <cx:pt idx="1122">88</cx:pt>
          <cx:pt idx="1123">69</cx:pt>
          <cx:pt idx="1124">45</cx:pt>
          <cx:pt idx="1125">86.060000000000002</cx:pt>
          <cx:pt idx="1126">149</cx:pt>
          <cx:pt idx="1127">96</cx:pt>
          <cx:pt idx="1128">127</cx:pt>
          <cx:pt idx="1129">125</cx:pt>
          <cx:pt idx="1130">71</cx:pt>
          <cx:pt idx="1131">32.369999999999997</cx:pt>
          <cx:pt idx="1132">36</cx:pt>
          <cx:pt idx="1133">299</cx:pt>
          <cx:pt idx="1134">51.5</cx:pt>
          <cx:pt idx="1135">80</cx:pt>
          <cx:pt idx="1136">65</cx:pt>
          <cx:pt idx="1137">78</cx:pt>
          <cx:pt idx="1138">98.319999999999993</cx:pt>
          <cx:pt idx="1139">54</cx:pt>
          <cx:pt idx="1140">116</cx:pt>
          <cx:pt idx="1141">32.719999999999999</cx:pt>
          <cx:pt idx="1142">25.25</cx:pt>
          <cx:pt idx="1143">47</cx:pt>
          <cx:pt idx="1144">50</cx:pt>
          <cx:pt idx="1145">33</cx:pt>
          <cx:pt idx="1146">50.75</cx:pt>
          <cx:pt idx="1147">45</cx:pt>
          <cx:pt idx="1148">135</cx:pt>
          <cx:pt idx="1149">40</cx:pt>
          <cx:pt idx="1150">155</cx:pt>
          <cx:pt idx="1151">95.099999999999994</cx:pt>
          <cx:pt idx="1152">93</cx:pt>
          <cx:pt idx="1153">56</cx:pt>
          <cx:pt idx="1154">72.200000000000003</cx:pt>
          <cx:pt idx="1155">70</cx:pt>
          <cx:pt idx="1156">65</cx:pt>
          <cx:pt idx="1157">18.5</cx:pt>
          <cx:pt idx="1158">187</cx:pt>
          <cx:pt idx="1159">55</cx:pt>
          <cx:pt idx="1160">74</cx:pt>
          <cx:pt idx="1161">40</cx:pt>
          <cx:pt idx="1162">158</cx:pt>
          <cx:pt idx="1163">110</cx:pt>
          <cx:pt idx="1164">35</cx:pt>
          <cx:pt idx="1165">52</cx:pt>
          <cx:pt idx="1166">44</cx:pt>
          <cx:pt idx="1167">42.100000000000001</cx:pt>
          <cx:pt idx="1168">25</cx:pt>
          <cx:pt idx="1169">84</cx:pt>
          <cx:pt idx="1170">39.549999999999997</cx:pt>
          <cx:pt idx="1171">65</cx:pt>
          <cx:pt idx="1172">100</cx:pt>
          <cx:pt idx="1173">64</cx:pt>
          <cx:pt idx="1174">76</cx:pt>
          <cx:pt idx="1175">37.490000000000002</cx:pt>
          <cx:pt idx="1176">140</cx:pt>
          <cx:pt idx="1177">69</cx:pt>
          <cx:pt idx="1178">50</cx:pt>
          <cx:pt idx="1179">46</cx:pt>
          <cx:pt idx="1180">58.399999999999999</cx:pt>
          <cx:pt idx="1181">65</cx:pt>
          <cx:pt idx="1182">41.390000000000001</cx:pt>
          <cx:pt idx="1183">100</cx:pt>
          <cx:pt idx="1184">52.479999999999997</cx:pt>
          <cx:pt idx="1185">66</cx:pt>
          <cx:pt idx="1186">62</cx:pt>
          <cx:pt idx="1187">51</cx:pt>
          <cx:pt idx="1188">75</cx:pt>
          <cx:pt idx="1189">95</cx:pt>
          <cx:pt idx="1190">22</cx:pt>
          <cx:pt idx="1191">47.649999999999999</cx:pt>
          <cx:pt idx="1192">150</cx:pt>
          <cx:pt idx="1193">71</cx:pt>
          <cx:pt idx="1194">135</cx:pt>
          <cx:pt idx="1195">58.990000000000002</cx:pt>
          <cx:pt idx="1196">65</cx:pt>
          <cx:pt idx="1197">16.5</cx:pt>
          <cx:pt idx="1198">95</cx:pt>
          <cx:pt idx="1199">68</cx:pt>
          <cx:pt idx="1200">28</cx:pt>
          <cx:pt idx="1201">45</cx:pt>
          <cx:pt idx="1202">46</cx:pt>
          <cx:pt idx="1203">62.700000000000003</cx:pt>
          <cx:pt idx="1204">46</cx:pt>
          <cx:pt idx="1205">45</cx:pt>
          <cx:pt idx="1206">80</cx:pt>
          <cx:pt idx="1207">90</cx:pt>
          <cx:pt idx="1208">135</cx:pt>
          <cx:pt idx="1209">127</cx:pt>
          <cx:pt idx="1210">46</cx:pt>
          <cx:pt idx="1211">98</cx:pt>
          <cx:pt idx="1212">38</cx:pt>
          <cx:pt idx="1213">32</cx:pt>
          <cx:pt idx="1214">57.390000000000001</cx:pt>
          <cx:pt idx="1215">65</cx:pt>
          <cx:pt idx="1216">45</cx:pt>
          <cx:pt idx="1217">55</cx:pt>
          <cx:pt idx="1218">52.479999999999997</cx:pt>
          <cx:pt idx="1219">60</cx:pt>
          <cx:pt idx="1220">66.390000000000001</cx:pt>
          <cx:pt idx="1221">65</cx:pt>
          <cx:pt idx="1222">43.200000000000003</cx:pt>
          <cx:pt idx="1223">80</cx:pt>
          <cx:pt idx="1224">200</cx:pt>
          <cx:pt idx="1225">85</cx:pt>
          <cx:pt idx="1226">124</cx:pt>
          <cx:pt idx="1227">75</cx:pt>
          <cx:pt idx="1228">29</cx:pt>
          <cx:pt idx="1229">78</cx:pt>
          <cx:pt idx="1230">44.079999999999998</cx:pt>
          <cx:pt idx="1231">127</cx:pt>
          <cx:pt idx="1232">65.650000000000006</cx:pt>
          <cx:pt idx="1233">70</cx:pt>
          <cx:pt idx="1234">85</cx:pt>
          <cx:pt idx="1235">10</cx:pt>
          <cx:pt idx="1236">166</cx:pt>
          <cx:pt idx="1237">53.5</cx:pt>
          <cx:pt idx="1238">40</cx:pt>
          <cx:pt idx="1239">68</cx:pt>
          <cx:pt idx="1240">61</cx:pt>
          <cx:pt idx="1241">56</cx:pt>
          <cx:pt idx="1242">234</cx:pt>
          <cx:pt idx="1243">55</cx:pt>
          <cx:pt idx="1244">35</cx:pt>
          <cx:pt idx="1245">27</cx:pt>
          <cx:pt idx="1246">42.719999999999999</cx:pt>
          <cx:pt idx="1247">45</cx:pt>
          <cx:pt idx="1248">39.5</cx:pt>
          <cx:pt idx="1249">42</cx:pt>
          <cx:pt idx="1250">44</cx:pt>
          <cx:pt idx="1251">100</cx:pt>
          <cx:pt idx="1252">24</cx:pt>
          <cx:pt idx="1253">63</cx:pt>
          <cx:pt idx="1254">125</cx:pt>
          <cx:pt idx="1255">32.640000000000001</cx:pt>
          <cx:pt idx="1256">92</cx:pt>
          <cx:pt idx="1257">110</cx:pt>
          <cx:pt idx="1258">105</cx:pt>
          <cx:pt idx="1259">69.090000000000003</cx:pt>
          <cx:pt idx="1260">75</cx:pt>
          <cx:pt idx="1261">50</cx:pt>
          <cx:pt idx="1262">66</cx:pt>
          <cx:pt idx="1263">48.479999999999997</cx:pt>
          <cx:pt idx="1264">115</cx:pt>
          <cx:pt idx="1265">48</cx:pt>
          <cx:pt idx="1266">122</cx:pt>
          <cx:pt idx="1267">31.5</cx:pt>
          <cx:pt idx="1268">70</cx:pt>
          <cx:pt idx="1269">14</cx:pt>
          <cx:pt idx="1270">50</cx:pt>
          <cx:pt idx="1271">95.049999999999997</cx:pt>
          <cx:pt idx="1272">39</cx:pt>
          <cx:pt idx="1273">40</cx:pt>
          <cx:pt idx="1274">46.859999999999999</cx:pt>
          <cx:pt idx="1275">72</cx:pt>
          <cx:pt idx="1276">111</cx:pt>
          <cx:pt idx="1277">125</cx:pt>
          <cx:pt idx="1278">39</cx:pt>
          <cx:pt idx="1279">66</cx:pt>
          <cx:pt idx="1280">27</cx:pt>
          <cx:pt idx="1281">60</cx:pt>
          <cx:pt idx="1282">75</cx:pt>
          <cx:pt idx="1283">63.530000000000001</cx:pt>
          <cx:pt idx="1284">42</cx:pt>
          <cx:pt idx="1285">112</cx:pt>
          <cx:pt idx="1286">49</cx:pt>
          <cx:pt idx="1287">42</cx:pt>
          <cx:pt idx="1288">66.5</cx:pt>
          <cx:pt idx="1289">57.600000000000001</cx:pt>
          <cx:pt idx="1290">72</cx:pt>
          <cx:pt idx="1291">92.150000000000006</cx:pt>
          <cx:pt idx="1292">200</cx:pt>
          <cx:pt idx="1293">105</cx:pt>
          <cx:pt idx="1294">198</cx:pt>
          <cx:pt idx="1295">86.980000000000004</cx:pt>
          <cx:pt idx="1296">73</cx:pt>
          <cx:pt idx="1297">71</cx:pt>
          <cx:pt idx="1298">103</cx:pt>
          <cx:pt idx="1299">17.835000000000001</cx:pt>
          <cx:pt idx="1300">100</cx:pt>
          <cx:pt idx="1301">72</cx:pt>
          <cx:pt idx="1302">41.390000000000001</cx:pt>
          <cx:pt idx="1303">40.390000000000001</cx:pt>
          <cx:pt idx="1304">42</cx:pt>
          <cx:pt idx="1305">95</cx:pt>
          <cx:pt idx="1306">50</cx:pt>
          <cx:pt idx="1307">58</cx:pt>
          <cx:pt idx="1308">73</cx:pt>
          <cx:pt idx="1309">140</cx:pt>
          <cx:pt idx="1310">38.240000000000002</cx:pt>
          <cx:pt idx="1311">33.600000000000001</cx:pt>
          <cx:pt idx="1312">90</cx:pt>
          <cx:pt idx="1313">60</cx:pt>
          <cx:pt idx="1314">32.689999999999998</cx:pt>
          <cx:pt idx="1315">46.549999999999997</cx:pt>
          <cx:pt idx="1316">80.629999999999995</cx:pt>
          <cx:pt idx="1317">48</cx:pt>
          <cx:pt idx="1318">75</cx:pt>
          <cx:pt idx="1319">80.269999999999996</cx:pt>
          <cx:pt idx="1320">47</cx:pt>
          <cx:pt idx="1321">46</cx:pt>
          <cx:pt idx="1322">50</cx:pt>
          <cx:pt idx="1323">46</cx:pt>
          <cx:pt idx="1324">100</cx:pt>
          <cx:pt idx="1325">110</cx:pt>
          <cx:pt idx="1326">120</cx:pt>
          <cx:pt idx="1327">72</cx:pt>
          <cx:pt idx="1328">33</cx:pt>
          <cx:pt idx="1329">120</cx:pt>
          <cx:pt idx="1330">68</cx:pt>
          <cx:pt idx="1331">75.769999999999996</cx:pt>
          <cx:pt idx="1332">55</cx:pt>
          <cx:pt idx="1333">54</cx:pt>
          <cx:pt idx="1334">42.329999999999998</cx:pt>
          <cx:pt idx="1335">61.299999999999997</cx:pt>
          <cx:pt idx="1336">189</cx:pt>
          <cx:pt idx="1337">62</cx:pt>
          <cx:pt idx="1338">40</cx:pt>
          <cx:pt idx="1339">110</cx:pt>
          <cx:pt idx="1340">200</cx:pt>
          <cx:pt idx="1341">56</cx:pt>
          <cx:pt idx="1342">215</cx:pt>
          <cx:pt idx="1343">130</cx:pt>
          <cx:pt idx="1344">37.5</cx:pt>
          <cx:pt idx="1345">250</cx:pt>
          <cx:pt idx="1346">125</cx:pt>
          <cx:pt idx="1347">31.890000000000001</cx:pt>
          <cx:pt idx="1348">80</cx:pt>
          <cx:pt idx="1349">39.5</cx:pt>
          <cx:pt idx="1350">19.5</cx:pt>
          <cx:pt idx="1351">68</cx:pt>
          <cx:pt idx="1352">40</cx:pt>
          <cx:pt idx="1353">48</cx:pt>
          <cx:pt idx="1354">92</cx:pt>
          <cx:pt idx="1355">37.100000000000001</cx:pt>
          <cx:pt idx="1356">60</cx:pt>
          <cx:pt idx="1357">80</cx:pt>
          <cx:pt idx="1358">75</cx:pt>
          <cx:pt idx="1359">92</cx:pt>
          <cx:pt idx="1360">66</cx:pt>
          <cx:pt idx="1361">53</cx:pt>
          <cx:pt idx="1362">58</cx:pt>
          <cx:pt idx="1363">160</cx:pt>
          <cx:pt idx="1364">89</cx:pt>
          <cx:pt idx="1365">30</cx:pt>
          <cx:pt idx="1366">52</cx:pt>
          <cx:pt idx="1367">78.5</cx:pt>
          <cx:pt idx="1368">52</cx:pt>
          <cx:pt idx="1369">125</cx:pt>
          <cx:pt idx="1370">42</cx:pt>
          <cx:pt idx="1371">34</cx:pt>
          <cx:pt idx="1372">50</cx:pt>
          <cx:pt idx="1373">72</cx:pt>
          <cx:pt idx="1374">68</cx:pt>
          <cx:pt idx="1375">59</cx:pt>
          <cx:pt idx="1376">62</cx:pt>
          <cx:pt idx="1377">70</cx:pt>
          <cx:pt idx="1378">51</cx:pt>
          <cx:pt idx="1379">120</cx:pt>
          <cx:pt idx="1380">17</cx:pt>
          <cx:pt idx="1381">43.200000000000003</cx:pt>
          <cx:pt idx="1382">155</cx:pt>
          <cx:pt idx="1383">65</cx:pt>
          <cx:pt idx="1384">33</cx:pt>
          <cx:pt idx="1385">50</cx:pt>
          <cx:pt idx="1386">75</cx:pt>
          <cx:pt idx="1387">93.930000000000007</cx:pt>
          <cx:pt idx="1388">53.799999999999997</cx:pt>
          <cx:pt idx="1389">85</cx:pt>
          <cx:pt idx="1390">160</cx:pt>
          <cx:pt idx="1391">162</cx:pt>
          <cx:pt idx="1392">58</cx:pt>
          <cx:pt idx="1393">74.390000000000001</cx:pt>
          <cx:pt idx="1394">162</cx:pt>
          <cx:pt idx="1395">82</cx:pt>
          <cx:pt idx="1396">28.879999999999999</cx:pt>
          <cx:pt idx="1397">24.550000000000001</cx:pt>
          <cx:pt idx="1398">89</cx:pt>
          <cx:pt idx="1399">38.399999999999999</cx:pt>
          <cx:pt idx="1400">55</cx:pt>
          <cx:pt idx="1401">45</cx:pt>
          <cx:pt idx="1402">75</cx:pt>
          <cx:pt idx="1403">44.5</cx:pt>
          <cx:pt idx="1404">54.649999999999999</cx:pt>
          <cx:pt idx="1405">89</cx:pt>
          <cx:pt idx="1406">214</cx:pt>
          <cx:pt idx="1407">88</cx:pt>
          <cx:pt idx="1408">56.170000000000002</cx:pt>
          <cx:pt idx="1409">90</cx:pt>
          <cx:pt idx="1410">210</cx:pt>
          <cx:pt idx="1411">57</cx:pt>
          <cx:pt idx="1412">48</cx:pt>
          <cx:pt idx="1413">28.585000000000001</cx:pt>
          <cx:pt idx="1414">46</cx:pt>
          <cx:pt idx="1415">54</cx:pt>
          <cx:pt idx="1416">100</cx:pt>
          <cx:pt idx="1417">176</cx:pt>
          <cx:pt idx="1418">42</cx:pt>
          <cx:pt idx="1419">125</cx:pt>
          <cx:pt idx="1420">67</cx:pt>
          <cx:pt idx="1421">31.48</cx:pt>
          <cx:pt idx="1422">30</cx:pt>
          <cx:pt idx="1423">60</cx:pt>
          <cx:pt idx="1424">85</cx:pt>
          <cx:pt idx="1425">53</cx:pt>
          <cx:pt idx="1426">125</cx:pt>
          <cx:pt idx="1427">120</cx:pt>
          <cx:pt idx="1428">68.480000000000004</cx:pt>
          <cx:pt idx="1429">86</cx:pt>
          <cx:pt idx="1430">86</cx:pt>
          <cx:pt idx="1431">25.399999999999999</cx:pt>
          <cx:pt idx="1432">70</cx:pt>
          <cx:pt idx="1433">75</cx:pt>
          <cx:pt idx="1434">84</cx:pt>
          <cx:pt idx="1435">62</cx:pt>
          <cx:pt idx="1436">120</cx:pt>
          <cx:pt idx="1437">50</cx:pt>
          <cx:pt idx="1438">38.130000000000003</cx:pt>
          <cx:pt idx="1439">230</cx:pt>
          <cx:pt idx="1440">160</cx:pt>
          <cx:pt idx="1441">50</cx:pt>
          <cx:pt idx="1442">30</cx:pt>
          <cx:pt idx="1443">37</cx:pt>
          <cx:pt idx="1444">39</cx:pt>
          <cx:pt idx="1445">48.145000000000003</cx:pt>
          <cx:pt idx="1446">88</cx:pt>
          <cx:pt idx="1447">85</cx:pt>
          <cx:pt idx="1448">35</cx:pt>
          <cx:pt idx="1449">57</cx:pt>
          <cx:pt idx="1450">132</cx:pt>
          <cx:pt idx="1451">16.5</cx:pt>
          <cx:pt idx="1452">142</cx:pt>
          <cx:pt idx="1453">44</cx:pt>
          <cx:pt idx="1454">93.359999999999999</cx:pt>
          <cx:pt idx="1455">42.469999999999999</cx:pt>
          <cx:pt idx="1456">45</cx:pt>
          <cx:pt idx="1457">72</cx:pt>
          <cx:pt idx="1458">68.5</cx:pt>
          <cx:pt idx="1459">39</cx:pt>
          <cx:pt idx="1460">162</cx:pt>
          <cx:pt idx="1461">45.469999999999999</cx:pt>
          <cx:pt idx="1462">40</cx:pt>
          <cx:pt idx="1463">62</cx:pt>
          <cx:pt idx="1464">150</cx:pt>
          <cx:pt idx="1465">42.600000000000001</cx:pt>
          <cx:pt idx="1466">180</cx:pt>
          <cx:pt idx="1467">98.859999999999999</cx:pt>
          <cx:pt idx="1468">72</cx:pt>
          <cx:pt idx="1469">100</cx:pt>
          <cx:pt idx="1470">75</cx:pt>
          <cx:pt idx="1471">74.159999999999997</cx:pt>
          <cx:pt idx="1472">95</cx:pt>
          <cx:pt idx="1473">50</cx:pt>
          <cx:pt idx="1474">56</cx:pt>
          <cx:pt idx="1475">55</cx:pt>
          <cx:pt idx="1476">204</cx:pt>
          <cx:pt idx="1477">40</cx:pt>
          <cx:pt idx="1478">136</cx:pt>
          <cx:pt idx="1479">207</cx:pt>
          <cx:pt idx="1480">85</cx:pt>
          <cx:pt idx="1481">95</cx:pt>
          <cx:pt idx="1482">27</cx:pt>
          <cx:pt idx="1483">47</cx:pt>
          <cx:pt idx="1484">83.730000000000004</cx:pt>
          <cx:pt idx="1485">127</cx:pt>
          <cx:pt idx="1486">91.859999999999999</cx:pt>
          <cx:pt idx="1487">53</cx:pt>
          <cx:pt idx="1488">55</cx:pt>
          <cx:pt idx="1489">65</cx:pt>
          <cx:pt idx="1490">55</cx:pt>
          <cx:pt idx="1491">39.700000000000003</cx:pt>
          <cx:pt idx="1492">35.229999999999997</cx:pt>
          <cx:pt idx="1493">75</cx:pt>
          <cx:pt idx="1494">240</cx:pt>
          <cx:pt idx="1495">72</cx:pt>
          <cx:pt idx="1496">108</cx:pt>
          <cx:pt idx="1497">26</cx:pt>
          <cx:pt idx="1498">57</cx:pt>
          <cx:pt idx="1499">55</cx:pt>
          <cx:pt idx="1500">57</cx:pt>
          <cx:pt idx="1501">80</cx:pt>
          <cx:pt idx="1502">44</cx:pt>
          <cx:pt idx="1503">81.939999999999998</cx:pt>
          <cx:pt idx="1504">58</cx:pt>
          <cx:pt idx="1505">39</cx:pt>
          <cx:pt idx="1506">70</cx:pt>
          <cx:pt idx="1507">120</cx:pt>
          <cx:pt idx="1508">55</cx:pt>
          <cx:pt idx="1509">172</cx:pt>
          <cx:pt idx="1510">75</cx:pt>
          <cx:pt idx="1511">64.5</cx:pt>
          <cx:pt idx="1512">110</cx:pt>
          <cx:pt idx="1513">65</cx:pt>
          <cx:pt idx="1514">40</cx:pt>
          <cx:pt idx="1515">110</cx:pt>
          <cx:pt idx="1516">160</cx:pt>
          <cx:pt idx="1517">86</cx:pt>
          <cx:pt idx="1518">39.979999999999997</cx:pt>
          <cx:pt idx="1519">41.729999999999997</cx:pt>
          <cx:pt idx="1520">38</cx:pt>
          <cx:pt idx="1521">46</cx:pt>
          <cx:pt idx="1522">60.869999999999997</cx:pt>
          <cx:pt idx="1523">50</cx:pt>
          <cx:pt idx="1524">125</cx:pt>
          <cx:pt idx="1525">191</cx:pt>
          <cx:pt idx="1526">58</cx:pt>
          <cx:pt idx="1527">170</cx:pt>
          <cx:pt idx="1528">65.5</cx:pt>
          <cx:pt idx="1529">135</cx:pt>
          <cx:pt idx="1530">115</cx:pt>
          <cx:pt idx="1531">92</cx:pt>
          <cx:pt idx="1532">198</cx:pt>
          <cx:pt idx="1533">94.549999999999997</cx:pt>
          <cx:pt idx="1534">87</cx:pt>
          <cx:pt idx="1535">50</cx:pt>
          <cx:pt idx="1536">47.390000000000001</cx:pt>
          <cx:pt idx="1537">71.5</cx:pt>
          <cx:pt idx="1538">120</cx:pt>
          <cx:pt idx="1539">65</cx:pt>
          <cx:pt idx="1540">55</cx:pt>
          <cx:pt idx="1541">50</cx:pt>
          <cx:pt idx="1542">58</cx:pt>
          <cx:pt idx="1543">55</cx:pt>
          <cx:pt idx="1544">119</cx:pt>
          <cx:pt idx="1545">95.450000000000003</cx:pt>
          <cx:pt idx="1546">130</cx:pt>
          <cx:pt idx="1547">50.659999999999997</cx:pt>
          <cx:pt idx="1548">65</cx:pt>
          <cx:pt idx="1549">48</cx:pt>
          <cx:pt idx="1550">28</cx:pt>
          <cx:pt idx="1551">58</cx:pt>
          <cx:pt idx="1552">50</cx:pt>
          <cx:pt idx="1553">80</cx:pt>
          <cx:pt idx="1554">40</cx:pt>
          <cx:pt idx="1555">100</cx:pt>
          <cx:pt idx="1556">75</cx:pt>
          <cx:pt idx="1557">110</cx:pt>
          <cx:pt idx="1558">95</cx:pt>
          <cx:pt idx="1559">55</cx:pt>
          <cx:pt idx="1560">145</cx:pt>
          <cx:pt idx="1561">65.5</cx:pt>
          <cx:pt idx="1562">450</cx:pt>
          <cx:pt idx="1563">250</cx:pt>
          <cx:pt idx="1564">74.5</cx:pt>
          <cx:pt idx="1565">135</cx:pt>
          <cx:pt idx="1566">75</cx:pt>
          <cx:pt idx="1567">110</cx:pt>
          <cx:pt idx="1568">73</cx:pt>
          <cx:pt idx="1569">199</cx:pt>
          <cx:pt idx="1570">76</cx:pt>
          <cx:pt idx="1571">58.990000000000002</cx:pt>
          <cx:pt idx="1572">185</cx:pt>
          <cx:pt idx="1573">25</cx:pt>
          <cx:pt idx="1574">31</cx:pt>
          <cx:pt idx="1575">106</cx:pt>
          <cx:pt idx="1576">45</cx:pt>
          <cx:pt idx="1577">37</cx:pt>
          <cx:pt idx="1578">77</cx:pt>
          <cx:pt idx="1579">39.710000000000001</cx:pt>
          <cx:pt idx="1580">52</cx:pt>
          <cx:pt idx="1581">85</cx:pt>
          <cx:pt idx="1582">125</cx:pt>
          <cx:pt idx="1583">67</cx:pt>
          <cx:pt idx="1584">90</cx:pt>
          <cx:pt idx="1585">32.5</cx:pt>
          <cx:pt idx="1586">55</cx:pt>
          <cx:pt idx="1587">44</cx:pt>
          <cx:pt idx="1588">98</cx:pt>
          <cx:pt idx="1589">64</cx:pt>
          <cx:pt idx="1590">42</cx:pt>
          <cx:pt idx="1591">42</cx:pt>
          <cx:pt idx="1592">53.549999999999997</cx:pt>
          <cx:pt idx="1593">54.390000000000001</cx:pt>
          <cx:pt idx="1594">63</cx:pt>
          <cx:pt idx="1595">56.869999999999997</cx:pt>
          <cx:pt idx="1596">46</cx:pt>
          <cx:pt idx="1597">41</cx:pt>
          <cx:pt idx="1598">101</cx:pt>
          <cx:pt idx="1599">45</cx:pt>
          <cx:pt idx="1600">83</cx:pt>
          <cx:pt idx="1601">55</cx:pt>
          <cx:pt idx="1602">215</cx:pt>
          <cx:pt idx="1603">140</cx:pt>
          <cx:pt idx="1604">106</cx:pt>
          <cx:pt idx="1605">75</cx:pt>
          <cx:pt idx="1606">70</cx:pt>
          <cx:pt idx="1607">131</cx:pt>
          <cx:pt idx="1608">40.049999999999997</cx:pt>
          <cx:pt idx="1609">58</cx:pt>
          <cx:pt idx="1610">120</cx:pt>
          <cx:pt idx="1611">60</cx:pt>
          <cx:pt idx="1612">26</cx:pt>
          <cx:pt idx="1613">42</cx:pt>
          <cx:pt idx="1614">45.119999999999997</cx:pt>
          <cx:pt idx="1615">207</cx:pt>
          <cx:pt idx="1616">90</cx:pt>
          <cx:pt idx="1617">110</cx:pt>
          <cx:pt idx="1618">28</cx:pt>
          <cx:pt idx="1619">110</cx:pt>
          <cx:pt idx="1620">88</cx:pt>
          <cx:pt idx="1621">36</cx:pt>
          <cx:pt idx="1622">38</cx:pt>
          <cx:pt idx="1623">67</cx:pt>
          <cx:pt idx="1624">46.380000000000003</cx:pt>
          <cx:pt idx="1625">45</cx:pt>
          <cx:pt idx="1626">104</cx:pt>
          <cx:pt idx="1627">53.329999999999998</cx:pt>
          <cx:pt idx="1628">42.829999999999998</cx:pt>
          <cx:pt idx="1629">118</cx:pt>
          <cx:pt idx="1630">70</cx:pt>
          <cx:pt idx="1631">60</cx:pt>
          <cx:pt idx="1632">45.950000000000003</cx:pt>
          <cx:pt idx="1633">42</cx:pt>
          <cx:pt idx="1634">50</cx:pt>
          <cx:pt idx="1635">50</cx:pt>
          <cx:pt idx="1636">107</cx:pt>
          <cx:pt idx="1637">62.5</cx:pt>
          <cx:pt idx="1638">50</cx:pt>
          <cx:pt idx="1639">126</cx:pt>
          <cx:pt idx="1640">90.200000000000003</cx:pt>
          <cx:pt idx="1641">57</cx:pt>
          <cx:pt idx="1642">56</cx:pt>
          <cx:pt idx="1643">52</cx:pt>
          <cx:pt idx="1644">95</cx:pt>
          <cx:pt idx="1645">54.210000000000001</cx:pt>
          <cx:pt idx="1646">120</cx:pt>
          <cx:pt idx="1647">75</cx:pt>
          <cx:pt idx="1648">80</cx:pt>
          <cx:pt idx="1649">29.989999999999998</cx:pt>
          <cx:pt idx="1650">110</cx:pt>
          <cx:pt idx="1651">37</cx:pt>
          <cx:pt idx="1652">93</cx:pt>
          <cx:pt idx="1653">115</cx:pt>
          <cx:pt idx="1654">130</cx:pt>
          <cx:pt idx="1655">37.93</cx:pt>
          <cx:pt idx="1656">139</cx:pt>
          <cx:pt idx="1657">80</cx:pt>
          <cx:pt idx="1658">82</cx:pt>
          <cx:pt idx="1659">40.43</cx:pt>
          <cx:pt idx="1660">43.75</cx:pt>
          <cx:pt idx="1661">65</cx:pt>
          <cx:pt idx="1662">33</cx:pt>
          <cx:pt idx="1663">18</cx:pt>
          <cx:pt idx="1664">110</cx:pt>
          <cx:pt idx="1665">97</cx:pt>
          <cx:pt idx="1666">109</cx:pt>
          <cx:pt idx="1667">14</cx:pt>
          <cx:pt idx="1668">20</cx:pt>
          <cx:pt idx="1669">38.5</cx:pt>
          <cx:pt idx="1670">145</cx:pt>
          <cx:pt idx="1671">50</cx:pt>
          <cx:pt idx="1672">30</cx:pt>
          <cx:pt idx="1673">94.989999999999995</cx:pt>
          <cx:pt idx="1674">55</cx:pt>
          <cx:pt idx="1675">105</cx:pt>
          <cx:pt idx="1676">88</cx:pt>
          <cx:pt idx="1677">135</cx:pt>
          <cx:pt idx="1678">70</cx:pt>
          <cx:pt idx="1679">40</cx:pt>
          <cx:pt idx="1680">59</cx:pt>
          <cx:pt idx="1681">54</cx:pt>
          <cx:pt idx="1682">70</cx:pt>
          <cx:pt idx="1683">154</cx:pt>
          <cx:pt idx="1684">98</cx:pt>
          <cx:pt idx="1685">40</cx:pt>
          <cx:pt idx="1686">36.850000000000001</cx:pt>
          <cx:pt idx="1687">32</cx:pt>
          <cx:pt idx="1688">125</cx:pt>
          <cx:pt idx="1689">235</cx:pt>
          <cx:pt idx="1690">62</cx:pt>
          <cx:pt idx="1691">120</cx:pt>
          <cx:pt idx="1692">89</cx:pt>
          <cx:pt idx="1693">62</cx:pt>
          <cx:pt idx="1694">47</cx:pt>
          <cx:pt idx="1695">25</cx:pt>
          <cx:pt idx="1696">86.280000000000001</cx:pt>
          <cx:pt idx="1697">85</cx:pt>
          <cx:pt idx="1698">15</cx:pt>
          <cx:pt idx="1699">26</cx:pt>
          <cx:pt idx="1700">55</cx:pt>
          <cx:pt idx="1701">120</cx:pt>
          <cx:pt idx="1702">65</cx:pt>
          <cx:pt idx="1703">51.600000000000001</cx:pt>
          <cx:pt idx="1704">57</cx:pt>
          <cx:pt idx="1705">101</cx:pt>
          <cx:pt idx="1706">58</cx:pt>
          <cx:pt idx="1707">29.600000000000001</cx:pt>
          <cx:pt idx="1708">43</cx:pt>
          <cx:pt idx="1709">56.409999999999997</cx:pt>
          <cx:pt idx="1710">85</cx:pt>
          <cx:pt idx="1711">51</cx:pt>
          <cx:pt idx="1712">75</cx:pt>
          <cx:pt idx="1713">110</cx:pt>
          <cx:pt idx="1714">60</cx:pt>
          <cx:pt idx="1715">160</cx:pt>
          <cx:pt idx="1716">50</cx:pt>
          <cx:pt idx="1717">65</cx:pt>
          <cx:pt idx="1718">40.25</cx:pt>
          <cx:pt idx="1719">53.350000000000001</cx:pt>
          <cx:pt idx="1720">100</cx:pt>
          <cx:pt idx="1721">99</cx:pt>
          <cx:pt idx="1722">90</cx:pt>
          <cx:pt idx="1723">68</cx:pt>
          <cx:pt idx="1724">120</cx:pt>
          <cx:pt idx="1725">105</cx:pt>
          <cx:pt idx="1726">58.82</cx:pt>
          <cx:pt idx="1727">55</cx:pt>
          <cx:pt idx="1728">68</cx:pt>
          <cx:pt idx="1729">80</cx:pt>
          <cx:pt idx="1730">56</cx:pt>
          <cx:pt idx="1731">62</cx:pt>
          <cx:pt idx="1732">65</cx:pt>
          <cx:pt idx="1733">67</cx:pt>
          <cx:pt idx="1734">41</cx:pt>
          <cx:pt idx="1735">105</cx:pt>
          <cx:pt idx="1736">155</cx:pt>
          <cx:pt idx="1737">50.789999999999999</cx:pt>
          <cx:pt idx="1738">52</cx:pt>
          <cx:pt idx="1739">95.814999999999998</cx:pt>
          <cx:pt idx="1740">89</cx:pt>
          <cx:pt idx="1741">55</cx:pt>
          <cx:pt idx="1742">90</cx:pt>
          <cx:pt idx="1743">60</cx:pt>
          <cx:pt idx="1744">180</cx:pt>
          <cx:pt idx="1745">55.149999999999999</cx:pt>
          <cx:pt idx="1746">40.600000000000001</cx:pt>
          <cx:pt idx="1747">37</cx:pt>
          <cx:pt idx="1748">73</cx:pt>
          <cx:pt idx="1749">60</cx:pt>
          <cx:pt idx="1750">152</cx:pt>
          <cx:pt idx="1751">66</cx:pt>
          <cx:pt idx="1752">60</cx:pt>
          <cx:pt idx="1753">167</cx:pt>
          <cx:pt idx="1754">38.119999999999997</cx:pt>
          <cx:pt idx="1755">47</cx:pt>
          <cx:pt idx="1756">56</cx:pt>
          <cx:pt idx="1757">50</cx:pt>
          <cx:pt idx="1758">47.880000000000003</cx:pt>
          <cx:pt idx="1759">185</cx:pt>
          <cx:pt idx="1760">100</cx:pt>
          <cx:pt idx="1761">132</cx:pt>
          <cx:pt idx="1762">145</cx:pt>
          <cx:pt idx="1763">55</cx:pt>
          <cx:pt idx="1764">59.009999999999998</cx:pt>
          <cx:pt idx="1765">80</cx:pt>
          <cx:pt idx="1766">110</cx:pt>
          <cx:pt idx="1767">115</cx:pt>
          <cx:pt idx="1768">58</cx:pt>
          <cx:pt idx="1769">40</cx:pt>
          <cx:pt idx="1770">66.650000000000006</cx:pt>
          <cx:pt idx="1771">27</cx:pt>
          <cx:pt idx="1772">58</cx:pt>
          <cx:pt idx="1773">36.289999999999999</cx:pt>
          <cx:pt idx="1774">37.799999999999997</cx:pt>
          <cx:pt idx="1775">97.519999999999996</cx:pt>
          <cx:pt idx="1776">43</cx:pt>
          <cx:pt idx="1777">139</cx:pt>
          <cx:pt idx="1778">115</cx:pt>
          <cx:pt idx="1779">150</cx:pt>
          <cx:pt idx="1780">66</cx:pt>
          <cx:pt idx="1781">87.5</cx:pt>
          <cx:pt idx="1782">125</cx:pt>
          <cx:pt idx="1783">85</cx:pt>
          <cx:pt idx="1784">268</cx:pt>
          <cx:pt idx="1785">90</cx:pt>
          <cx:pt idx="1786">45</cx:pt>
          <cx:pt idx="1787">52</cx:pt>
          <cx:pt idx="1788">52</cx:pt>
          <cx:pt idx="1789">38</cx:pt>
          <cx:pt idx="1790">31.829999999999998</cx:pt>
          <cx:pt idx="1791">110</cx:pt>
          <cx:pt idx="1792">48.060000000000002</cx:pt>
          <cx:pt idx="1793">46.799999999999997</cx:pt>
          <cx:pt idx="1794">25</cx:pt>
          <cx:pt idx="1795">115</cx:pt>
          <cx:pt idx="1796">50.789999999999999</cx:pt>
          <cx:pt idx="1797">51</cx:pt>
          <cx:pt idx="1798">85</cx:pt>
          <cx:pt idx="1799">95</cx:pt>
          <cx:pt idx="1800">40.840000000000003</cx:pt>
          <cx:pt idx="1801">45</cx:pt>
          <cx:pt idx="1802">40</cx:pt>
          <cx:pt idx="1803">60.329999999999998</cx:pt>
          <cx:pt idx="1804">39.5</cx:pt>
          <cx:pt idx="1805">84</cx:pt>
          <cx:pt idx="1806">49.5</cx:pt>
          <cx:pt idx="1807">61.200000000000003</cx:pt>
          <cx:pt idx="1808">90.5</cx:pt>
          <cx:pt idx="1809">43</cx:pt>
          <cx:pt idx="1810">25</cx:pt>
          <cx:pt idx="1811">130</cx:pt>
          <cx:pt idx="1812">58.560000000000002</cx:pt>
          <cx:pt idx="1813">90</cx:pt>
          <cx:pt idx="1814">65</cx:pt>
          <cx:pt idx="1815">53</cx:pt>
          <cx:pt idx="1816">38.670000000000002</cx:pt>
          <cx:pt idx="1817">68</cx:pt>
          <cx:pt idx="1818">200</cx:pt>
          <cx:pt idx="1819">29.899999999999999</cx:pt>
          <cx:pt idx="1820">68</cx:pt>
          <cx:pt idx="1821">230</cx:pt>
          <cx:pt idx="1822">103</cx:pt>
          <cx:pt idx="1823">100</cx:pt>
          <cx:pt idx="1824">110</cx:pt>
          <cx:pt idx="1825">63</cx:pt>
          <cx:pt idx="1826">42</cx:pt>
          <cx:pt idx="1827">58</cx:pt>
          <cx:pt idx="1828">75</cx:pt>
          <cx:pt idx="1829">73</cx:pt>
          <cx:pt idx="1830">88</cx:pt>
          <cx:pt idx="1831">47</cx:pt>
          <cx:pt idx="1832">65</cx:pt>
          <cx:pt idx="1833">48</cx:pt>
          <cx:pt idx="1834">127</cx:pt>
          <cx:pt idx="1835">123</cx:pt>
          <cx:pt idx="1836">53</cx:pt>
          <cx:pt idx="1837">42.990000000000002</cx:pt>
          <cx:pt idx="1838">143</cx:pt>
          <cx:pt idx="1839">46</cx:pt>
          <cx:pt idx="1840">110</cx:pt>
          <cx:pt idx="1841">50.600000000000001</cx:pt>
          <cx:pt idx="1842">65</cx:pt>
          <cx:pt idx="1843">76</cx:pt>
          <cx:pt idx="1844">110</cx:pt>
          <cx:pt idx="1845">42</cx:pt>
          <cx:pt idx="1846">168</cx:pt>
          <cx:pt idx="1847">84</cx:pt>
          <cx:pt idx="1848">34.5</cx:pt>
          <cx:pt idx="1849">75</cx:pt>
          <cx:pt idx="1850">55.5</cx:pt>
          <cx:pt idx="1851">55.5</cx:pt>
          <cx:pt idx="1852">43</cx:pt>
          <cx:pt idx="1853">47.405000000000001</cx:pt>
          <cx:pt idx="1854">34</cx:pt>
          <cx:pt idx="1855">49.270000000000003</cx:pt>
          <cx:pt idx="1856">43</cx:pt>
          <cx:pt idx="1857">66.5</cx:pt>
          <cx:pt idx="1858">75</cx:pt>
          <cx:pt idx="1859">86</cx:pt>
          <cx:pt idx="1860">24</cx:pt>
          <cx:pt idx="1861">85</cx:pt>
          <cx:pt idx="1862">89</cx:pt>
          <cx:pt idx="1863">110</cx:pt>
          <cx:pt idx="1864">55</cx:pt>
          <cx:pt idx="1865">80</cx:pt>
          <cx:pt idx="1866">125</cx:pt>
          <cx:pt idx="1867">66</cx:pt>
          <cx:pt idx="1868">50</cx:pt>
          <cx:pt idx="1869">57.5</cx:pt>
          <cx:pt idx="1870">30.379999999999999</cx:pt>
          <cx:pt idx="1871">125</cx:pt>
          <cx:pt idx="1872">58.270000000000003</cx:pt>
          <cx:pt idx="1873">150</cx:pt>
          <cx:pt idx="1874">49.5</cx:pt>
          <cx:pt idx="1875">120</cx:pt>
          <cx:pt idx="1876">45</cx:pt>
          <cx:pt idx="1877">30</cx:pt>
          <cx:pt idx="1878">42</cx:pt>
          <cx:pt idx="1879">110</cx:pt>
          <cx:pt idx="1880">69.609999999999999</cx:pt>
          <cx:pt idx="1881">169</cx:pt>
          <cx:pt idx="1882">80</cx:pt>
          <cx:pt idx="1883">119</cx:pt>
          <cx:pt idx="1884">100</cx:pt>
          <cx:pt idx="1885">56</cx:pt>
          <cx:pt idx="1886">60</cx:pt>
          <cx:pt idx="1887">44</cx:pt>
          <cx:pt idx="1888">70</cx:pt>
          <cx:pt idx="1889">250</cx:pt>
          <cx:pt idx="1890">110</cx:pt>
          <cx:pt idx="1891">130</cx:pt>
          <cx:pt idx="1892">46</cx:pt>
          <cx:pt idx="1893">60</cx:pt>
          <cx:pt idx="1894">170</cx:pt>
          <cx:pt idx="1895">150</cx:pt>
          <cx:pt idx="1896">37</cx:pt>
          <cx:pt idx="1897">25</cx:pt>
          <cx:pt idx="1898">140</cx:pt>
          <cx:pt idx="1899">34</cx:pt>
          <cx:pt idx="1900">36.5</cx:pt>
          <cx:pt idx="1901">90</cx:pt>
          <cx:pt idx="1902">78</cx:pt>
          <cx:pt idx="1903">77.650000000000006</cx:pt>
          <cx:pt idx="1904">65.260000000000005</cx:pt>
          <cx:pt idx="1905">37.799999999999997</cx:pt>
          <cx:pt idx="1906">175</cx:pt>
          <cx:pt idx="1907">85</cx:pt>
          <cx:pt idx="1908">34</cx:pt>
          <cx:pt idx="1909">48</cx:pt>
          <cx:pt idx="1910">40</cx:pt>
          <cx:pt idx="1911">60</cx:pt>
          <cx:pt idx="1912">36</cx:pt>
          <cx:pt idx="1913">84</cx:pt>
          <cx:pt idx="1914">68</cx:pt>
          <cx:pt idx="1915">36.43</cx:pt>
          <cx:pt idx="1916">35.990000000000002</cx:pt>
          <cx:pt idx="1917">60</cx:pt>
          <cx:pt idx="1918">62</cx:pt>
          <cx:pt idx="1919">245</cx:pt>
          <cx:pt idx="1920">85</cx:pt>
          <cx:pt idx="1921">80</cx:pt>
          <cx:pt idx="1922">200</cx:pt>
          <cx:pt idx="1923">14</cx:pt>
          <cx:pt idx="1924">53.600000000000001</cx:pt>
          <cx:pt idx="1925">49</cx:pt>
          <cx:pt idx="1926">100</cx:pt>
          <cx:pt idx="1927">50</cx:pt>
          <cx:pt idx="1928">64</cx:pt>
          <cx:pt idx="1929">50</cx:pt>
          <cx:pt idx="1930">133</cx:pt>
          <cx:pt idx="1931">168</cx:pt>
          <cx:pt idx="1932">31.859999999999999</cx:pt>
          <cx:pt idx="1933">83</cx:pt>
          <cx:pt idx="1934">115</cx:pt>
          <cx:pt idx="1935">40</cx:pt>
          <cx:pt idx="1936">85</cx:pt>
          <cx:pt idx="1937">38</cx:pt>
          <cx:pt idx="1938">145</cx:pt>
          <cx:pt idx="1939">75</cx:pt>
          <cx:pt idx="1940">48</cx:pt>
          <cx:pt idx="1941">57</cx:pt>
          <cx:pt idx="1942">150</cx:pt>
          <cx:pt idx="1943">43</cx:pt>
          <cx:pt idx="1944">42.810000000000002</cx:pt>
          <cx:pt idx="1945">47.799999999999997</cx:pt>
          <cx:pt idx="1946">52.75</cx:pt>
          <cx:pt idx="1947">46</cx:pt>
          <cx:pt idx="1948">80</cx:pt>
          <cx:pt idx="1949">98.340000000000003</cx:pt>
          <cx:pt idx="1950">38.549999999999997</cx:pt>
          <cx:pt idx="1951">39</cx:pt>
          <cx:pt idx="1952">70</cx:pt>
          <cx:pt idx="1953">120</cx:pt>
          <cx:pt idx="1954">58.5</cx:pt>
          <cx:pt idx="1955">27</cx:pt>
          <cx:pt idx="1956">79.5</cx:pt>
          <cx:pt idx="1957">135</cx:pt>
          <cx:pt idx="1958">47.740000000000002</cx:pt>
          <cx:pt idx="1959">56.799999999999997</cx:pt>
          <cx:pt idx="1960">44</cx:pt>
          <cx:pt idx="1961">98</cx:pt>
          <cx:pt idx="1962">80</cx:pt>
          <cx:pt idx="1963">88</cx:pt>
          <cx:pt idx="1964">100</cx:pt>
          <cx:pt idx="1965">57</cx:pt>
          <cx:pt idx="1966">60</cx:pt>
          <cx:pt idx="1967">62</cx:pt>
          <cx:pt idx="1968">240</cx:pt>
          <cx:pt idx="1969">200</cx:pt>
          <cx:pt idx="1970">150</cx:pt>
          <cx:pt idx="1971">137</cx:pt>
          <cx:pt idx="1972">56</cx:pt>
          <cx:pt idx="1973">79</cx:pt>
          <cx:pt idx="1974">39</cx:pt>
          <cx:pt idx="1975">86</cx:pt>
          <cx:pt idx="1976">31.899999999999999</cx:pt>
          <cx:pt idx="1977">48</cx:pt>
          <cx:pt idx="1978">55</cx:pt>
          <cx:pt idx="1979">56</cx:pt>
          <cx:pt idx="1980">55</cx:pt>
          <cx:pt idx="1981">145</cx:pt>
          <cx:pt idx="1982">92</cx:pt>
          <cx:pt idx="1983">64.230000000000004</cx:pt>
          <cx:pt idx="1984">43.5</cx:pt>
          <cx:pt idx="1985">65</cx:pt>
          <cx:pt idx="1986">52</cx:pt>
          <cx:pt idx="1987">116</cx:pt>
          <cx:pt idx="1988">46.899999999999999</cx:pt>
          <cx:pt idx="1989">41.899999999999999</cx:pt>
          <cx:pt idx="1990">102</cx:pt>
          <cx:pt idx="1991">53</cx:pt>
          <cx:pt idx="1992">36.850000000000001</cx:pt>
          <cx:pt idx="1993">43.549999999999997</cx:pt>
          <cx:pt idx="1994">90</cx:pt>
          <cx:pt idx="1995">39.350000000000001</cx:pt>
          <cx:pt idx="1996">105</cx:pt>
          <cx:pt idx="1997">150</cx:pt>
          <cx:pt idx="1998">65</cx:pt>
          <cx:pt idx="1999">65</cx:pt>
          <cx:pt idx="2000">28</cx:pt>
          <cx:pt idx="2001">51.509999999999998</cx:pt>
          <cx:pt idx="2002">114</cx:pt>
          <cx:pt idx="2003">64</cx:pt>
          <cx:pt idx="2004">90</cx:pt>
          <cx:pt idx="2005">36</cx:pt>
          <cx:pt idx="2006">45</cx:pt>
          <cx:pt idx="2007">52</cx:pt>
          <cx:pt idx="2008">23.449999999999999</cx:pt>
          <cx:pt idx="2009">25</cx:pt>
          <cx:pt idx="2010">68</cx:pt>
          <cx:pt idx="2011">145</cx:pt>
          <cx:pt idx="2012">58.390000000000001</cx:pt>
          <cx:pt idx="2013">44.549999999999997</cx:pt>
          <cx:pt idx="2014">85</cx:pt>
          <cx:pt idx="2015">210</cx:pt>
          <cx:pt idx="2016">200</cx:pt>
          <cx:pt idx="2017">85</cx:pt>
          <cx:pt idx="2018">134</cx:pt>
          <cx:pt idx="2019">200</cx:pt>
          <cx:pt idx="2020">75.840000000000003</cx:pt>
          <cx:pt idx="2021">27</cx:pt>
          <cx:pt idx="2022">10.25</cx:pt>
          <cx:pt idx="2023">56.350000000000001</cx:pt>
          <cx:pt idx="2024">240</cx:pt>
          <cx:pt idx="2025">46.549999999999997</cx:pt>
          <cx:pt idx="2026">57</cx:pt>
          <cx:pt idx="2027">88</cx:pt>
          <cx:pt idx="2028">36</cx:pt>
          <cx:pt idx="2029">79</cx:pt>
          <cx:pt idx="2030">66</cx:pt>
          <cx:pt idx="2031">40.590000000000003</cx:pt>
          <cx:pt idx="2032">70</cx:pt>
          <cx:pt idx="2033">135</cx:pt>
          <cx:pt idx="2034">83</cx:pt>
          <cx:pt idx="2035">102</cx:pt>
          <cx:pt idx="2036">56.200000000000003</cx:pt>
          <cx:pt idx="2037">55</cx:pt>
          <cx:pt idx="2038">46.619999999999997</cx:pt>
          <cx:pt idx="2039">110</cx:pt>
          <cx:pt idx="2040">160</cx:pt>
          <cx:pt idx="2041">59.5</cx:pt>
          <cx:pt idx="2042">67</cx:pt>
          <cx:pt idx="2043">65</cx:pt>
          <cx:pt idx="2044">29</cx:pt>
          <cx:pt idx="2045">75.969999999999999</cx:pt>
          <cx:pt idx="2046">45</cx:pt>
          <cx:pt idx="2047">30</cx:pt>
          <cx:pt idx="2048">29</cx:pt>
          <cx:pt idx="2049">35</cx:pt>
          <cx:pt idx="2050">58</cx:pt>
          <cx:pt idx="2051">55</cx:pt>
          <cx:pt idx="2052">83</cx:pt>
          <cx:pt idx="2053">110</cx:pt>
          <cx:pt idx="2054">151</cx:pt>
          <cx:pt idx="2055">49.5</cx:pt>
          <cx:pt idx="2056">56.850000000000001</cx:pt>
          <cx:pt idx="2057">75</cx:pt>
          <cx:pt idx="2058">105</cx:pt>
          <cx:pt idx="2059">68</cx:pt>
          <cx:pt idx="2060">110</cx:pt>
          <cx:pt idx="2061">38.649999999999999</cx:pt>
          <cx:pt idx="2062">105</cx:pt>
          <cx:pt idx="2063">22.890000000000001</cx:pt>
          <cx:pt idx="2064">43</cx:pt>
          <cx:pt idx="2065">38.119999999999997</cx:pt>
          <cx:pt idx="2066">48</cx:pt>
          <cx:pt idx="2067">60</cx:pt>
          <cx:pt idx="2068">25</cx:pt>
          <cx:pt idx="2069">72</cx:pt>
          <cx:pt idx="2070">40.600000000000001</cx:pt>
          <cx:pt idx="2071">91.719999999999999</cx:pt>
          <cx:pt idx="2072">78</cx:pt>
          <cx:pt idx="2073">230</cx:pt>
          <cx:pt idx="2074">130</cx:pt>
          <cx:pt idx="2075">260.5</cx:pt>
          <cx:pt idx="2076">188</cx:pt>
          <cx:pt idx="2077">190</cx:pt>
          <cx:pt idx="2078">42</cx:pt>
          <cx:pt idx="2079">37.700000000000003</cx:pt>
          <cx:pt idx="2080">44</cx:pt>
          <cx:pt idx="2081">70</cx:pt>
          <cx:pt idx="2082">76.769999999999996</cx:pt>
          <cx:pt idx="2083">45.149999999999999</cx:pt>
          <cx:pt idx="2084">78</cx:pt>
          <cx:pt idx="2085">58.140000000000001</cx:pt>
          <cx:pt idx="2086">58</cx:pt>
          <cx:pt idx="2087">112</cx:pt>
          <cx:pt idx="2088">67.5</cx:pt>
          <cx:pt idx="2089">38</cx:pt>
          <cx:pt idx="2090">45</cx:pt>
          <cx:pt idx="2091">49</cx:pt>
          <cx:pt idx="2092">125</cx:pt>
          <cx:pt idx="2093">78</cx:pt>
          <cx:pt idx="2094">160</cx:pt>
          <cx:pt idx="2095">83.329999999999998</cx:pt>
          <cx:pt idx="2096">85</cx:pt>
          <cx:pt idx="2097">65</cx:pt>
          <cx:pt idx="2098">43.789999999999999</cx:pt>
          <cx:pt idx="2099">190</cx:pt>
          <cx:pt idx="2100">39</cx:pt>
          <cx:pt idx="2101">61</cx:pt>
          <cx:pt idx="2102">75</cx:pt>
          <cx:pt idx="2103">100</cx:pt>
          <cx:pt idx="2104">49</cx:pt>
          <cx:pt idx="2105">48.270000000000003</cx:pt>
          <cx:pt idx="2106">90</cx:pt>
          <cx:pt idx="2107">165</cx:pt>
          <cx:pt idx="2108">160</cx:pt>
          <cx:pt idx="2109">96</cx:pt>
          <cx:pt idx="2110">72</cx:pt>
          <cx:pt idx="2111">28</cx:pt>
          <cx:pt idx="2112">65</cx:pt>
          <cx:pt idx="2113">77</cx:pt>
          <cx:pt idx="2114">51</cx:pt>
          <cx:pt idx="2115">90</cx:pt>
          <cx:pt idx="2116">73</cx:pt>
          <cx:pt idx="2117">120</cx:pt>
          <cx:pt idx="2118">95</cx:pt>
          <cx:pt idx="2119">92</cx:pt>
          <cx:pt idx="2120">91.150000000000006</cx:pt>
          <cx:pt idx="2121">43.630000000000003</cx:pt>
          <cx:pt idx="2122">52</cx:pt>
          <cx:pt idx="2123">67</cx:pt>
          <cx:pt idx="2124">74.719999999999999</cx:pt>
          <cx:pt idx="2125">103</cx:pt>
          <cx:pt idx="2126">165</cx:pt>
          <cx:pt idx="2127">16</cx:pt>
          <cx:pt idx="2128">48</cx:pt>
          <cx:pt idx="2129">250</cx:pt>
          <cx:pt idx="2130">150</cx:pt>
          <cx:pt idx="2131">68.269999999999996</cx:pt>
          <cx:pt idx="2132">59.270000000000003</cx:pt>
          <cx:pt idx="2133">75</cx:pt>
          <cx:pt idx="2134">49.5</cx:pt>
          <cx:pt idx="2135">74</cx:pt>
          <cx:pt idx="2136">42.5</cx:pt>
          <cx:pt idx="2137">48</cx:pt>
          <cx:pt idx="2138">75.969999999999999</cx:pt>
          <cx:pt idx="2139">86.030000000000001</cx:pt>
          <cx:pt idx="2140">43</cx:pt>
          <cx:pt idx="2141">48.5</cx:pt>
          <cx:pt idx="2142">145.5</cx:pt>
          <cx:pt idx="2143">50</cx:pt>
          <cx:pt idx="2144">61</cx:pt>
          <cx:pt idx="2145">61</cx:pt>
          <cx:pt idx="2146">32</cx:pt>
          <cx:pt idx="2147">44.420000000000002</cx:pt>
          <cx:pt idx="2148">45.350000000000001</cx:pt>
          <cx:pt idx="2149">79</cx:pt>
          <cx:pt idx="2150">31.5</cx:pt>
          <cx:pt idx="2151">39.329999999999998</cx:pt>
          <cx:pt idx="2152">30.09</cx:pt>
          <cx:pt idx="2153">43</cx:pt>
          <cx:pt idx="2154">73</cx:pt>
          <cx:pt idx="2155">82</cx:pt>
          <cx:pt idx="2156">51.630000000000003</cx:pt>
          <cx:pt idx="2157">92</cx:pt>
          <cx:pt idx="2158">45.189999999999998</cx:pt>
          <cx:pt idx="2159">105</cx:pt>
          <cx:pt idx="2160">47</cx:pt>
          <cx:pt idx="2161">33</cx:pt>
          <cx:pt idx="2162">180</cx:pt>
          <cx:pt idx="2163">80</cx:pt>
          <cx:pt idx="2164">89</cx:pt>
          <cx:pt idx="2165">240</cx:pt>
          <cx:pt idx="2166">38</cx:pt>
          <cx:pt idx="2167">146</cx:pt>
          <cx:pt idx="2168">62</cx:pt>
          <cx:pt idx="2169">72.5</cx:pt>
          <cx:pt idx="2170">35</cx:pt>
          <cx:pt idx="2171">65</cx:pt>
          <cx:pt idx="2172">52</cx:pt>
          <cx:pt idx="2173">56</cx:pt>
          <cx:pt idx="2174">62.780000000000001</cx:pt>
          <cx:pt idx="2175">108</cx:pt>
          <cx:pt idx="2176">60.909999999999997</cx:pt>
          <cx:pt idx="2177">82</cx:pt>
          <cx:pt idx="2178">90</cx:pt>
          <cx:pt idx="2179">230</cx:pt>
          <cx:pt idx="2180">72</cx:pt>
          <cx:pt idx="2181">47</cx:pt>
          <cx:pt idx="2182">42.200000000000003</cx:pt>
          <cx:pt idx="2183">75</cx:pt>
          <cx:pt idx="2184">125</cx:pt>
          <cx:pt idx="2185">36.75</cx:pt>
          <cx:pt idx="2186">55.909999999999997</cx:pt>
          <cx:pt idx="2187">64</cx:pt>
          <cx:pt idx="2188">58</cx:pt>
          <cx:pt idx="2189">160</cx:pt>
          <cx:pt idx="2190">51.259999999999998</cx:pt>
          <cx:pt idx="2191">88</cx:pt>
          <cx:pt idx="2192">60</cx:pt>
          <cx:pt idx="2193">75</cx:pt>
          <cx:pt idx="2194">71.739999999999995</cx:pt>
          <cx:pt idx="2195">75</cx:pt>
          <cx:pt idx="2196">101</cx:pt>
          <cx:pt idx="2197">115</cx:pt>
          <cx:pt idx="2198">33.450000000000003</cx:pt>
          <cx:pt idx="2199">68</cx:pt>
          <cx:pt idx="2200">38.299999999999997</cx:pt>
          <cx:pt idx="2201">58</cx:pt>
          <cx:pt idx="2202">22</cx:pt>
          <cx:pt idx="2203">122</cx:pt>
          <cx:pt idx="2204">58</cx:pt>
          <cx:pt idx="2205">52.25</cx:pt>
          <cx:pt idx="2206">119</cx:pt>
          <cx:pt idx="2207">88</cx:pt>
          <cx:pt idx="2208">82</cx:pt>
          <cx:pt idx="2209">40</cx:pt>
          <cx:pt idx="2210">49.5</cx:pt>
          <cx:pt idx="2211">60</cx:pt>
          <cx:pt idx="2212">50</cx:pt>
          <cx:pt idx="2213">52</cx:pt>
          <cx:pt idx="2214">63</cx:pt>
          <cx:pt idx="2215">110</cx:pt>
          <cx:pt idx="2216">34.009999999999998</cx:pt>
          <cx:pt idx="2217">100</cx:pt>
          <cx:pt idx="2218">64</cx:pt>
          <cx:pt idx="2219">40.5</cx:pt>
          <cx:pt idx="2220">48</cx:pt>
          <cx:pt idx="2221">75</cx:pt>
          <cx:pt idx="2222">72</cx:pt>
          <cx:pt idx="2223">124</cx:pt>
          <cx:pt idx="2224">110</cx:pt>
          <cx:pt idx="2225">139</cx:pt>
          <cx:pt idx="2226">45</cx:pt>
          <cx:pt idx="2227">40.439999999999998</cx:pt>
          <cx:pt idx="2228">34.299999999999997</cx:pt>
          <cx:pt idx="2229">48</cx:pt>
          <cx:pt idx="2230">95</cx:pt>
          <cx:pt idx="2231">92</cx:pt>
          <cx:pt idx="2232">105</cx:pt>
          <cx:pt idx="2233">65</cx:pt>
          <cx:pt idx="2234">58.859999999999999</cx:pt>
          <cx:pt idx="2235">46.5</cx:pt>
          <cx:pt idx="2236">49</cx:pt>
          <cx:pt idx="2237">42</cx:pt>
          <cx:pt idx="2238">53.350000000000001</cx:pt>
          <cx:pt idx="2239">55</cx:pt>
          <cx:pt idx="2240">205</cx:pt>
          <cx:pt idx="2241">78</cx:pt>
          <cx:pt idx="2242">67.980000000000004</cx:pt>
          <cx:pt idx="2243">36</cx:pt>
          <cx:pt idx="2244">71</cx:pt>
          <cx:pt idx="2245">40.600000000000001</cx:pt>
          <cx:pt idx="2246">77.680000000000007</cx:pt>
          <cx:pt idx="2247">44.950000000000003</cx:pt>
          <cx:pt idx="2248">21</cx:pt>
          <cx:pt idx="2249">126</cx:pt>
          <cx:pt idx="2250">38.450000000000003</cx:pt>
          <cx:pt idx="2251">157</cx:pt>
          <cx:pt idx="2252">55</cx:pt>
          <cx:pt idx="2253">51.869999999999997</cx:pt>
          <cx:pt idx="2254">97</cx:pt>
          <cx:pt idx="2255">78</cx:pt>
          <cx:pt idx="2256">93.319999999999993</cx:pt>
          <cx:pt idx="2257">69.314999999999998</cx:pt>
          <cx:pt idx="2258">65</cx:pt>
          <cx:pt idx="2259">53.5</cx:pt>
          <cx:pt idx="2260">93.864999999999995</cx:pt>
          <cx:pt idx="2261">13.57</cx:pt>
          <cx:pt idx="2262">120</cx:pt>
          <cx:pt idx="2263">56</cx:pt>
          <cx:pt idx="2264">160</cx:pt>
          <cx:pt idx="2265">55</cx:pt>
          <cx:pt idx="2266">75</cx:pt>
          <cx:pt idx="2267">73.310000000000002</cx:pt>
          <cx:pt idx="2268">40.5</cx:pt>
          <cx:pt idx="2269">69</cx:pt>
          <cx:pt idx="2270">82</cx:pt>
          <cx:pt idx="2271">75</cx:pt>
          <cx:pt idx="2272">52.5</cx:pt>
          <cx:pt idx="2273">40</cx:pt>
          <cx:pt idx="2274">67.400000000000006</cx:pt>
          <cx:pt idx="2275">115</cx:pt>
          <cx:pt idx="2276">60</cx:pt>
          <cx:pt idx="2277">65</cx:pt>
          <cx:pt idx="2278">214</cx:pt>
          <cx:pt idx="2279">170</cx:pt>
          <cx:pt idx="2280">37</cx:pt>
          <cx:pt idx="2281">80</cx:pt>
          <cx:pt idx="2282">54.590000000000003</cx:pt>
          <cx:pt idx="2283">250</cx:pt>
          <cx:pt idx="2284">55</cx:pt>
          <cx:pt idx="2285">40</cx:pt>
          <cx:pt idx="2286">73.5</cx:pt>
          <cx:pt idx="2287">80</cx:pt>
          <cx:pt idx="2288">75</cx:pt>
          <cx:pt idx="2289">68</cx:pt>
          <cx:pt idx="2290">45.200000000000003</cx:pt>
          <cx:pt idx="2291">75</cx:pt>
          <cx:pt idx="2292">80</cx:pt>
          <cx:pt idx="2293">33</cx:pt>
          <cx:pt idx="2294">53.670000000000002</cx:pt>
          <cx:pt idx="2295">125</cx:pt>
          <cx:pt idx="2296">16.449999999999999</cx:pt>
          <cx:pt idx="2297">50.630000000000003</cx:pt>
          <cx:pt idx="2298">35</cx:pt>
          <cx:pt idx="2299">100</cx:pt>
          <cx:pt idx="2300">50</cx:pt>
          <cx:pt idx="2301">115</cx:pt>
          <cx:pt idx="2302">70</cx:pt>
          <cx:pt idx="2303">58</cx:pt>
          <cx:pt idx="2304">120</cx:pt>
          <cx:pt idx="2305">54</cx:pt>
          <cx:pt idx="2306">95.840000000000003</cx:pt>
          <cx:pt idx="2307">195</cx:pt>
          <cx:pt idx="2308">44</cx:pt>
          <cx:pt idx="2309">42</cx:pt>
          <cx:pt idx="2310">80</cx:pt>
          <cx:pt idx="2311">50.299999999999997</cx:pt>
          <cx:pt idx="2312">65</cx:pt>
          <cx:pt idx="2313">45</cx:pt>
          <cx:pt idx="2314">53</cx:pt>
          <cx:pt idx="2315">61</cx:pt>
          <cx:pt idx="2316">95</cx:pt>
          <cx:pt idx="2317">80</cx:pt>
          <cx:pt idx="2318">56</cx:pt>
          <cx:pt idx="2319">56</cx:pt>
          <cx:pt idx="2320">28</cx:pt>
          <cx:pt idx="2321">97</cx:pt>
          <cx:pt idx="2322">110</cx:pt>
          <cx:pt idx="2323">96</cx:pt>
          <cx:pt idx="2324">38.5</cx:pt>
          <cx:pt idx="2325">53.549999999999997</cx:pt>
          <cx:pt idx="2326">122</cx:pt>
          <cx:pt idx="2327">18</cx:pt>
          <cx:pt idx="2328">55</cx:pt>
          <cx:pt idx="2329">42</cx:pt>
          <cx:pt idx="2330">103</cx:pt>
          <cx:pt idx="2331">42</cx:pt>
          <cx:pt idx="2332">82.5</cx:pt>
          <cx:pt idx="2333">71</cx:pt>
          <cx:pt idx="2334">67</cx:pt>
          <cx:pt idx="2335">50</cx:pt>
          <cx:pt idx="2336">42.479999999999997</cx:pt>
          <cx:pt idx="2337">115</cx:pt>
          <cx:pt idx="2338">41</cx:pt>
          <cx:pt idx="2339">49</cx:pt>
          <cx:pt idx="2340">123</cx:pt>
          <cx:pt idx="2341">65.400000000000006</cx:pt>
          <cx:pt idx="2342">123</cx:pt>
          <cx:pt idx="2343">97.650000000000006</cx:pt>
          <cx:pt idx="2344">40.420000000000002</cx:pt>
          <cx:pt idx="2345">70</cx:pt>
          <cx:pt idx="2346">45</cx:pt>
          <cx:pt idx="2347">42</cx:pt>
          <cx:pt idx="2348">126</cx:pt>
          <cx:pt idx="2349">139</cx:pt>
          <cx:pt idx="2350">200</cx:pt>
          <cx:pt idx="2351">67</cx:pt>
          <cx:pt idx="2352">53</cx:pt>
          <cx:pt idx="2353">55</cx:pt>
          <cx:pt idx="2354">48</cx:pt>
          <cx:pt idx="2355">55</cx:pt>
          <cx:pt idx="2356">46</cx:pt>
          <cx:pt idx="2357">63.200000000000003</cx:pt>
          <cx:pt idx="2358">70</cx:pt>
          <cx:pt idx="2359">89</cx:pt>
          <cx:pt idx="2360">65</cx:pt>
          <cx:pt idx="2361">34.780000000000001</cx:pt>
          <cx:pt idx="2362">61</cx:pt>
          <cx:pt idx="2363">59.5</cx:pt>
          <cx:pt idx="2364">26</cx:pt>
          <cx:pt idx="2365">80</cx:pt>
          <cx:pt idx="2366">75.200000000000003</cx:pt>
          <cx:pt idx="2367">128</cx:pt>
          <cx:pt idx="2368">62</cx:pt>
          <cx:pt idx="2369">90</cx:pt>
          <cx:pt idx="2370">310</cx:pt>
          <cx:pt idx="2371">63</cx:pt>
          <cx:pt idx="2372">85</cx:pt>
          <cx:pt idx="2373">17</cx:pt>
          <cx:pt idx="2374">96</cx:pt>
          <cx:pt idx="2375">55</cx:pt>
          <cx:pt idx="2376">66.25</cx:pt>
          <cx:pt idx="2377">54</cx:pt>
          <cx:pt idx="2378">105</cx:pt>
          <cx:pt idx="2379">70</cx:pt>
          <cx:pt idx="2380">56</cx:pt>
          <cx:pt idx="2381">26</cx:pt>
          <cx:pt idx="2382">65</cx:pt>
          <cx:pt idx="2383">170</cx:pt>
          <cx:pt idx="2384">35</cx:pt>
          <cx:pt idx="2385">75</cx:pt>
          <cx:pt idx="2386">70</cx:pt>
          <cx:pt idx="2387">39.020000000000003</cx:pt>
          <cx:pt idx="2388">120</cx:pt>
          <cx:pt idx="2389">35.770000000000003</cx:pt>
          <cx:pt idx="2390">75</cx:pt>
          <cx:pt idx="2391">45</cx:pt>
          <cx:pt idx="2392">140</cx:pt>
          <cx:pt idx="2393">42.789999999999999</cx:pt>
          <cx:pt idx="2394">65</cx:pt>
          <cx:pt idx="2395">25</cx:pt>
          <cx:pt idx="2396">65</cx:pt>
          <cx:pt idx="2397">100</cx:pt>
          <cx:pt idx="2398">110</cx:pt>
          <cx:pt idx="2399">30</cx:pt>
          <cx:pt idx="2400">43.719999999999999</cx:pt>
          <cx:pt idx="2401">58.170000000000002</cx:pt>
          <cx:pt idx="2402">69.849999999999994</cx:pt>
          <cx:pt idx="2403">56</cx:pt>
          <cx:pt idx="2404">35</cx:pt>
          <cx:pt idx="2405">53.560000000000002</cx:pt>
          <cx:pt idx="2406">50</cx:pt>
          <cx:pt idx="2407">88</cx:pt>
          <cx:pt idx="2408">36</cx:pt>
          <cx:pt idx="2409">19.899999999999999</cx:pt>
          <cx:pt idx="2410">115</cx:pt>
          <cx:pt idx="2411">100</cx:pt>
          <cx:pt idx="2412">32.539999999999999</cx:pt>
          <cx:pt idx="2413">35</cx:pt>
          <cx:pt idx="2414">142</cx:pt>
          <cx:pt idx="2415">58</cx:pt>
          <cx:pt idx="2416">185</cx:pt>
          <cx:pt idx="2417">135</cx:pt>
          <cx:pt idx="2418">90</cx:pt>
          <cx:pt idx="2419">121</cx:pt>
          <cx:pt idx="2420">210</cx:pt>
          <cx:pt idx="2421">40</cx:pt>
          <cx:pt idx="2422">58.68</cx:pt>
          <cx:pt idx="2423">56</cx:pt>
          <cx:pt idx="2424">91</cx:pt>
          <cx:pt idx="2425">36</cx:pt>
          <cx:pt idx="2426">35.174999999999997</cx:pt>
          <cx:pt idx="2427">46.390000000000001</cx:pt>
          <cx:pt idx="2428">99.269999999999996</cx:pt>
          <cx:pt idx="2429">55</cx:pt>
          <cx:pt idx="2430">120</cx:pt>
          <cx:pt idx="2431">46</cx:pt>
          <cx:pt idx="2432">65</cx:pt>
          <cx:pt idx="2433">47</cx:pt>
          <cx:pt idx="2434">40</cx:pt>
          <cx:pt idx="2435">150</cx:pt>
          <cx:pt idx="2436">120</cx:pt>
          <cx:pt idx="2437">65</cx:pt>
          <cx:pt idx="2438">100</cx:pt>
          <cx:pt idx="2439">50</cx:pt>
          <cx:pt idx="2440">100</cx:pt>
          <cx:pt idx="2441">150</cx:pt>
          <cx:pt idx="2442">67.379999999999995</cx:pt>
          <cx:pt idx="2443">39.590000000000003</cx:pt>
          <cx:pt idx="2444">95</cx:pt>
          <cx:pt idx="2445">50</cx:pt>
          <cx:pt idx="2446">99.745000000000005</cx:pt>
          <cx:pt idx="2447">51</cx:pt>
          <cx:pt idx="2448">54</cx:pt>
          <cx:pt idx="2449">65.349999999999994</cx:pt>
          <cx:pt idx="2450">100</cx:pt>
          <cx:pt idx="2451">35</cx:pt>
          <cx:pt idx="2452">48.5</cx:pt>
          <cx:pt idx="2453">32</cx:pt>
          <cx:pt idx="2454">100</cx:pt>
          <cx:pt idx="2455">35</cx:pt>
          <cx:pt idx="2456">73</cx:pt>
          <cx:pt idx="2457">99.390000000000001</cx:pt>
          <cx:pt idx="2458">68</cx:pt>
          <cx:pt idx="2459">32</cx:pt>
          <cx:pt idx="2460">110</cx:pt>
          <cx:pt idx="2461">104</cx:pt>
          <cx:pt idx="2462">42</cx:pt>
          <cx:pt idx="2463">42.600000000000001</cx:pt>
          <cx:pt idx="2464">90</cx:pt>
          <cx:pt idx="2465">92</cx:pt>
          <cx:pt idx="2466">33.5</cx:pt>
          <cx:pt idx="2467">44</cx:pt>
          <cx:pt idx="2468">47</cx:pt>
          <cx:pt idx="2469">61.5</cx:pt>
          <cx:pt idx="2470">19.82</cx:pt>
          <cx:pt idx="2471">38</cx:pt>
          <cx:pt idx="2472">75</cx:pt>
          <cx:pt idx="2473">48</cx:pt>
          <cx:pt idx="2474">79</cx:pt>
          <cx:pt idx="2475">61</cx:pt>
          <cx:pt idx="2476">65</cx:pt>
          <cx:pt idx="2477">90</cx:pt>
          <cx:pt idx="2478">82</cx:pt>
          <cx:pt idx="2479">43.909999999999997</cx:pt>
          <cx:pt idx="2480">170</cx:pt>
          <cx:pt idx="2481">88</cx:pt>
          <cx:pt idx="2482">140</cx:pt>
          <cx:pt idx="2483">32</cx:pt>
          <cx:pt idx="2484">42</cx:pt>
          <cx:pt idx="2485">76.849999999999994</cx:pt>
          <cx:pt idx="2486">95</cx:pt>
          <cx:pt idx="2487">100</cx:pt>
          <cx:pt idx="2488">140</cx:pt>
          <cx:pt idx="2489">96.170000000000002</cx:pt>
          <cx:pt idx="2490">13.859999999999999</cx:pt>
          <cx:pt idx="2491">98.939999999999998</cx:pt>
          <cx:pt idx="2492">140</cx:pt>
          <cx:pt idx="2493">34</cx:pt>
          <cx:pt idx="2494">46</cx:pt>
          <cx:pt idx="2495">52</cx:pt>
          <cx:pt idx="2496">195</cx:pt>
          <cx:pt idx="2497">68</cx:pt>
          <cx:pt idx="2498">112</cx:pt>
          <cx:pt idx="2499">45</cx:pt>
          <cx:pt idx="2500">59</cx:pt>
          <cx:pt idx="2501">51.149999999999999</cx:pt>
          <cx:pt idx="2502">35.240000000000002</cx:pt>
          <cx:pt idx="2503">75</cx:pt>
          <cx:pt idx="2504">75</cx:pt>
          <cx:pt idx="2505">47</cx:pt>
          <cx:pt idx="2506">140</cx:pt>
          <cx:pt idx="2507">52</cx:pt>
          <cx:pt idx="2508">85</cx:pt>
          <cx:pt idx="2509">60</cx:pt>
          <cx:pt idx="2510">75</cx:pt>
          <cx:pt idx="2511">119</cx:pt>
          <cx:pt idx="2512">48</cx:pt>
          <cx:pt idx="2513">43.710000000000001</cx:pt>
          <cx:pt idx="2514">62.399999999999999</cx:pt>
          <cx:pt idx="2515">78</cx:pt>
          <cx:pt idx="2516">44</cx:pt>
          <cx:pt idx="2517">53</cx:pt>
          <cx:pt idx="2518">65</cx:pt>
          <cx:pt idx="2519">99</cx:pt>
          <cx:pt idx="2520">120</cx:pt>
          <cx:pt idx="2521">75</cx:pt>
          <cx:pt idx="2522">70</cx:pt>
          <cx:pt idx="2523">103</cx:pt>
          <cx:pt idx="2524">124</cx:pt>
          <cx:pt idx="2525">69</cx:pt>
          <cx:pt idx="2526">54</cx:pt>
          <cx:pt idx="2527">40</cx:pt>
          <cx:pt idx="2528">115</cx:pt>
          <cx:pt idx="2529">235</cx:pt>
          <cx:pt idx="2530">25</cx:pt>
          <cx:pt idx="2531">58</cx:pt>
          <cx:pt idx="2532">37.5</cx:pt>
          <cx:pt idx="2533">75</cx:pt>
          <cx:pt idx="2534">75</cx:pt>
          <cx:pt idx="2535">46.5</cx:pt>
          <cx:pt idx="2536">79</cx:pt>
          <cx:pt idx="2537">49</cx:pt>
          <cx:pt idx="2538">46</cx:pt>
          <cx:pt idx="2539">49.729999999999997</cx:pt>
          <cx:pt idx="2540">50</cx:pt>
          <cx:pt idx="2541">47.399999999999999</cx:pt>
          <cx:pt idx="2542">45</cx:pt>
          <cx:pt idx="2543">67</cx:pt>
          <cx:pt idx="2544">113</cx:pt>
          <cx:pt idx="2545">130</cx:pt>
          <cx:pt idx="2546">71</cx:pt>
          <cx:pt idx="2547">43</cx:pt>
          <cx:pt idx="2548">31.699999999999999</cx:pt>
          <cx:pt idx="2549">75</cx:pt>
          <cx:pt idx="2550">48</cx:pt>
          <cx:pt idx="2551">61.5</cx:pt>
          <cx:pt idx="2552">55</cx:pt>
          <cx:pt idx="2553">85</cx:pt>
          <cx:pt idx="2554">50</cx:pt>
          <cx:pt idx="2555">65</cx:pt>
          <cx:pt idx="2556">110</cx:pt>
          <cx:pt idx="2557">40.310000000000002</cx:pt>
          <cx:pt idx="2558">55</cx:pt>
          <cx:pt idx="2559">60</cx:pt>
          <cx:pt idx="2560">85</cx:pt>
          <cx:pt idx="2561">30.219999999999999</cx:pt>
          <cx:pt idx="2562">110</cx:pt>
          <cx:pt idx="2563">60</cx:pt>
          <cx:pt idx="2564">42.18</cx:pt>
          <cx:pt idx="2565">75</cx:pt>
          <cx:pt idx="2566">125</cx:pt>
          <cx:pt idx="2567">42.5</cx:pt>
          <cx:pt idx="2568">50</cx:pt>
          <cx:pt idx="2569">83.090000000000003</cx:pt>
          <cx:pt idx="2570">75</cx:pt>
          <cx:pt idx="2571">170</cx:pt>
          <cx:pt idx="2572">135</cx:pt>
          <cx:pt idx="2573">33</cx:pt>
          <cx:pt idx="2574">54.600000000000001</cx:pt>
          <cx:pt idx="2575">27</cx:pt>
          <cx:pt idx="2576">113</cx:pt>
          <cx:pt idx="2577">180</cx:pt>
          <cx:pt idx="2578">55</cx:pt>
          <cx:pt idx="2579">56</cx:pt>
          <cx:pt idx="2580">50</cx:pt>
          <cx:pt idx="2581">240</cx:pt>
          <cx:pt idx="2582">69.840000000000003</cx:pt>
          <cx:pt idx="2583">70</cx:pt>
          <cx:pt idx="2584">54.789999999999999</cx:pt>
          <cx:pt idx="2585">40</cx:pt>
          <cx:pt idx="2586">54.789999999999999</cx:pt>
          <cx:pt idx="2587">62</cx:pt>
          <cx:pt idx="2588">95</cx:pt>
          <cx:pt idx="2589">62</cx:pt>
          <cx:pt idx="2590">130</cx:pt>
          <cx:pt idx="2591">73</cx:pt>
          <cx:pt idx="2592">61.439999999999998</cx:pt>
          <cx:pt idx="2593">42</cx:pt>
          <cx:pt idx="2594">55</cx:pt>
          <cx:pt idx="2595">91.840000000000003</cx:pt>
          <cx:pt idx="2596">62.170000000000002</cx:pt>
          <cx:pt idx="2597">140</cx:pt>
          <cx:pt idx="2598">39.060000000000002</cx:pt>
          <cx:pt idx="2599">50</cx:pt>
          <cx:pt idx="2600">44</cx:pt>
          <cx:pt idx="2601">50</cx:pt>
          <cx:pt idx="2602">60</cx:pt>
          <cx:pt idx="2603">83.090000000000003</cx:pt>
          <cx:pt idx="2604">52</cx:pt>
          <cx:pt idx="2605">75</cx:pt>
          <cx:pt idx="2606">125</cx:pt>
          <cx:pt idx="2607">74</cx:pt>
          <cx:pt idx="2608">80.909999999999997</cx:pt>
          <cx:pt idx="2609">86.120000000000005</cx:pt>
          <cx:pt idx="2610">70</cx:pt>
          <cx:pt idx="2611">105</cx:pt>
          <cx:pt idx="2612">60</cx:pt>
          <cx:pt idx="2613">62</cx:pt>
          <cx:pt idx="2614">110</cx:pt>
          <cx:pt idx="2615">48</cx:pt>
          <cx:pt idx="2616">53</cx:pt>
          <cx:pt idx="2617">70</cx:pt>
          <cx:pt idx="2618">80</cx:pt>
          <cx:pt idx="2619">75</cx:pt>
          <cx:pt idx="2620">60</cx:pt>
          <cx:pt idx="2621">92.659999999999997</cx:pt>
          <cx:pt idx="2622">230</cx:pt>
          <cx:pt idx="2623">22</cx:pt>
          <cx:pt idx="2624">49.109999999999999</cx:pt>
          <cx:pt idx="2625">260.5</cx:pt>
          <cx:pt idx="2626">55</cx:pt>
          <cx:pt idx="2627">45.149999999999999</cx:pt>
          <cx:pt idx="2628">90</cx:pt>
          <cx:pt idx="2629">60.600000000000001</cx:pt>
          <cx:pt idx="2630">85.5</cx:pt>
          <cx:pt idx="2631">45</cx:pt>
          <cx:pt idx="2632">59.5</cx:pt>
          <cx:pt idx="2633">100</cx:pt>
          <cx:pt idx="2634">108</cx:pt>
          <cx:pt idx="2635">59.100000000000001</cx:pt>
          <cx:pt idx="2636">41</cx:pt>
          <cx:pt idx="2637">170</cx:pt>
          <cx:pt idx="2638">31.75</cx:pt>
          <cx:pt idx="2639">38</cx:pt>
          <cx:pt idx="2640">50.890000000000001</cx:pt>
          <cx:pt idx="2641">67.400000000000006</cx:pt>
          <cx:pt idx="2642">82</cx:pt>
          <cx:pt idx="2643">80</cx:pt>
          <cx:pt idx="2644">160</cx:pt>
          <cx:pt idx="2645">110</cx:pt>
          <cx:pt idx="2646">61</cx:pt>
          <cx:pt idx="2647">64.310000000000002</cx:pt>
          <cx:pt idx="2648">46.789999999999999</cx:pt>
          <cx:pt idx="2649">46</cx:pt>
          <cx:pt idx="2650">60</cx:pt>
          <cx:pt idx="2651">54.5</cx:pt>
          <cx:pt idx="2652">99</cx:pt>
          <cx:pt idx="2653">155</cx:pt>
          <cx:pt idx="2654">70</cx:pt>
          <cx:pt idx="2655">68.200000000000003</cx:pt>
          <cx:pt idx="2656">136</cx:pt>
          <cx:pt idx="2657">170</cx:pt>
          <cx:pt idx="2658">41</cx:pt>
          <cx:pt idx="2659">66</cx:pt>
          <cx:pt idx="2660">65</cx:pt>
          <cx:pt idx="2661">51.219999999999999</cx:pt>
          <cx:pt idx="2662">99.390000000000001</cx:pt>
          <cx:pt idx="2663">95</cx:pt>
          <cx:pt idx="2664">90.870000000000005</cx:pt>
          <cx:pt idx="2665">97.159999999999997</cx:pt>
          <cx:pt idx="2666">63</cx:pt>
          <cx:pt idx="2667">87</cx:pt>
          <cx:pt idx="2668">245</cx:pt>
          <cx:pt idx="2669">55</cx:pt>
          <cx:pt idx="2670">22.800000000000001</cx:pt>
          <cx:pt idx="2671">60</cx:pt>
          <cx:pt idx="2672">33.450000000000003</cx:pt>
          <cx:pt idx="2673">125</cx:pt>
          <cx:pt idx="2674">69</cx:pt>
          <cx:pt idx="2675">56.32</cx:pt>
          <cx:pt idx="2676">250</cx:pt>
          <cx:pt idx="2677">46.130000000000003</cx:pt>
          <cx:pt idx="2678">130</cx:pt>
          <cx:pt idx="2679">35</cx:pt>
          <cx:pt idx="2680">105</cx:pt>
          <cx:pt idx="2681">66.5</cx:pt>
          <cx:pt idx="2682">108</cx:pt>
          <cx:pt idx="2683">41.75</cx:pt>
          <cx:pt idx="2684">79</cx:pt>
          <cx:pt idx="2685">75</cx:pt>
          <cx:pt idx="2686">45</cx:pt>
          <cx:pt idx="2687">90</cx:pt>
          <cx:pt idx="2688">180</cx:pt>
          <cx:pt idx="2689">88</cx:pt>
          <cx:pt idx="2690">115</cx:pt>
          <cx:pt idx="2691">65</cx:pt>
          <cx:pt idx="2692">48</cx:pt>
          <cx:pt idx="2693">60</cx:pt>
          <cx:pt idx="2694">50</cx:pt>
          <cx:pt idx="2695">115</cx:pt>
          <cx:pt idx="2696">46</cx:pt>
          <cx:pt idx="2697">66</cx:pt>
          <cx:pt idx="2698">50</cx:pt>
          <cx:pt idx="2699">102</cx:pt>
          <cx:pt idx="2700">23</cx:pt>
          <cx:pt idx="2701">70</cx:pt>
          <cx:pt idx="2702">146</cx:pt>
          <cx:pt idx="2703">77.5</cx:pt>
          <cx:pt idx="2704">39.5</cx:pt>
          <cx:pt idx="2705">55</cx:pt>
          <cx:pt idx="2706">41</cx:pt>
          <cx:pt idx="2707">36</cx:pt>
          <cx:pt idx="2708">49.5</cx:pt>
          <cx:pt idx="2709">59.799999999999997</cx:pt>
          <cx:pt idx="2710">60</cx:pt>
          <cx:pt idx="2711">48</cx:pt>
          <cx:pt idx="2712">103</cx:pt>
          <cx:pt idx="2713">58.859999999999999</cx:pt>
          <cx:pt idx="2714">174</cx:pt>
          <cx:pt idx="2715">46</cx:pt>
          <cx:pt idx="2716">150</cx:pt>
          <cx:pt idx="2717">125</cx:pt>
          <cx:pt idx="2718">65</cx:pt>
          <cx:pt idx="2719">65</cx:pt>
          <cx:pt idx="2720">130</cx:pt>
          <cx:pt idx="2721">37.460000000000001</cx:pt>
          <cx:pt idx="2722">70</cx:pt>
          <cx:pt idx="2723">153</cx:pt>
          <cx:pt idx="2724">46</cx:pt>
          <cx:pt idx="2725">56</cx:pt>
          <cx:pt idx="2726">130</cx:pt>
          <cx:pt idx="2727">82</cx:pt>
          <cx:pt idx="2728">55</cx:pt>
          <cx:pt idx="2729">35</cx:pt>
          <cx:pt idx="2730">95</cx:pt>
          <cx:pt idx="2731">53</cx:pt>
          <cx:pt idx="2732">58</cx:pt>
          <cx:pt idx="2733">46</cx:pt>
          <cx:pt idx="2734">52</cx:pt>
          <cx:pt idx="2735">55</cx:pt>
          <cx:pt idx="2736">75</cx:pt>
          <cx:pt idx="2737">105</cx:pt>
          <cx:pt idx="2738">68</cx:pt>
          <cx:pt idx="2739">56.799999999999997</cx:pt>
          <cx:pt idx="2740">55</cx:pt>
          <cx:pt idx="2741">61</cx:pt>
          <cx:pt idx="2742">145</cx:pt>
          <cx:pt idx="2743">46.369999999999997</cx:pt>
          <cx:pt idx="2744">76.299999999999997</cx:pt>
          <cx:pt idx="2745">200</cx:pt>
          <cx:pt idx="2746">89.75</cx:pt>
          <cx:pt idx="2747">65</cx:pt>
          <cx:pt idx="2748">50.5</cx:pt>
          <cx:pt idx="2749">73</cx:pt>
          <cx:pt idx="2750">25</cx:pt>
          <cx:pt idx="2751">98</cx:pt>
          <cx:pt idx="2752">33.659999999999997</cx:pt>
          <cx:pt idx="2753">93.939999999999998</cx:pt>
          <cx:pt idx="2754">60</cx:pt>
          <cx:pt idx="2755">30.75</cx:pt>
          <cx:pt idx="2756">120</cx:pt>
          <cx:pt idx="2757">120</cx:pt>
          <cx:pt idx="2758">123</cx:pt>
          <cx:pt idx="2759">24</cx:pt>
          <cx:pt idx="2760">110</cx:pt>
          <cx:pt idx="2761">60</cx:pt>
          <cx:pt idx="2762">65</cx:pt>
          <cx:pt idx="2763">90</cx:pt>
          <cx:pt idx="2764">46.079999999999998</cx:pt>
          <cx:pt idx="2765">70</cx:pt>
          <cx:pt idx="2766">83.870000000000005</cx:pt>
          <cx:pt idx="2767">75.549999999999997</cx:pt>
          <cx:pt idx="2768">60</cx:pt>
          <cx:pt idx="2769">260</cx:pt>
          <cx:pt idx="2770">75</cx:pt>
          <cx:pt idx="2771">71.799999999999997</cx:pt>
          <cx:pt idx="2772">53</cx:pt>
          <cx:pt idx="2773">53</cx:pt>
          <cx:pt idx="2774">200</cx:pt>
          <cx:pt idx="2775">68.379999999999995</cx:pt>
          <cx:pt idx="2776">32</cx:pt>
          <cx:pt idx="2777">73</cx:pt>
          <cx:pt idx="2778">52.799999999999997</cx:pt>
          <cx:pt idx="2779">46</cx:pt>
          <cx:pt idx="2780">125.5</cx:pt>
          <cx:pt idx="2781">125</cx:pt>
          <cx:pt idx="2782">64</cx:pt>
          <cx:pt idx="2783">78</cx:pt>
          <cx:pt idx="2784">75</cx:pt>
          <cx:pt idx="2785">60</cx:pt>
          <cx:pt idx="2786">50</cx:pt>
          <cx:pt idx="2787">32.789999999999999</cx:pt>
          <cx:pt idx="2788">75</cx:pt>
          <cx:pt idx="2789">115</cx:pt>
          <cx:pt idx="2790">28.289999999999999</cx:pt>
          <cx:pt idx="2791">83</cx:pt>
          <cx:pt idx="2792">66.400000000000006</cx:pt>
          <cx:pt idx="2793">32.490000000000002</cx:pt>
          <cx:pt idx="2794">65</cx:pt>
          <cx:pt idx="2795">58</cx:pt>
          <cx:pt idx="2796">41.43</cx:pt>
          <cx:pt idx="2797">150</cx:pt>
          <cx:pt idx="2798">21</cx:pt>
          <cx:pt idx="2799">55.899999999999999</cx:pt>
          <cx:pt idx="2800">78</cx:pt>
          <cx:pt idx="2801">35</cx:pt>
          <cx:pt idx="2802">140</cx:pt>
          <cx:pt idx="2803">115</cx:pt>
          <cx:pt idx="2804">65</cx:pt>
          <cx:pt idx="2805">220</cx:pt>
          <cx:pt idx="2806">64.310000000000002</cx:pt>
          <cx:pt idx="2807">75</cx:pt>
          <cx:pt idx="2808">67</cx:pt>
          <cx:pt idx="2809">41</cx:pt>
          <cx:pt idx="2810">49</cx:pt>
          <cx:pt idx="2811">30</cx:pt>
          <cx:pt idx="2812">95</cx:pt>
          <cx:pt idx="2813">89.060000000000002</cx:pt>
          <cx:pt idx="2814">123</cx:pt>
          <cx:pt idx="2815">61.25</cx:pt>
          <cx:pt idx="2816">50</cx:pt>
          <cx:pt idx="2817">73</cx:pt>
          <cx:pt idx="2818">37</cx:pt>
          <cx:pt idx="2819">26</cx:pt>
          <cx:pt idx="2820">48.509999999999998</cx:pt>
          <cx:pt idx="2821">45</cx:pt>
          <cx:pt idx="2822">65</cx:pt>
          <cx:pt idx="2823">68</cx:pt>
          <cx:pt idx="2824">40</cx:pt>
          <cx:pt idx="2825">90</cx:pt>
          <cx:pt idx="2826">90</cx:pt>
          <cx:pt idx="2827">120</cx:pt>
          <cx:pt idx="2828">131</cx:pt>
          <cx:pt idx="2829">40</cx:pt>
          <cx:pt idx="2830">27</cx:pt>
          <cx:pt idx="2831">128</cx:pt>
          <cx:pt idx="2832">62</cx:pt>
          <cx:pt idx="2833">36</cx:pt>
          <cx:pt idx="2834">43</cx:pt>
          <cx:pt idx="2835">72</cx:pt>
          <cx:pt idx="2836">121</cx:pt>
          <cx:pt idx="2837">59.600000000000001</cx:pt>
          <cx:pt idx="2838">99</cx:pt>
          <cx:pt idx="2839">57</cx:pt>
          <cx:pt idx="2840">63</cx:pt>
          <cx:pt idx="2841">230</cx:pt>
          <cx:pt idx="2842">44</cx:pt>
          <cx:pt idx="2843">39</cx:pt>
          <cx:pt idx="2844">95</cx:pt>
          <cx:pt idx="2845">100</cx:pt>
          <cx:pt idx="2846">36.850000000000001</cx:pt>
          <cx:pt idx="2847">58</cx:pt>
          <cx:pt idx="2848">160</cx:pt>
          <cx:pt idx="2849">79</cx:pt>
          <cx:pt idx="2850">100</cx:pt>
          <cx:pt idx="2851">65</cx:pt>
          <cx:pt idx="2852">61.740000000000002</cx:pt>
          <cx:pt idx="2853">145</cx:pt>
          <cx:pt idx="2854">94</cx:pt>
          <cx:pt idx="2855">71</cx:pt>
          <cx:pt idx="2856">80</cx:pt>
          <cx:pt idx="2857">250</cx:pt>
          <cx:pt idx="2858">48</cx:pt>
          <cx:pt idx="2859">20</cx:pt>
          <cx:pt idx="2860">120</cx:pt>
          <cx:pt idx="2861">43.920000000000002</cx:pt>
          <cx:pt idx="2862">115</cx:pt>
          <cx:pt idx="2863">86.909999999999997</cx:pt>
          <cx:pt idx="2864">68</cx:pt>
          <cx:pt idx="2865">87.010000000000005</cx:pt>
          <cx:pt idx="2866">116</cx:pt>
          <cx:pt idx="2867">35</cx:pt>
          <cx:pt idx="2868">50.530000000000001</cx:pt>
          <cx:pt idx="2869">130</cx:pt>
          <cx:pt idx="2870">85</cx:pt>
          <cx:pt idx="2871">49.475000000000001</cx:pt>
          <cx:pt idx="2872">150</cx:pt>
          <cx:pt idx="2873">53</cx:pt>
          <cx:pt idx="2874">150</cx:pt>
          <cx:pt idx="2875">33</cx:pt>
          <cx:pt idx="2876">48</cx:pt>
          <cx:pt idx="2877">74</cx:pt>
          <cx:pt idx="2878">75</cx:pt>
          <cx:pt idx="2879">56</cx:pt>
          <cx:pt idx="2880">130</cx:pt>
          <cx:pt idx="2881">55</cx:pt>
          <cx:pt idx="2882">180</cx:pt>
          <cx:pt idx="2883">157</cx:pt>
          <cx:pt idx="2884">44</cx:pt>
          <cx:pt idx="2885">29.460000000000001</cx:pt>
          <cx:pt idx="2886">55</cx:pt>
          <cx:pt idx="2887">158</cx:pt>
          <cx:pt idx="2888">180</cx:pt>
          <cx:pt idx="2889">47</cx:pt>
          <cx:pt idx="2890">34.5</cx:pt>
          <cx:pt idx="2891">115</cx:pt>
          <cx:pt idx="2892">84</cx:pt>
          <cx:pt idx="2893">50</cx:pt>
          <cx:pt idx="2894">36.5</cx:pt>
          <cx:pt idx="2895">155</cx:pt>
          <cx:pt idx="2896">103</cx:pt>
          <cx:pt idx="2897">77</cx:pt>
          <cx:pt idx="2898">70</cx:pt>
          <cx:pt idx="2899">45</cx:pt>
          <cx:pt idx="2900">40</cx:pt>
          <cx:pt idx="2901">42</cx:pt>
          <cx:pt idx="2902">57</cx:pt>
          <cx:pt idx="2903">52</cx:pt>
          <cx:pt idx="2904">54</cx:pt>
          <cx:pt idx="2905">149</cx:pt>
          <cx:pt idx="2906">41.579999999999998</cx:pt>
          <cx:pt idx="2907">98.299999999999997</cx:pt>
          <cx:pt idx="2908">60</cx:pt>
          <cx:pt idx="2909">58</cx:pt>
          <cx:pt idx="2910">89</cx:pt>
          <cx:pt idx="2911">132</cx:pt>
          <cx:pt idx="2912">125</cx:pt>
          <cx:pt idx="2913">110</cx:pt>
          <cx:pt idx="2914">95</cx:pt>
          <cx:pt idx="2915">38.549999999999997</cx:pt>
          <cx:pt idx="2916">30</cx:pt>
          <cx:pt idx="2917">98</cx:pt>
          <cx:pt idx="2918">81</cx:pt>
          <cx:pt idx="2919">75</cx:pt>
          <cx:pt idx="2920">54.539999999999999</cx:pt>
          <cx:pt idx="2921">48</cx:pt>
          <cx:pt idx="2922">79.5</cx:pt>
          <cx:pt idx="2923">93.864999999999995</cx:pt>
          <cx:pt idx="2924">85</cx:pt>
          <cx:pt idx="2925">31.5</cx:pt>
          <cx:pt idx="2926">48</cx:pt>
          <cx:pt idx="2927">35</cx:pt>
          <cx:pt idx="2928">290</cx:pt>
          <cx:pt idx="2929">66.480000000000004</cx:pt>
          <cx:pt idx="2930">39.5</cx:pt>
          <cx:pt idx="2931">93.25</cx:pt>
          <cx:pt idx="2932">48.420000000000002</cx:pt>
          <cx:pt idx="2933">110</cx:pt>
          <cx:pt idx="2934">100</cx:pt>
          <cx:pt idx="2935">55</cx:pt>
          <cx:pt idx="2936">54</cx:pt>
          <cx:pt idx="2937">40</cx:pt>
          <cx:pt idx="2938">85</cx:pt>
          <cx:pt idx="2939">44.399999999999999</cx:pt>
          <cx:pt idx="2940">43.100000000000001</cx:pt>
          <cx:pt idx="2941">77</cx:pt>
          <cx:pt idx="2942">38</cx:pt>
          <cx:pt idx="2943">65.120000000000005</cx:pt>
          <cx:pt idx="2944">139</cx:pt>
          <cx:pt idx="2945">53</cx:pt>
          <cx:pt idx="2946">65</cx:pt>
          <cx:pt idx="2947">85</cx:pt>
          <cx:pt idx="2948">55</cx:pt>
          <cx:pt idx="2949">22.5</cx:pt>
          <cx:pt idx="2950">17</cx:pt>
          <cx:pt idx="2951">46.390000000000001</cx:pt>
          <cx:pt idx="2952">50</cx:pt>
          <cx:pt idx="2953">85.400000000000006</cx:pt>
          <cx:pt idx="2954">57</cx:pt>
          <cx:pt idx="2955">68</cx:pt>
          <cx:pt idx="2956">104</cx:pt>
          <cx:pt idx="2957">60</cx:pt>
          <cx:pt idx="2958">28</cx:pt>
          <cx:pt idx="2959">76</cx:pt>
          <cx:pt idx="2960">190</cx:pt>
          <cx:pt idx="2961">31.57</cx:pt>
          <cx:pt idx="2962">121</cx:pt>
          <cx:pt idx="2963">91.200000000000003</cx:pt>
          <cx:pt idx="2964">49.880000000000003</cx:pt>
          <cx:pt idx="2965">100</cx:pt>
          <cx:pt idx="2966">180</cx:pt>
          <cx:pt idx="2967">85</cx:pt>
          <cx:pt idx="2968">175</cx:pt>
          <cx:pt idx="2969">40</cx:pt>
          <cx:pt idx="2970">108</cx:pt>
          <cx:pt idx="2971">40</cx:pt>
          <cx:pt idx="2972">61.200000000000003</cx:pt>
          <cx:pt idx="2973">42</cx:pt>
          <cx:pt idx="2974">82</cx:pt>
          <cx:pt idx="2975">62</cx:pt>
          <cx:pt idx="2976">148</cx:pt>
          <cx:pt idx="2977">42</cx:pt>
          <cx:pt idx="2978">550</cx:pt>
          <cx:pt idx="2979">110</cx:pt>
          <cx:pt idx="2980">190</cx:pt>
          <cx:pt idx="2981">80</cx:pt>
          <cx:pt idx="2982">225</cx:pt>
          <cx:pt idx="2983">28.41</cx:pt>
          <cx:pt idx="2984">64.079999999999998</cx:pt>
          <cx:pt idx="2985">42</cx:pt>
          <cx:pt idx="2986">75</cx:pt>
          <cx:pt idx="2987">70</cx:pt>
          <cx:pt idx="2988">65</cx:pt>
          <cx:pt idx="2989">149</cx:pt>
          <cx:pt idx="2990">65</cx:pt>
          <cx:pt idx="2991">63</cx:pt>
          <cx:pt idx="2992">129</cx:pt>
          <cx:pt idx="2993">150</cx:pt>
          <cx:pt idx="2994">88</cx:pt>
          <cx:pt idx="2995">25</cx:pt>
          <cx:pt idx="2996">42.299999999999997</cx:pt>
          <cx:pt idx="2997">55</cx:pt>
          <cx:pt idx="2998">120</cx:pt>
          <cx:pt idx="2999">52.170000000000002</cx:pt>
          <cx:pt idx="3000">59</cx:pt>
          <cx:pt idx="3001">94.5</cx:pt>
          <cx:pt idx="3002">85.280000000000001</cx:pt>
          <cx:pt idx="3003">68</cx:pt>
          <cx:pt idx="3004">56.740000000000002</cx:pt>
          <cx:pt idx="3005">130</cx:pt>
          <cx:pt idx="3006">85</cx:pt>
          <cx:pt idx="3007">210</cx:pt>
          <cx:pt idx="3008">55</cx:pt>
          <cx:pt idx="3009">30</cx:pt>
          <cx:pt idx="3010">67.75</cx:pt>
          <cx:pt idx="3011">89.989999999999995</cx:pt>
          <cx:pt idx="3012">28.879999999999999</cx:pt>
          <cx:pt idx="3013">45.909999999999997</cx:pt>
          <cx:pt idx="3014">160</cx:pt>
          <cx:pt idx="3015">83.870000000000005</cx:pt>
          <cx:pt idx="3016">30</cx:pt>
          <cx:pt idx="3017">39</cx:pt>
          <cx:pt idx="3018">100</cx:pt>
          <cx:pt idx="3019">58</cx:pt>
          <cx:pt idx="3020">68</cx:pt>
          <cx:pt idx="3021">47.5</cx:pt>
          <cx:pt idx="3022">89.370000000000005</cx:pt>
          <cx:pt idx="3023">85</cx:pt>
          <cx:pt idx="3024">65</cx:pt>
          <cx:pt idx="3025">43.590000000000003</cx:pt>
          <cx:pt idx="3026">70</cx:pt>
          <cx:pt idx="3027">30</cx:pt>
          <cx:pt idx="3028">75.969999999999999</cx:pt>
          <cx:pt idx="3029">75</cx:pt>
          <cx:pt idx="3030">37.450000000000003</cx:pt>
          <cx:pt idx="3031">28</cx:pt>
          <cx:pt idx="3032">70</cx:pt>
          <cx:pt idx="3033">45.5</cx:pt>
          <cx:pt idx="3034">34</cx:pt>
          <cx:pt idx="3035">25.879999999999999</cx:pt>
          <cx:pt idx="3036">22.489999999999998</cx:pt>
          <cx:pt idx="3037">62</cx:pt>
          <cx:pt idx="3038">35</cx:pt>
          <cx:pt idx="3039">42</cx:pt>
          <cx:pt idx="3040">47</cx:pt>
          <cx:pt idx="3041">122</cx:pt>
          <cx:pt idx="3042">51</cx:pt>
          <cx:pt idx="3043">100</cx:pt>
          <cx:pt idx="3044">96</cx:pt>
          <cx:pt idx="3045">79</cx:pt>
          <cx:pt idx="3046">43.590000000000003</cx:pt>
          <cx:pt idx="3047">160</cx:pt>
          <cx:pt idx="3048">95</cx:pt>
          <cx:pt idx="3049">91</cx:pt>
          <cx:pt idx="3050">52</cx:pt>
          <cx:pt idx="3051">63</cx:pt>
          <cx:pt idx="3052">70.5</cx:pt>
          <cx:pt idx="3053">70</cx:pt>
          <cx:pt idx="3054">155</cx:pt>
          <cx:pt idx="3055">250</cx:pt>
          <cx:pt idx="3056">125</cx:pt>
          <cx:pt idx="3057">151</cx:pt>
          <cx:pt idx="3058">55</cx:pt>
          <cx:pt idx="3059">100</cx:pt>
          <cx:pt idx="3060">17</cx:pt>
          <cx:pt idx="3061">50.789999999999999</cx:pt>
          <cx:pt idx="3062">48</cx:pt>
          <cx:pt idx="3063">80</cx:pt>
          <cx:pt idx="3064">280</cx:pt>
          <cx:pt idx="3065">52.600000000000001</cx:pt>
          <cx:pt idx="3066">39</cx:pt>
          <cx:pt idx="3067">97</cx:pt>
          <cx:pt idx="3068">139</cx:pt>
          <cx:pt idx="3069">80</cx:pt>
          <cx:pt idx="3070">79</cx:pt>
          <cx:pt idx="3071">140</cx:pt>
          <cx:pt idx="3072">40</cx:pt>
          <cx:pt idx="3073">49</cx:pt>
          <cx:pt idx="3074">40</cx:pt>
          <cx:pt idx="3075">120</cx:pt>
          <cx:pt idx="3076">260</cx:pt>
          <cx:pt idx="3077">108</cx:pt>
          <cx:pt idx="3078">120</cx:pt>
          <cx:pt idx="3079">65</cx:pt>
          <cx:pt idx="3080">49.5</cx:pt>
          <cx:pt idx="3081">120</cx:pt>
          <cx:pt idx="3082">125</cx:pt>
          <cx:pt idx="3083">102</cx:pt>
          <cx:pt idx="3084">59.859999999999999</cx:pt>
          <cx:pt idx="3085">54</cx:pt>
          <cx:pt idx="3086">76</cx:pt>
          <cx:pt idx="3087">13.5</cx:pt>
          <cx:pt idx="3088">53</cx:pt>
          <cx:pt idx="3089">46.950000000000003</cx:pt>
          <cx:pt idx="3090">80</cx:pt>
          <cx:pt idx="3091">55</cx:pt>
          <cx:pt idx="3092">94.709999999999994</cx:pt>
          <cx:pt idx="3093">40</cx:pt>
          <cx:pt idx="3094">34.82</cx:pt>
          <cx:pt idx="3095">92</cx:pt>
          <cx:pt idx="3096">150</cx:pt>
          <cx:pt idx="3097">90</cx:pt>
          <cx:pt idx="3098">73</cx:pt>
          <cx:pt idx="3099">23</cx:pt>
          <cx:pt idx="3100">167</cx:pt>
          <cx:pt idx="3101">38</cx:pt>
          <cx:pt idx="3102">40</cx:pt>
          <cx:pt idx="3103">105</cx:pt>
          <cx:pt idx="3104">86.560000000000002</cx:pt>
          <cx:pt idx="3105">135</cx:pt>
          <cx:pt idx="3106">49</cx:pt>
          <cx:pt idx="3107">140</cx:pt>
          <cx:pt idx="3108">31.489999999999998</cx:pt>
          <cx:pt idx="3109">82</cx:pt>
          <cx:pt idx="3110">68</cx:pt>
          <cx:pt idx="3111">63.100000000000001</cx:pt>
          <cx:pt idx="3112">205</cx:pt>
          <cx:pt idx="3113">150</cx:pt>
          <cx:pt idx="3114">57</cx:pt>
          <cx:pt idx="3115">56.100000000000001</cx:pt>
          <cx:pt idx="3116">45</cx:pt>
          <cx:pt idx="3117">43.090000000000003</cx:pt>
          <cx:pt idx="3118">37</cx:pt>
          <cx:pt idx="3119">58</cx:pt>
          <cx:pt idx="3120">75</cx:pt>
          <cx:pt idx="3121">55</cx:pt>
          <cx:pt idx="3122">180</cx:pt>
          <cx:pt idx="3123">72</cx:pt>
          <cx:pt idx="3124">59.740000000000002</cx:pt>
          <cx:pt idx="3125">133</cx:pt>
          <cx:pt idx="3126">77.680000000000007</cx:pt>
          <cx:pt idx="3127">50</cx:pt>
          <cx:pt idx="3128">46.799999999999997</cx:pt>
          <cx:pt idx="3129">120</cx:pt>
          <cx:pt idx="3130">51.770000000000003</cx:pt>
          <cx:pt idx="3131">107</cx:pt>
          <cx:pt idx="3132">115</cx:pt>
          <cx:pt idx="3133">120</cx:pt>
          <cx:pt idx="3134">52</cx:pt>
          <cx:pt idx="3135">57.630000000000003</cx:pt>
          <cx:pt idx="3136">129</cx:pt>
          <cx:pt idx="3137">76</cx:pt>
          <cx:pt idx="3138">66</cx:pt>
          <cx:pt idx="3139">49.5</cx:pt>
          <cx:pt idx="3140">126</cx:pt>
          <cx:pt idx="3141">139</cx:pt>
          <cx:pt idx="3142">54.649999999999999</cx:pt>
          <cx:pt idx="3143">92</cx:pt>
          <cx:pt idx="3144">65</cx:pt>
          <cx:pt idx="3145">42</cx:pt>
          <cx:pt idx="3146">100</cx:pt>
          <cx:pt idx="3147">43</cx:pt>
          <cx:pt idx="3148">75</cx:pt>
          <cx:pt idx="3149">35</cx:pt>
          <cx:pt idx="3150">48.5</cx:pt>
          <cx:pt idx="3151">155</cx:pt>
          <cx:pt idx="3152">46</cx:pt>
          <cx:pt idx="3153">120</cx:pt>
          <cx:pt idx="3154">40</cx:pt>
          <cx:pt idx="3155">43</cx:pt>
          <cx:pt idx="3156">40</cx:pt>
          <cx:pt idx="3157">62</cx:pt>
          <cx:pt idx="3158">75</cx:pt>
          <cx:pt idx="3159">52</cx:pt>
          <cx:pt idx="3160">62</cx:pt>
          <cx:pt idx="3161">51</cx:pt>
          <cx:pt idx="3162">69.099999999999994</cx:pt>
          <cx:pt idx="3163">74.400000000000006</cx:pt>
          <cx:pt idx="3164">60</cx:pt>
          <cx:pt idx="3165">34.630000000000003</cx:pt>
          <cx:pt idx="3166">260</cx:pt>
          <cx:pt idx="3167">104</cx:pt>
          <cx:pt idx="3168">90</cx:pt>
          <cx:pt idx="3169">166</cx:pt>
          <cx:pt idx="3170">78</cx:pt>
          <cx:pt idx="3171">85</cx:pt>
          <cx:pt idx="3172">78</cx:pt>
          <cx:pt idx="3173">52.43</cx:pt>
          <cx:pt idx="3174">82</cx:pt>
          <cx:pt idx="3175">35</cx:pt>
          <cx:pt idx="3176">95</cx:pt>
          <cx:pt idx="3177">62.799999999999997</cx:pt>
          <cx:pt idx="3178">80</cx:pt>
          <cx:pt idx="3179">90</cx:pt>
          <cx:pt idx="3180">49</cx:pt>
          <cx:pt idx="3181">80</cx:pt>
          <cx:pt idx="3182">44</cx:pt>
          <cx:pt idx="3183">60</cx:pt>
          <cx:pt idx="3184">57.460000000000001</cx:pt>
          <cx:pt idx="3185">79</cx:pt>
          <cx:pt idx="3186">191</cx:pt>
          <cx:pt idx="3187">50.280000000000001</cx:pt>
          <cx:pt idx="3188">37.829999999999998</cx:pt>
          <cx:pt idx="3189">79.280000000000001</cx:pt>
          <cx:pt idx="3190">135</cx:pt>
          <cx:pt idx="3191">45.840000000000003</cx:pt>
          <cx:pt idx="3192">140</cx:pt>
          <cx:pt idx="3193">33.5</cx:pt>
          <cx:pt idx="3194">39</cx:pt>
          <cx:pt idx="3195">80.989999999999995</cx:pt>
          <cx:pt idx="3196">29</cx:pt>
          <cx:pt idx="3197">59</cx:pt>
          <cx:pt idx="3198">135</cx:pt>
          <cx:pt idx="3199">175</cx:pt>
          <cx:pt idx="3200">87</cx:pt>
          <cx:pt idx="3201">97</cx:pt>
          <cx:pt idx="3202">110</cx:pt>
          <cx:pt idx="3203">49.020000000000003</cx:pt>
          <cx:pt idx="3204">72</cx:pt>
          <cx:pt idx="3205">165</cx:pt>
          <cx:pt idx="3206">40.43</cx:pt>
          <cx:pt idx="3207">15</cx:pt>
          <cx:pt idx="3208">39</cx:pt>
          <cx:pt idx="3209">57.759999999999998</cx:pt>
          <cx:pt idx="3210">100</cx:pt>
          <cx:pt idx="3211">46</cx:pt>
          <cx:pt idx="3212">55</cx:pt>
          <cx:pt idx="3213">68</cx:pt>
          <cx:pt idx="3214">160</cx:pt>
          <cx:pt idx="3215">74</cx:pt>
          <cx:pt idx="3216">42.75</cx:pt>
          <cx:pt idx="3217">55</cx:pt>
          <cx:pt idx="3218">60</cx:pt>
          <cx:pt idx="3219">41.880000000000003</cx:pt>
          <cx:pt idx="3220">45.899999999999999</cx:pt>
          <cx:pt idx="3221">65</cx:pt>
          <cx:pt idx="3222">70</cx:pt>
          <cx:pt idx="3223">39.200000000000003</cx:pt>
          <cx:pt idx="3224">43</cx:pt>
          <cx:pt idx="3225">52.100000000000001</cx:pt>
          <cx:pt idx="3226">86</cx:pt>
          <cx:pt idx="3227">130</cx:pt>
          <cx:pt idx="3228">72</cx:pt>
          <cx:pt idx="3229">103</cx:pt>
          <cx:pt idx="3230">72</cx:pt>
          <cx:pt idx="3231">39</cx:pt>
          <cx:pt idx="3232">40</cx:pt>
          <cx:pt idx="3233">83.870000000000005</cx:pt>
          <cx:pt idx="3234">70</cx:pt>
          <cx:pt idx="3235">35</cx:pt>
          <cx:pt idx="3236">149</cx:pt>
          <cx:pt idx="3237">41</cx:pt>
          <cx:pt idx="3238">46</cx:pt>
          <cx:pt idx="3239">39</cx:pt>
          <cx:pt idx="3240">45</cx:pt>
          <cx:pt idx="3241">52</cx:pt>
          <cx:pt idx="3242">127</cx:pt>
          <cx:pt idx="3243">38</cx:pt>
          <cx:pt idx="3244">150</cx:pt>
          <cx:pt idx="3245">45.5</cx:pt>
          <cx:pt idx="3246">135</cx:pt>
          <cx:pt idx="3247">32.630000000000003</cx:pt>
          <cx:pt idx="3248">64.5</cx:pt>
          <cx:pt idx="3249">98</cx:pt>
          <cx:pt idx="3250">55</cx:pt>
          <cx:pt idx="3251">112</cx:pt>
          <cx:pt idx="3252">103</cx:pt>
          <cx:pt idx="3253">125</cx:pt>
          <cx:pt idx="3254">40</cx:pt>
          <cx:pt idx="3255">32.5</cx:pt>
          <cx:pt idx="3256">50</cx:pt>
          <cx:pt idx="3257">62</cx:pt>
          <cx:pt idx="3258">26</cx:pt>
          <cx:pt idx="3259">226</cx:pt>
          <cx:pt idx="3260">225</cx:pt>
          <cx:pt idx="3261">68</cx:pt>
          <cx:pt idx="3262">44</cx:pt>
          <cx:pt idx="3263">74</cx:pt>
          <cx:pt idx="3264">100</cx:pt>
          <cx:pt idx="3265">72</cx:pt>
          <cx:pt idx="3266">38</cx:pt>
          <cx:pt idx="3267">42</cx:pt>
          <cx:pt idx="3268">44.5</cx:pt>
          <cx:pt idx="3269">77</cx:pt>
          <cx:pt idx="3270">71</cx:pt>
          <cx:pt idx="3271">85</cx:pt>
          <cx:pt idx="3272">50.659999999999997</cx:pt>
          <cx:pt idx="3273">68</cx:pt>
          <cx:pt idx="3274">65</cx:pt>
          <cx:pt idx="3275">130</cx:pt>
          <cx:pt idx="3276">50</cx:pt>
          <cx:pt idx="3277">93.340000000000003</cx:pt>
          <cx:pt idx="3278">83</cx:pt>
          <cx:pt idx="3279">60</cx:pt>
          <cx:pt idx="3280">55</cx:pt>
          <cx:pt idx="3281">52.850000000000001</cx:pt>
          <cx:pt idx="3282">230</cx:pt>
          <cx:pt idx="3283">46.140000000000001</cx:pt>
          <cx:pt idx="3284">250</cx:pt>
          <cx:pt idx="3285">60.979999999999997</cx:pt>
          <cx:pt idx="3286">41</cx:pt>
          <cx:pt idx="3287">44</cx:pt>
          <cx:pt idx="3288">70</cx:pt>
          <cx:pt idx="3289">39.969999999999999</cx:pt>
          <cx:pt idx="3290">51.189999999999998</cx:pt>
          <cx:pt idx="3291">35.229999999999997</cx:pt>
          <cx:pt idx="3292">80</cx:pt>
          <cx:pt idx="3293">155</cx:pt>
          <cx:pt idx="3294">70</cx:pt>
          <cx:pt idx="3295">60</cx:pt>
          <cx:pt idx="3296">160</cx:pt>
          <cx:pt idx="3297">39</cx:pt>
          <cx:pt idx="3298">30</cx:pt>
          <cx:pt idx="3299">70</cx:pt>
          <cx:pt idx="3300">95</cx:pt>
          <cx:pt idx="3301">55</cx:pt>
          <cx:pt idx="3302">90</cx:pt>
          <cx:pt idx="3303">97.780000000000001</cx:pt>
          <cx:pt idx="3304">55</cx:pt>
          <cx:pt idx="3305">36</cx:pt>
          <cx:pt idx="3306">48.450000000000003</cx:pt>
          <cx:pt idx="3307">173</cx:pt>
          <cx:pt idx="3308">33.82</cx:pt>
          <cx:pt idx="3309">50</cx:pt>
          <cx:pt idx="3310">58</cx:pt>
          <cx:pt idx="3311">56</cx:pt>
          <cx:pt idx="3312">145</cx:pt>
          <cx:pt idx="3313">49</cx:pt>
          <cx:pt idx="3314">44</cx:pt>
          <cx:pt idx="3315">60</cx:pt>
          <cx:pt idx="3316">65.299999999999997</cx:pt>
          <cx:pt idx="3317">77.409999999999997</cx:pt>
          <cx:pt idx="3318">43</cx:pt>
          <cx:pt idx="3319">75</cx:pt>
          <cx:pt idx="3320">45</cx:pt>
          <cx:pt idx="3321">86</cx:pt>
          <cx:pt idx="3322">70</cx:pt>
          <cx:pt idx="3323">59</cx:pt>
          <cx:pt idx="3324">162</cx:pt>
          <cx:pt idx="3325">75</cx:pt>
          <cx:pt idx="3326">24</cx:pt>
          <cx:pt idx="3327">80</cx:pt>
          <cx:pt idx="3328">120</cx:pt>
          <cx:pt idx="3329">52</cx:pt>
          <cx:pt idx="3330">42</cx:pt>
          <cx:pt idx="3331">50</cx:pt>
          <cx:pt idx="3332">50</cx:pt>
          <cx:pt idx="3333">100</cx:pt>
          <cx:pt idx="3334">83</cx:pt>
          <cx:pt idx="3335">75</cx:pt>
          <cx:pt idx="3336">50.789999999999999</cx:pt>
          <cx:pt idx="3337">53</cx:pt>
          <cx:pt idx="3338">44</cx:pt>
          <cx:pt idx="3339">70</cx:pt>
          <cx:pt idx="3340">40</cx:pt>
          <cx:pt idx="3341">95</cx:pt>
          <cx:pt idx="3342">85</cx:pt>
          <cx:pt idx="3343">82</cx:pt>
          <cx:pt idx="3344">150</cx:pt>
          <cx:pt idx="3345">56.810000000000002</cx:pt>
          <cx:pt idx="3346">69</cx:pt>
          <cx:pt idx="3347">45</cx:pt>
          <cx:pt idx="3348">98</cx:pt>
          <cx:pt idx="3349">70</cx:pt>
          <cx:pt idx="3350">185</cx:pt>
          <cx:pt idx="3351">36.5</cx:pt>
          <cx:pt idx="3352">49.869999999999997</cx:pt>
          <cx:pt idx="3353">40.439999999999998</cx:pt>
          <cx:pt idx="3354">150</cx:pt>
          <cx:pt idx="3355">77.25</cx:pt>
          <cx:pt idx="3356">65.010000000000005</cx:pt>
          <cx:pt idx="3357">48</cx:pt>
          <cx:pt idx="3358">61</cx:pt>
          <cx:pt idx="3359">115</cx:pt>
          <cx:pt idx="3360">55</cx:pt>
          <cx:pt idx="3361">120</cx:pt>
          <cx:pt idx="3362">97</cx:pt>
          <cx:pt idx="3363">98.859999999999999</cx:pt>
          <cx:pt idx="3364">140</cx:pt>
          <cx:pt idx="3365">14.039999999999999</cx:pt>
          <cx:pt idx="3366">160</cx:pt>
          <cx:pt idx="3367">75</cx:pt>
          <cx:pt idx="3368">65</cx:pt>
          <cx:pt idx="3369">93</cx:pt>
          <cx:pt idx="3370">125</cx:pt>
          <cx:pt idx="3371">70</cx:pt>
          <cx:pt idx="3372">47</cx:pt>
          <cx:pt idx="3373">60</cx:pt>
          <cx:pt idx="3374">35</cx:pt>
          <cx:pt idx="3375">50</cx:pt>
          <cx:pt idx="3376">51</cx:pt>
          <cx:pt idx="3377">79</cx:pt>
          <cx:pt idx="3378">55</cx:pt>
          <cx:pt idx="3379">90</cx:pt>
          <cx:pt idx="3380">59</cx:pt>
          <cx:pt idx="3381">60</cx:pt>
          <cx:pt idx="3382">52.799999999999997</cx:pt>
          <cx:pt idx="3383">75</cx:pt>
          <cx:pt idx="3384">117</cx:pt>
          <cx:pt idx="3385">45.899999999999999</cx:pt>
          <cx:pt idx="3386">82.5</cx:pt>
          <cx:pt idx="3387">61</cx:pt>
          <cx:pt idx="3388">70</cx:pt>
          <cx:pt idx="3389">45</cx:pt>
          <cx:pt idx="3390">65</cx:pt>
          <cx:pt idx="3391">100</cx:pt>
          <cx:pt idx="3392">70</cx:pt>
          <cx:pt idx="3393">140</cx:pt>
          <cx:pt idx="3394">58</cx:pt>
          <cx:pt idx="3395">48</cx:pt>
          <cx:pt idx="3396">45</cx:pt>
          <cx:pt idx="3397">60</cx:pt>
          <cx:pt idx="3398">115</cx:pt>
          <cx:pt idx="3399">42.119999999999997</cx:pt>
          <cx:pt idx="3400">48.905000000000001</cx:pt>
          <cx:pt idx="3401">51.600000000000001</cx:pt>
          <cx:pt idx="3402">205</cx:pt>
          <cx:pt idx="3403">100</cx:pt>
          <cx:pt idx="3404">100</cx:pt>
          <cx:pt idx="3405">75</cx:pt>
          <cx:pt idx="3406">95</cx:pt>
          <cx:pt idx="3407">53.5</cx:pt>
          <cx:pt idx="3408">88.730000000000004</cx:pt>
          <cx:pt idx="3409">115</cx:pt>
          <cx:pt idx="3410">65.5</cx:pt>
          <cx:pt idx="3411">93</cx:pt>
          <cx:pt idx="3412">159</cx:pt>
          <cx:pt idx="3413">59</cx:pt>
          <cx:pt idx="3414">114</cx:pt>
          <cx:pt idx="3415">147</cx:pt>
          <cx:pt idx="3416">36</cx:pt>
          <cx:pt idx="3417">145</cx:pt>
          <cx:pt idx="3418">56</cx:pt>
          <cx:pt idx="3419">63</cx:pt>
          <cx:pt idx="3420">180</cx:pt>
          <cx:pt idx="3421">59</cx:pt>
          <cx:pt idx="3422">75</cx:pt>
          <cx:pt idx="3423">46</cx:pt>
          <cx:pt idx="3424">47</cx:pt>
          <cx:pt idx="3425">40</cx:pt>
          <cx:pt idx="3426">69</cx:pt>
          <cx:pt idx="3427">59</cx:pt>
          <cx:pt idx="3428">196</cx:pt>
          <cx:pt idx="3429">80</cx:pt>
          <cx:pt idx="3430">45</cx:pt>
          <cx:pt idx="3431">78</cx:pt>
          <cx:pt idx="3432">75</cx:pt>
          <cx:pt idx="3433">60</cx:pt>
          <cx:pt idx="3434">85</cx:pt>
          <cx:pt idx="3435">40</cx:pt>
          <cx:pt idx="3436">88</cx:pt>
          <cx:pt idx="3437">78</cx:pt>
          <cx:pt idx="3438">81</cx:pt>
          <cx:pt idx="3439">32</cx:pt>
          <cx:pt idx="3440">21.280000000000001</cx:pt>
          <cx:pt idx="3441">68</cx:pt>
          <cx:pt idx="3442">38.5</cx:pt>
          <cx:pt idx="3443">95</cx:pt>
          <cx:pt idx="3444">115</cx:pt>
          <cx:pt idx="3445">55</cx:pt>
          <cx:pt idx="3446">33</cx:pt>
          <cx:pt idx="3447">225</cx:pt>
          <cx:pt idx="3448">54.299999999999997</cx:pt>
          <cx:pt idx="3449">36.689999999999998</cx:pt>
          <cx:pt idx="3450">65</cx:pt>
          <cx:pt idx="3451">35</cx:pt>
          <cx:pt idx="3452">115</cx:pt>
          <cx:pt idx="3453">59</cx:pt>
          <cx:pt idx="3454">38</cx:pt>
          <cx:pt idx="3455">50.299999999999997</cx:pt>
          <cx:pt idx="3456">78</cx:pt>
          <cx:pt idx="3457">19.695</cx:pt>
          <cx:pt idx="3458">57</cx:pt>
          <cx:pt idx="3459">88</cx:pt>
          <cx:pt idx="3460">125</cx:pt>
          <cx:pt idx="3461">44</cx:pt>
          <cx:pt idx="3462">40.789999999999999</cx:pt>
          <cx:pt idx="3463">95</cx:pt>
          <cx:pt idx="3464">165</cx:pt>
          <cx:pt idx="3465">38.850000000000001</cx:pt>
          <cx:pt idx="3466">88</cx:pt>
          <cx:pt idx="3467">22</cx:pt>
          <cx:pt idx="3468">285</cx:pt>
          <cx:pt idx="3469">52</cx:pt>
          <cx:pt idx="3470">82.5</cx:pt>
          <cx:pt idx="3471">100</cx:pt>
          <cx:pt idx="3472">58</cx:pt>
          <cx:pt idx="3473">48.789999999999999</cx:pt>
          <cx:pt idx="3474">45</cx:pt>
          <cx:pt idx="3475">22</cx:pt>
          <cx:pt idx="3476">140</cx:pt>
          <cx:pt idx="3477">130</cx:pt>
          <cx:pt idx="3478">75</cx:pt>
          <cx:pt idx="3479">85</cx:pt>
          <cx:pt idx="3480">34.5</cx:pt>
          <cx:pt idx="3481">59.100000000000001</cx:pt>
          <cx:pt idx="3482">110</cx:pt>
          <cx:pt idx="3483">125</cx:pt>
          <cx:pt idx="3484">62</cx:pt>
          <cx:pt idx="3485">121</cx:pt>
          <cx:pt idx="3486">72</cx:pt>
          <cx:pt idx="3487">34.384999999999998</cx:pt>
          <cx:pt idx="3488">77</cx:pt>
          <cx:pt idx="3489">239</cx:pt>
          <cx:pt idx="3490">104</cx:pt>
          <cx:pt idx="3491">75</cx:pt>
          <cx:pt idx="3492">65</cx:pt>
          <cx:pt idx="3493">113</cx:pt>
          <cx:pt idx="3494">124</cx:pt>
          <cx:pt idx="3495">85</cx:pt>
          <cx:pt idx="3496">75</cx:pt>
          <cx:pt idx="3497">85</cx:pt>
          <cx:pt idx="3498">50</cx:pt>
          <cx:pt idx="3499">88</cx:pt>
          <cx:pt idx="3500">78</cx:pt>
          <cx:pt idx="3501">121</cx:pt>
          <cx:pt idx="3502">86.450000000000003</cx:pt>
          <cx:pt idx="3503">63</cx:pt>
          <cx:pt idx="3504">49.75</cx:pt>
          <cx:pt idx="3505">185</cx:pt>
          <cx:pt idx="3506">71</cx:pt>
          <cx:pt idx="3507">35</cx:pt>
          <cx:pt idx="3508">25</cx:pt>
          <cx:pt idx="3509">140</cx:pt>
          <cx:pt idx="3510">52.469999999999999</cx:pt>
          <cx:pt idx="3511">65</cx:pt>
          <cx:pt idx="3512">126</cx:pt>
          <cx:pt idx="3513">79.5</cx:pt>
          <cx:pt idx="3514">140</cx:pt>
          <cx:pt idx="3515">52.700000000000003</cx:pt>
          <cx:pt idx="3516">80.540000000000006</cx:pt>
          <cx:pt idx="3517">260</cx:pt>
          <cx:pt idx="3518">110</cx:pt>
          <cx:pt idx="3519">61.960000000000001</cx:pt>
          <cx:pt idx="3520">48</cx:pt>
          <cx:pt idx="3521">26</cx:pt>
          <cx:pt idx="3522">43</cx:pt>
          <cx:pt idx="3523">41</cx:pt>
          <cx:pt idx="3524">48</cx:pt>
          <cx:pt idx="3525">44</cx:pt>
          <cx:pt idx="3526">49.850000000000001</cx:pt>
          <cx:pt idx="3527">75</cx:pt>
          <cx:pt idx="3528">58</cx:pt>
          <cx:pt idx="3529">165</cx:pt>
          <cx:pt idx="3530">306</cx:pt>
          <cx:pt idx="3531">52</cx:pt>
          <cx:pt idx="3532">109</cx:pt>
          <cx:pt idx="3533">102</cx:pt>
          <cx:pt idx="3534">123</cx:pt>
          <cx:pt idx="3535">88.909999999999997</cx:pt>
          <cx:pt idx="3536">41.744999999999997</cx:pt>
          <cx:pt idx="3537">65</cx:pt>
          <cx:pt idx="3538">69</cx:pt>
          <cx:pt idx="3539">109</cx:pt>
          <cx:pt idx="3540">90</cx:pt>
          <cx:pt idx="3541">75.079999999999998</cx:pt>
          <cx:pt idx="3542">95.75</cx:pt>
          <cx:pt idx="3543">148</cx:pt>
          <cx:pt idx="3544">35</cx:pt>
          <cx:pt idx="3545">63</cx:pt>
          <cx:pt idx="3546">39</cx:pt>
          <cx:pt idx="3547">97</cx:pt>
          <cx:pt idx="3548">39</cx:pt>
          <cx:pt idx="3549">40</cx:pt>
          <cx:pt idx="3550">83</cx:pt>
          <cx:pt idx="3551">47</cx:pt>
          <cx:pt idx="3552">59.600000000000001</cx:pt>
          <cx:pt idx="3553">91</cx:pt>
          <cx:pt idx="3554">112</cx:pt>
          <cx:pt idx="3555">42.850000000000001</cx:pt>
          <cx:pt idx="3556">53</cx:pt>
          <cx:pt idx="3557">36</cx:pt>
          <cx:pt idx="3558">102</cx:pt>
          <cx:pt idx="3559">70</cx:pt>
          <cx:pt idx="3560">80</cx:pt>
          <cx:pt idx="3561">65.75</cx:pt>
          <cx:pt idx="3562">21</cx:pt>
          <cx:pt idx="3563">42</cx:pt>
          <cx:pt idx="3564">45.119999999999997</cx:pt>
          <cx:pt idx="3565">73</cx:pt>
          <cx:pt idx="3566">55</cx:pt>
          <cx:pt idx="3567">65</cx:pt>
          <cx:pt idx="3568">40</cx:pt>
          <cx:pt idx="3569">45</cx:pt>
          <cx:pt idx="3570">39</cx:pt>
          <cx:pt idx="3571">35</cx:pt>
          <cx:pt idx="3572">85</cx:pt>
          <cx:pt idx="3573">70</cx:pt>
          <cx:pt idx="3574">67</cx:pt>
          <cx:pt idx="3575">130</cx:pt>
          <cx:pt idx="3576">72</cx:pt>
          <cx:pt idx="3577">41.359999999999999</cx:pt>
          <cx:pt idx="3578">45.030000000000001</cx:pt>
          <cx:pt idx="3579">37.799999999999997</cx:pt>
          <cx:pt idx="3580">150</cx:pt>
          <cx:pt idx="3581">135</cx:pt>
          <cx:pt idx="3582">56</cx:pt>
          <cx:pt idx="3583">71</cx:pt>
          <cx:pt idx="3584">77</cx:pt>
          <cx:pt idx="3585">113.19</cx:pt>
          <cx:pt idx="3586">67</cx:pt>
          <cx:pt idx="3587">75</cx:pt>
          <cx:pt idx="3588">45</cx:pt>
          <cx:pt idx="3589">59.460000000000001</cx:pt>
          <cx:pt idx="3590">80</cx:pt>
          <cx:pt idx="3591">33</cx:pt>
          <cx:pt idx="3592">48</cx:pt>
          <cx:pt idx="3593">45</cx:pt>
          <cx:pt idx="3594">130</cx:pt>
          <cx:pt idx="3595">43.579999999999998</cx:pt>
          <cx:pt idx="3596">85</cx:pt>
          <cx:pt idx="3597">65</cx:pt>
          <cx:pt idx="3598">140</cx:pt>
          <cx:pt idx="3599">120</cx:pt>
          <cx:pt idx="3600">79</cx:pt>
          <cx:pt idx="3601">200</cx:pt>
          <cx:pt idx="3602">24.859999999999999</cx:pt>
          <cx:pt idx="3603">76.180000000000007</cx:pt>
          <cx:pt idx="3604">150</cx:pt>
          <cx:pt idx="3605">38</cx:pt>
          <cx:pt idx="3606">120</cx:pt>
          <cx:pt idx="3607">64.5</cx:pt>
          <cx:pt idx="3608">42.920000000000002</cx:pt>
          <cx:pt idx="3609">27</cx:pt>
          <cx:pt idx="3610">60.979999999999997</cx:pt>
          <cx:pt idx="3611">84.5</cx:pt>
          <cx:pt idx="3612">40</cx:pt>
          <cx:pt idx="3613">78</cx:pt>
          <cx:pt idx="3614">72</cx:pt>
          <cx:pt idx="3615">93.040000000000006</cx:pt>
          <cx:pt idx="3616">50</cx:pt>
          <cx:pt idx="3617">30</cx:pt>
          <cx:pt idx="3618">50</cx:pt>
          <cx:pt idx="3619">32</cx:pt>
          <cx:pt idx="3620">45</cx:pt>
          <cx:pt idx="3621">70</cx:pt>
          <cx:pt idx="3622">95</cx:pt>
          <cx:pt idx="3623">49</cx:pt>
          <cx:pt idx="3624">48</cx:pt>
          <cx:pt idx="3625">36.850000000000001</cx:pt>
          <cx:pt idx="3626">105</cx:pt>
          <cx:pt idx="3627">125</cx:pt>
          <cx:pt idx="3628">105</cx:pt>
          <cx:pt idx="3629">45</cx:pt>
          <cx:pt idx="3630">36.280000000000001</cx:pt>
          <cx:pt idx="3631">57</cx:pt>
          <cx:pt idx="3632">43</cx:pt>
          <cx:pt idx="3633">270</cx:pt>
          <cx:pt idx="3634">76.180000000000007</cx:pt>
          <cx:pt idx="3635">79.900000000000006</cx:pt>
          <cx:pt idx="3636">55.5</cx:pt>
          <cx:pt idx="3637">68</cx:pt>
          <cx:pt idx="3638">120</cx:pt>
          <cx:pt idx="3639">115</cx:pt>
          <cx:pt idx="3640">70</cx:pt>
          <cx:pt idx="3641">52.43</cx:pt>
          <cx:pt idx="3642">68</cx:pt>
          <cx:pt idx="3643">109</cx:pt>
          <cx:pt idx="3644">86</cx:pt>
          <cx:pt idx="3645">36.579999999999998</cx:pt>
          <cx:pt idx="3646">85</cx:pt>
          <cx:pt idx="3647">135</cx:pt>
          <cx:pt idx="3648">70</cx:pt>
          <cx:pt idx="3649">115</cx:pt>
          <cx:pt idx="3650">85</cx:pt>
          <cx:pt idx="3651">310</cx:pt>
          <cx:pt idx="3652">35</cx:pt>
          <cx:pt idx="3653">110</cx:pt>
          <cx:pt idx="3654">180</cx:pt>
          <cx:pt idx="3655">41</cx:pt>
          <cx:pt idx="3656">56</cx:pt>
          <cx:pt idx="3657">64.5</cx:pt>
          <cx:pt idx="3658">28.32</cx:pt>
          <cx:pt idx="3659">160</cx:pt>
          <cx:pt idx="3660">82</cx:pt>
          <cx:pt idx="3661">72</cx:pt>
          <cx:pt idx="3662">165</cx:pt>
          <cx:pt idx="3663">57</cx:pt>
          <cx:pt idx="3664">80</cx:pt>
          <cx:pt idx="3665">280</cx:pt>
          <cx:pt idx="3666">46</cx:pt>
          <cx:pt idx="3667">35</cx:pt>
          <cx:pt idx="3668">68</cx:pt>
          <cx:pt idx="3669">45</cx:pt>
          <cx:pt idx="3670">38.130000000000003</cx:pt>
          <cx:pt idx="3671">115</cx:pt>
          <cx:pt idx="3672">55</cx:pt>
          <cx:pt idx="3673">28</cx:pt>
          <cx:pt idx="3674">50</cx:pt>
          <cx:pt idx="3675">115</cx:pt>
          <cx:pt idx="3676">69.609999999999999</cx:pt>
          <cx:pt idx="3677">90</cx:pt>
          <cx:pt idx="3678">120</cx:pt>
          <cx:pt idx="3679">47.100000000000001</cx:pt>
          <cx:pt idx="3680">140</cx:pt>
          <cx:pt idx="3681">100</cx:pt>
          <cx:pt idx="3682">70</cx:pt>
          <cx:pt idx="3683">147</cx:pt>
          <cx:pt idx="3684">49</cx:pt>
          <cx:pt idx="3685">49</cx:pt>
          <cx:pt idx="3686">180</cx:pt>
          <cx:pt idx="3687">35</cx:pt>
          <cx:pt idx="3688">123</cx:pt>
          <cx:pt idx="3689">63.979999999999997</cx:pt>
          <cx:pt idx="3690">78</cx:pt>
          <cx:pt idx="3691">90</cx:pt>
          <cx:pt idx="3692">125</cx:pt>
          <cx:pt idx="3693">60</cx:pt>
          <cx:pt idx="3694">55</cx:pt>
          <cx:pt idx="3695">48</cx:pt>
          <cx:pt idx="3696">41</cx:pt>
          <cx:pt idx="3697">70</cx:pt>
          <cx:pt idx="3698">30.129999999999999</cx:pt>
          <cx:pt idx="3699">35</cx:pt>
          <cx:pt idx="3700">155</cx:pt>
          <cx:pt idx="3701">198</cx:pt>
          <cx:pt idx="3702">30</cx:pt>
          <cx:pt idx="3703">48</cx:pt>
          <cx:pt idx="3704">44</cx:pt>
          <cx:pt idx="3705">49</cx:pt>
          <cx:pt idx="3706">191</cx:pt>
          <cx:pt idx="3707">40</cx:pt>
          <cx:pt idx="3708">74.5</cx:pt>
          <cx:pt idx="3709">82</cx:pt>
          <cx:pt idx="3710">84.950000000000003</cx:pt>
          <cx:pt idx="3711">115</cx:pt>
          <cx:pt idx="3712">27.539999999999999</cx:pt>
          <cx:pt idx="3713">16.449999999999999</cx:pt>
          <cx:pt idx="3714">60</cx:pt>
          <cx:pt idx="3715">62</cx:pt>
          <cx:pt idx="3716">125</cx:pt>
          <cx:pt idx="3717">50</cx:pt>
          <cx:pt idx="3718">55</cx:pt>
          <cx:pt idx="3719">92</cx:pt>
          <cx:pt idx="3720">40.979999999999997</cx:pt>
          <cx:pt idx="3721">103</cx:pt>
          <cx:pt idx="3722">250</cx:pt>
          <cx:pt idx="3723">150</cx:pt>
          <cx:pt idx="3724">49</cx:pt>
          <cx:pt idx="3725">135</cx:pt>
          <cx:pt idx="3726">75</cx:pt>
          <cx:pt idx="3727">64</cx:pt>
          <cx:pt idx="3728">160</cx:pt>
          <cx:pt idx="3729">52.659999999999997</cx:pt>
          <cx:pt idx="3730">85</cx:pt>
          <cx:pt idx="3731">75</cx:pt>
          <cx:pt idx="3732">47.5</cx:pt>
          <cx:pt idx="3733">155</cx:pt>
          <cx:pt idx="3734">260</cx:pt>
          <cx:pt idx="3735">78</cx:pt>
          <cx:pt idx="3736">100</cx:pt>
          <cx:pt idx="3737">52.170000000000002</cx:pt>
          <cx:pt idx="3738">74</cx:pt>
          <cx:pt idx="3739">45</cx:pt>
          <cx:pt idx="3740">65.799999999999997</cx:pt>
          <cx:pt idx="3741">108</cx:pt>
          <cx:pt idx="3742">75</cx:pt>
          <cx:pt idx="3743">50.060000000000002</cx:pt>
          <cx:pt idx="3744">92</cx:pt>
          <cx:pt idx="3745">35</cx:pt>
          <cx:pt idx="3746">58</cx:pt>
          <cx:pt idx="3747">45</cx:pt>
          <cx:pt idx="3748">60</cx:pt>
          <cx:pt idx="3749">40</cx:pt>
          <cx:pt idx="3750">50</cx:pt>
          <cx:pt idx="3751">60</cx:pt>
          <cx:pt idx="3752">46</cx:pt>
          <cx:pt idx="3753">165</cx:pt>
          <cx:pt idx="3754">93</cx:pt>
          <cx:pt idx="3755">68</cx:pt>
          <cx:pt idx="3756">60</cx:pt>
          <cx:pt idx="3757">58.5</cx:pt>
          <cx:pt idx="3758">52.5</cx:pt>
          <cx:pt idx="3759">94.359999999999999</cx:pt>
          <cx:pt idx="3760">70</cx:pt>
          <cx:pt idx="3761">60</cx:pt>
          <cx:pt idx="3762">130</cx:pt>
          <cx:pt idx="3763">75</cx:pt>
          <cx:pt idx="3764">46</cx:pt>
          <cx:pt idx="3765">70</cx:pt>
          <cx:pt idx="3766">80</cx:pt>
          <cx:pt idx="3767">101</cx:pt>
          <cx:pt idx="3768">48</cx:pt>
          <cx:pt idx="3769">72</cx:pt>
          <cx:pt idx="3770">40</cx:pt>
          <cx:pt idx="3771">37.950000000000003</cx:pt>
          <cx:pt idx="3772">48.240000000000002</cx:pt>
          <cx:pt idx="3773">85</cx:pt>
          <cx:pt idx="3774">99</cx:pt>
          <cx:pt idx="3775">150</cx:pt>
          <cx:pt idx="3776">42</cx:pt>
          <cx:pt idx="3777">80</cx:pt>
          <cx:pt idx="3778">50</cx:pt>
          <cx:pt idx="3779">53.109999999999999</cx:pt>
          <cx:pt idx="3780">61.200000000000003</cx:pt>
          <cx:pt idx="3781">32.729999999999997</cx:pt>
          <cx:pt idx="3782">140</cx:pt>
          <cx:pt idx="3783">53</cx:pt>
          <cx:pt idx="3784">45.68</cx:pt>
          <cx:pt idx="3785">120</cx:pt>
          <cx:pt idx="3786">300</cx:pt>
          <cx:pt idx="3787">88</cx:pt>
          <cx:pt idx="3788">60</cx:pt>
          <cx:pt idx="3789">150</cx:pt>
          <cx:pt idx="3790">41.490000000000002</cx:pt>
          <cx:pt idx="3791">129</cx:pt>
          <cx:pt idx="3792">43</cx:pt>
          <cx:pt idx="3793">19.5</cx:pt>
          <cx:pt idx="3794">100</cx:pt>
          <cx:pt idx="3795">110</cx:pt>
          <cx:pt idx="3796">160</cx:pt>
          <cx:pt idx="3797">80</cx:pt>
          <cx:pt idx="3798">82</cx:pt>
          <cx:pt idx="3799">52</cx:pt>
          <cx:pt idx="3800">40</cx:pt>
          <cx:pt idx="3801">48</cx:pt>
          <cx:pt idx="3802">59</cx:pt>
          <cx:pt idx="3803">112</cx:pt>
          <cx:pt idx="3804">57</cx:pt>
          <cx:pt idx="3805">85</cx:pt>
          <cx:pt idx="3806">42.799999999999997</cx:pt>
          <cx:pt idx="3807">95</cx:pt>
          <cx:pt idx="3808">80.640000000000001</cx:pt>
          <cx:pt idx="3809">50.659999999999997</cx:pt>
          <cx:pt idx="3810">170</cx:pt>
          <cx:pt idx="3811">47</cx:pt>
          <cx:pt idx="3812">150</cx:pt>
          <cx:pt idx="3813">44</cx:pt>
          <cx:pt idx="3814">65</cx:pt>
          <cx:pt idx="3815">54.100000000000001</cx:pt>
          <cx:pt idx="3816">95</cx:pt>
          <cx:pt idx="3817">92</cx:pt>
          <cx:pt idx="3818">85</cx:pt>
          <cx:pt idx="3819">198</cx:pt>
          <cx:pt idx="3820">32</cx:pt>
          <cx:pt idx="3821">85</cx:pt>
          <cx:pt idx="3822">82</cx:pt>
          <cx:pt idx="3823">56.399999999999999</cx:pt>
          <cx:pt idx="3824">52</cx:pt>
          <cx:pt idx="3825">41.5</cx:pt>
          <cx:pt idx="3826">40</cx:pt>
          <cx:pt idx="3827">85</cx:pt>
          <cx:pt idx="3828">73</cx:pt>
          <cx:pt idx="3829">34</cx:pt>
          <cx:pt idx="3830">60</cx:pt>
          <cx:pt idx="3831">135</cx:pt>
          <cx:pt idx="3832">72</cx:pt>
          <cx:pt idx="3833">35.109999999999999</cx:pt>
          <cx:pt idx="3834">75</cx:pt>
          <cx:pt idx="3835">113</cx:pt>
          <cx:pt idx="3836">25.120000000000001</cx:pt>
          <cx:pt idx="3837">53</cx:pt>
          <cx:pt idx="3838">140</cx:pt>
          <cx:pt idx="3839">45</cx:pt>
          <cx:pt idx="3840">118</cx:pt>
          <cx:pt idx="3841">130</cx:pt>
          <cx:pt idx="3842">120</cx:pt>
          <cx:pt idx="3843">63</cx:pt>
          <cx:pt idx="3844">48</cx:pt>
          <cx:pt idx="3845">42</cx:pt>
          <cx:pt idx="3846">100</cx:pt>
          <cx:pt idx="3847">62</cx:pt>
          <cx:pt idx="3848">37</cx:pt>
          <cx:pt idx="3849">87</cx:pt>
          <cx:pt idx="3850">48</cx:pt>
          <cx:pt idx="3851">90</cx:pt>
          <cx:pt idx="3852">120</cx:pt>
          <cx:pt idx="3853">110</cx:pt>
          <cx:pt idx="3854">85</cx:pt>
          <cx:pt idx="3855">90</cx:pt>
          <cx:pt idx="3856">38.520000000000003</cx:pt>
          <cx:pt idx="3857">37</cx:pt>
          <cx:pt idx="3858">72.040000000000006</cx:pt>
          <cx:pt idx="3859">106</cx:pt>
          <cx:pt idx="3860">180</cx:pt>
          <cx:pt idx="3861">48</cx:pt>
          <cx:pt idx="3862">42.409999999999997</cx:pt>
          <cx:pt idx="3863">117</cx:pt>
          <cx:pt idx="3864">190</cx:pt>
          <cx:pt idx="3865">16.449999999999999</cx:pt>
          <cx:pt idx="3866">200</cx:pt>
          <cx:pt idx="3867">28</cx:pt>
          <cx:pt idx="3868">110</cx:pt>
          <cx:pt idx="3869">71.319999999999993</cx:pt>
          <cx:pt idx="3870">45</cx:pt>
          <cx:pt idx="3871">35.520000000000003</cx:pt>
          <cx:pt idx="3872">20.5</cx:pt>
          <cx:pt idx="3873">52.399999999999999</cx:pt>
          <cx:pt idx="3874">39</cx:pt>
          <cx:pt idx="3875">87.5</cx:pt>
          <cx:pt idx="3876">89</cx:pt>
          <cx:pt idx="3877">68.799999999999997</cx:pt>
          <cx:pt idx="3878">35</cx:pt>
          <cx:pt idx="3879">41</cx:pt>
          <cx:pt idx="3880">41.149999999999999</cx:pt>
          <cx:pt idx="3881">95</cx:pt>
          <cx:pt idx="3882">130</cx:pt>
          <cx:pt idx="3883">56</cx:pt>
          <cx:pt idx="3884">45</cx:pt>
          <cx:pt idx="3885">220</cx:pt>
          <cx:pt idx="3886">55</cx:pt>
          <cx:pt idx="3887">290</cx:pt>
          <cx:pt idx="3888">89.129999999999995</cx:pt>
          <cx:pt idx="3889">73</cx:pt>
          <cx:pt idx="3890">125</cx:pt>
          <cx:pt idx="3891">60</cx:pt>
          <cx:pt idx="3892">57</cx:pt>
          <cx:pt idx="3893">95</cx:pt>
          <cx:pt idx="3894">72</cx:pt>
          <cx:pt idx="3895">37</cx:pt>
          <cx:pt idx="3896">68</cx:pt>
          <cx:pt idx="3897">156</cx:pt>
          <cx:pt idx="3898">100</cx:pt>
          <cx:pt idx="3899">102</cx:pt>
          <cx:pt idx="3900">88</cx:pt>
          <cx:pt idx="3901">75</cx:pt>
          <cx:pt idx="3902">77.680000000000007</cx:pt>
          <cx:pt idx="3903">69</cx:pt>
          <cx:pt idx="3904">53.270000000000003</cx:pt>
          <cx:pt idx="3905">150</cx:pt>
          <cx:pt idx="3906">66</cx:pt>
          <cx:pt idx="3907">36</cx:pt>
          <cx:pt idx="3908">98</cx:pt>
          <cx:pt idx="3909">18</cx:pt>
          <cx:pt idx="3910">56</cx:pt>
          <cx:pt idx="3911">65</cx:pt>
          <cx:pt idx="3912">140</cx:pt>
          <cx:pt idx="3913">50</cx:pt>
          <cx:pt idx="3914">72</cx:pt>
          <cx:pt idx="3915">74.400000000000006</cx:pt>
          <cx:pt idx="3916">71</cx:pt>
          <cx:pt idx="3917">30.27</cx:pt>
          <cx:pt idx="3918">130</cx:pt>
          <cx:pt idx="3919">150</cx:pt>
          <cx:pt idx="3920">56</cx:pt>
          <cx:pt idx="3921">55</cx:pt>
          <cx:pt idx="3922">60</cx:pt>
          <cx:pt idx="3923">29</cx:pt>
          <cx:pt idx="3924">94.5</cx:pt>
          <cx:pt idx="3925">45.5</cx:pt>
          <cx:pt idx="3926">225</cx:pt>
          <cx:pt idx="3927">77.989999999999995</cx:pt>
          <cx:pt idx="3928">52.969999999999999</cx:pt>
          <cx:pt idx="3929">84</cx:pt>
          <cx:pt idx="3930">62.630000000000003</cx:pt>
          <cx:pt idx="3931">57</cx:pt>
          <cx:pt idx="3932">64</cx:pt>
          <cx:pt idx="3933">36.100000000000001</cx:pt>
          <cx:pt idx="3934">32.75</cx:pt>
          <cx:pt idx="3935">39.5</cx:pt>
          <cx:pt idx="3936">110</cx:pt>
          <cx:pt idx="3937">39.899999999999999</cx:pt>
          <cx:pt idx="3938">45</cx:pt>
          <cx:pt idx="3939">90</cx:pt>
          <cx:pt idx="3940">24.859999999999999</cx:pt>
          <cx:pt idx="3941">60</cx:pt>
          <cx:pt idx="3942">107</cx:pt>
          <cx:pt idx="3943">59.759999999999998</cx:pt>
          <cx:pt idx="3944">204</cx:pt>
          <cx:pt idx="3945">170</cx:pt>
          <cx:pt idx="3946">99</cx:pt>
          <cx:pt idx="3947">55</cx:pt>
          <cx:pt idx="3948">118</cx:pt>
          <cx:pt idx="3949">15</cx:pt>
          <cx:pt idx="3950">19</cx:pt>
          <cx:pt idx="3951">85</cx:pt>
          <cx:pt idx="3952">41</cx:pt>
          <cx:pt idx="3953">35</cx:pt>
          <cx:pt idx="3954">26</cx:pt>
          <cx:pt idx="3955">135</cx:pt>
          <cx:pt idx="3956">150</cx:pt>
          <cx:pt idx="3957">100</cx:pt>
          <cx:pt idx="3958">30.350000000000001</cx:pt>
          <cx:pt idx="3959">62</cx:pt>
          <cx:pt idx="3960">68</cx:pt>
          <cx:pt idx="3961">46</cx:pt>
          <cx:pt idx="3962">63</cx:pt>
          <cx:pt idx="3963">75</cx:pt>
          <cx:pt idx="3964">76.099999999999994</cx:pt>
          <cx:pt idx="3965">34.979999999999997</cx:pt>
          <cx:pt idx="3966">38</cx:pt>
          <cx:pt idx="3967">36.439999999999998</cx:pt>
          <cx:pt idx="3968">70</cx:pt>
          <cx:pt idx="3969">37</cx:pt>
          <cx:pt idx="3970">45</cx:pt>
          <cx:pt idx="3971">35</cx:pt>
          <cx:pt idx="3972">64</cx:pt>
          <cx:pt idx="3973">110</cx:pt>
          <cx:pt idx="3974">140</cx:pt>
          <cx:pt idx="3975">75</cx:pt>
          <cx:pt idx="3976">53</cx:pt>
          <cx:pt idx="3977">60</cx:pt>
          <cx:pt idx="3978">60</cx:pt>
          <cx:pt idx="3979">60</cx:pt>
          <cx:pt idx="3980">88</cx:pt>
          <cx:pt idx="3981">75</cx:pt>
          <cx:pt idx="3982">123</cx:pt>
          <cx:pt idx="3983">70</cx:pt>
          <cx:pt idx="3984">54.109999999999999</cx:pt>
          <cx:pt idx="3985">25.5</cx:pt>
          <cx:pt idx="3986">67.769999999999996</cx:pt>
          <cx:pt idx="3987">78</cx:pt>
          <cx:pt idx="3988">66.25</cx:pt>
          <cx:pt idx="3989">55</cx:pt>
          <cx:pt idx="3990">80</cx:pt>
          <cx:pt idx="3991">43</cx:pt>
          <cx:pt idx="3992">85</cx:pt>
          <cx:pt idx="3993">78</cx:pt>
          <cx:pt idx="3994">59.32</cx:pt>
          <cx:pt idx="3995">45</cx:pt>
          <cx:pt idx="3996">85</cx:pt>
          <cx:pt idx="3997">111</cx:pt>
          <cx:pt idx="3998">36</cx:pt>
          <cx:pt idx="3999">100</cx:pt>
          <cx:pt idx="4000">50</cx:pt>
          <cx:pt idx="4001">56</cx:pt>
          <cx:pt idx="4002">73.5</cx:pt>
          <cx:pt idx="4003">78</cx:pt>
          <cx:pt idx="4004">85</cx:pt>
          <cx:pt idx="4005">20</cx:pt>
          <cx:pt idx="4006">115</cx:pt>
          <cx:pt idx="4007">79</cx:pt>
          <cx:pt idx="4008">122</cx:pt>
          <cx:pt idx="4009">45</cx:pt>
          <cx:pt idx="4010">65</cx:pt>
          <cx:pt idx="4011">81</cx:pt>
          <cx:pt idx="4012">27</cx:pt>
          <cx:pt idx="4013">63</cx:pt>
          <cx:pt idx="4014">110</cx:pt>
          <cx:pt idx="4015">37.829999999999998</cx:pt>
          <cx:pt idx="4016">67.900000000000006</cx:pt>
          <cx:pt idx="4017">55</cx:pt>
          <cx:pt idx="4018">90</cx:pt>
          <cx:pt idx="4019">66</cx:pt>
          <cx:pt idx="4020">175</cx:pt>
          <cx:pt idx="4021">196</cx:pt>
          <cx:pt idx="4022">44</cx:pt>
          <cx:pt idx="4023">37</cx:pt>
          <cx:pt idx="4024">19.5</cx:pt>
          <cx:pt idx="4025">120</cx:pt>
          <cx:pt idx="4026">33.060000000000002</cx:pt>
          <cx:pt idx="4027">59.799999999999997</cx:pt>
          <cx:pt idx="4028">106</cx:pt>
          <cx:pt idx="4029">67</cx:pt>
          <cx:pt idx="4030">40.950000000000003</cx:pt>
          <cx:pt idx="4031">42.469999999999999</cx:pt>
          <cx:pt idx="4032">32.670000000000002</cx:pt>
          <cx:pt idx="4033">43.100000000000001</cx:pt>
          <cx:pt idx="4034">87</cx:pt>
          <cx:pt idx="4035">79</cx:pt>
          <cx:pt idx="4036">50</cx:pt>
          <cx:pt idx="4037">117</cx:pt>
          <cx:pt idx="4038">104</cx:pt>
          <cx:pt idx="4039">100</cx:pt>
          <cx:pt idx="4040">87.719999999999999</cx:pt>
          <cx:pt idx="4041">80</cx:pt>
          <cx:pt idx="4042">37.829999999999998</cx:pt>
          <cx:pt idx="4043">48</cx:pt>
          <cx:pt idx="4044">53.509999999999998</cx:pt>
          <cx:pt idx="4045">130</cx:pt>
          <cx:pt idx="4046">100</cx:pt>
          <cx:pt idx="4047">126</cx:pt>
          <cx:pt idx="4048">62.299999999999997</cx:pt>
          <cx:pt idx="4049">85</cx:pt>
          <cx:pt idx="4050">187</cx:pt>
          <cx:pt idx="4051">89.599999999999994</cx:pt>
          <cx:pt idx="4052">62</cx:pt>
          <cx:pt idx="4053">170</cx:pt>
          <cx:pt idx="4054">42</cx:pt>
          <cx:pt idx="4055">75</cx:pt>
          <cx:pt idx="4056">37.969999999999999</cx:pt>
          <cx:pt idx="4057">47</cx:pt>
          <cx:pt idx="4058">145</cx:pt>
          <cx:pt idx="4059">60</cx:pt>
          <cx:pt idx="4060">66</cx:pt>
          <cx:pt idx="4061">77</cx:pt>
          <cx:pt idx="4062">145</cx:pt>
          <cx:pt idx="4063">46</cx:pt>
          <cx:pt idx="4064">70</cx:pt>
          <cx:pt idx="4065">36</cx:pt>
          <cx:pt idx="4066">38.649999999999999</cx:pt>
          <cx:pt idx="4067">63</cx:pt>
          <cx:pt idx="4068">60</cx:pt>
          <cx:pt idx="4069">45.359999999999999</cx:pt>
          <cx:pt idx="4070">260</cx:pt>
          <cx:pt idx="4071">32.909999999999997</cx:pt>
          <cx:pt idx="4072">77</cx:pt>
          <cx:pt idx="4073">105</cx:pt>
          <cx:pt idx="4074">48.789999999999999</cx:pt>
          <cx:pt idx="4075">113</cx:pt>
          <cx:pt idx="4076">200</cx:pt>
          <cx:pt idx="4077">76</cx:pt>
          <cx:pt idx="4078">77</cx:pt>
          <cx:pt idx="4079">119</cx:pt>
          <cx:pt idx="4080">56</cx:pt>
          <cx:pt idx="4081">12</cx:pt>
          <cx:pt idx="4082">62</cx:pt>
          <cx:pt idx="4083">195</cx:pt>
          <cx:pt idx="4084">74.5</cx:pt>
          <cx:pt idx="4085">46</cx:pt>
          <cx:pt idx="4086">58</cx:pt>
          <cx:pt idx="4087">52</cx:pt>
          <cx:pt idx="4088">35.229999999999997</cx:pt>
          <cx:pt idx="4089">155</cx:pt>
          <cx:pt idx="4090">135</cx:pt>
          <cx:pt idx="4091">110</cx:pt>
          <cx:pt idx="4092">45</cx:pt>
          <cx:pt idx="4093">85</cx:pt>
          <cx:pt idx="4094">96.5</cx:pt>
          <cx:pt idx="4095">67</cx:pt>
          <cx:pt idx="4096">40</cx:pt>
          <cx:pt idx="4097">130</cx:pt>
          <cx:pt idx="4098">112</cx:pt>
          <cx:pt idx="4099">45</cx:pt>
          <cx:pt idx="4100">128</cx:pt>
          <cx:pt idx="4101">41</cx:pt>
          <cx:pt idx="4102">58</cx:pt>
          <cx:pt idx="4103">96</cx:pt>
          <cx:pt idx="4104">43</cx:pt>
          <cx:pt idx="4105">52.359999999999999</cx:pt>
          <cx:pt idx="4106">115</cx:pt>
          <cx:pt idx="4107">49</cx:pt>
          <cx:pt idx="4108">95</cx:pt>
          <cx:pt idx="4109">74</cx:pt>
          <cx:pt idx="4110">45.5</cx:pt>
          <cx:pt idx="4111">40</cx:pt>
          <cx:pt idx="4112">68</cx:pt>
          <cx:pt idx="4113">37</cx:pt>
          <cx:pt idx="4114">38</cx:pt>
          <cx:pt idx="4115">75</cx:pt>
          <cx:pt idx="4116">165</cx:pt>
          <cx:pt idx="4117">84.530000000000001</cx:pt>
          <cx:pt idx="4118">115</cx:pt>
          <cx:pt idx="4119">50.5</cx:pt>
          <cx:pt idx="4120">58</cx:pt>
          <cx:pt idx="4121">25.789999999999999</cx:pt>
          <cx:pt idx="4122">60</cx:pt>
          <cx:pt idx="4123">90</cx:pt>
          <cx:pt idx="4124">75</cx:pt>
          <cx:pt idx="4125">45</cx:pt>
          <cx:pt idx="4126">38.329999999999998</cx:pt>
          <cx:pt idx="4127">42</cx:pt>
          <cx:pt idx="4128">47.240000000000002</cx:pt>
          <cx:pt idx="4129">78</cx:pt>
          <cx:pt idx="4130">40.630000000000003</cx:pt>
          <cx:pt idx="4131">55</cx:pt>
          <cx:pt idx="4132">97</cx:pt>
          <cx:pt idx="4133">39</cx:pt>
          <cx:pt idx="4134">125</cx:pt>
          <cx:pt idx="4135">110</cx:pt>
          <cx:pt idx="4136">60</cx:pt>
          <cx:pt idx="4137">35</cx:pt>
          <cx:pt idx="4138">35.280000000000001</cx:pt>
          <cx:pt idx="4139">104</cx:pt>
          <cx:pt idx="4140">19.399999999999999</cx:pt>
          <cx:pt idx="4141">83</cx:pt>
          <cx:pt idx="4142">35.030000000000001</cx:pt>
          <cx:pt idx="4143">58</cx:pt>
          <cx:pt idx="4144">33</cx:pt>
          <cx:pt idx="4145">40</cx:pt>
          <cx:pt idx="4146">94.549999999999997</cx:pt>
          <cx:pt idx="4147">105</cx:pt>
          <cx:pt idx="4148">105</cx:pt>
          <cx:pt idx="4149">40</cx:pt>
          <cx:pt idx="4150">34.5</cx:pt>
          <cx:pt idx="4151">40</cx:pt>
          <cx:pt idx="4152">75</cx:pt>
          <cx:pt idx="4153">43.5</cx:pt>
          <cx:pt idx="4154">62</cx:pt>
          <cx:pt idx="4155">42</cx:pt>
          <cx:pt idx="4156">60</cx:pt>
          <cx:pt idx="4157">105</cx:pt>
          <cx:pt idx="4158">101</cx:pt>
          <cx:pt idx="4159">25</cx:pt>
          <cx:pt idx="4160">40</cx:pt>
          <cx:pt idx="4161">80</cx:pt>
          <cx:pt idx="4162">48</cx:pt>
          <cx:pt idx="4163">93</cx:pt>
          <cx:pt idx="4164">72</cx:pt>
          <cx:pt idx="4165">40</cx:pt>
          <cx:pt idx="4166">71.129999999999995</cx:pt>
          <cx:pt idx="4167">120</cx:pt>
          <cx:pt idx="4168">65</cx:pt>
          <cx:pt idx="4169">59.450000000000003</cx:pt>
          <cx:pt idx="4170">90</cx:pt>
          <cx:pt idx="4171">40</cx:pt>
          <cx:pt idx="4172">55.439999999999998</cx:pt>
          <cx:pt idx="4173">16</cx:pt>
          <cx:pt idx="4174">110</cx:pt>
          <cx:pt idx="4175">115</cx:pt>
          <cx:pt idx="4176">140</cx:pt>
          <cx:pt idx="4177">50</cx:pt>
          <cx:pt idx="4178">120</cx:pt>
          <cx:pt idx="4179">48.5</cx:pt>
          <cx:pt idx="4180">47</cx:pt>
          <cx:pt idx="4181">75</cx:pt>
          <cx:pt idx="4182">70</cx:pt>
          <cx:pt idx="4183">49</cx:pt>
          <cx:pt idx="4184">80</cx:pt>
          <cx:pt idx="4185">125</cx:pt>
          <cx:pt idx="4186">140</cx:pt>
          <cx:pt idx="4187">95</cx:pt>
          <cx:pt idx="4188">69.989999999999995</cx:pt>
          <cx:pt idx="4189">44</cx:pt>
          <cx:pt idx="4190">61.159999999999997</cx:pt>
          <cx:pt idx="4191">55</cx:pt>
          <cx:pt idx="4192">140</cx:pt>
          <cx:pt idx="4193">115</cx:pt>
          <cx:pt idx="4194">63</cx:pt>
          <cx:pt idx="4195">86</cx:pt>
          <cx:pt idx="4196">51</cx:pt>
          <cx:pt idx="4197">30</cx:pt>
          <cx:pt idx="4198">40</cx:pt>
          <cx:pt idx="4199">83.219999999999999</cx:pt>
          <cx:pt idx="4200">37</cx:pt>
          <cx:pt idx="4201">75</cx:pt>
          <cx:pt idx="4202">198</cx:pt>
          <cx:pt idx="4203">215</cx:pt>
          <cx:pt idx="4204">55</cx:pt>
          <cx:pt idx="4205">67</cx:pt>
          <cx:pt idx="4206">80.010000000000005</cx:pt>
          <cx:pt idx="4207">64</cx:pt>
          <cx:pt idx="4208">45</cx:pt>
          <cx:pt idx="4209">80.859999999999999</cx:pt>
          <cx:pt idx="4210">55</cx:pt>
          <cx:pt idx="4211">71</cx:pt>
          <cx:pt idx="4212">62</cx:pt>
          <cx:pt idx="4213">169</cx:pt>
          <cx:pt idx="4214">130</cx:pt>
          <cx:pt idx="4215">90</cx:pt>
          <cx:pt idx="4216">56</cx:pt>
          <cx:pt idx="4217">98</cx:pt>
          <cx:pt idx="4218">75</cx:pt>
          <cx:pt idx="4219">60</cx:pt>
          <cx:pt idx="4220">55</cx:pt>
          <cx:pt idx="4221">59</cx:pt>
          <cx:pt idx="4222">46</cx:pt>
          <cx:pt idx="4223">54</cx:pt>
          <cx:pt idx="4224">48</cx:pt>
          <cx:pt idx="4225">59</cx:pt>
          <cx:pt idx="4226">60</cx:pt>
          <cx:pt idx="4227">120</cx:pt>
          <cx:pt idx="4228">54</cx:pt>
          <cx:pt idx="4229">136</cx:pt>
          <cx:pt idx="4230">35</cx:pt>
          <cx:pt idx="4231">42</cx:pt>
          <cx:pt idx="4232">90</cx:pt>
          <cx:pt idx="4233">63</cx:pt>
          <cx:pt idx="4234">30</cx:pt>
          <cx:pt idx="4235">38</cx:pt>
          <cx:pt idx="4236">110</cx:pt>
          <cx:pt idx="4237">24</cx:pt>
          <cx:pt idx="4238">49.649999999999999</cx:pt>
          <cx:pt idx="4239">58.25</cx:pt>
          <cx:pt idx="4240">285</cx:pt>
          <cx:pt idx="4241">80</cx:pt>
          <cx:pt idx="4242">50.060000000000002</cx:pt>
          <cx:pt idx="4243">48</cx:pt>
          <cx:pt idx="4244">31</cx:pt>
          <cx:pt idx="4245">45</cx:pt>
          <cx:pt idx="4246">41</cx:pt>
          <cx:pt idx="4247">52</cx:pt>
          <cx:pt idx="4248">12</cx:pt>
          <cx:pt idx="4249">85</cx:pt>
          <cx:pt idx="4250">73</cx:pt>
          <cx:pt idx="4251">245</cx:pt>
          <cx:pt idx="4252">65.209999999999994</cx:pt>
          <cx:pt idx="4253">77</cx:pt>
          <cx:pt idx="4254">56</cx:pt>
          <cx:pt idx="4255">80.989999999999995</cx:pt>
          <cx:pt idx="4256">40</cx:pt>
          <cx:pt idx="4257">71.5</cx:pt>
          <cx:pt idx="4258">35</cx:pt>
          <cx:pt idx="4259">25</cx:pt>
          <cx:pt idx="4260">70</cx:pt>
          <cx:pt idx="4261">40</cx:pt>
          <cx:pt idx="4262">40</cx:pt>
          <cx:pt idx="4263">21</cx:pt>
          <cx:pt idx="4264">65</cx:pt>
          <cx:pt idx="4265">90</cx:pt>
          <cx:pt idx="4266">75</cx:pt>
          <cx:pt idx="4267">85</cx:pt>
          <cx:pt idx="4268">32.640000000000001</cx:pt>
          <cx:pt idx="4269">110</cx:pt>
          <cx:pt idx="4270">25</cx:pt>
          <cx:pt idx="4271">74</cx:pt>
          <cx:pt idx="4272">49</cx:pt>
          <cx:pt idx="4273">75</cx:pt>
          <cx:pt idx="4274">120</cx:pt>
          <cx:pt idx="4275">63</cx:pt>
          <cx:pt idx="4276">53.579999999999998</cx:pt>
          <cx:pt idx="4277">75</cx:pt>
          <cx:pt idx="4278">58</cx:pt>
          <cx:pt idx="4279">35.5</cx:pt>
          <cx:pt idx="4280">45</cx:pt>
          <cx:pt idx="4281">79</cx:pt>
          <cx:pt idx="4282">35</cx:pt>
          <cx:pt idx="4283">98</cx:pt>
          <cx:pt idx="4284">70</cx:pt>
          <cx:pt idx="4285">54.5</cx:pt>
          <cx:pt idx="4286">75</cx:pt>
          <cx:pt idx="4287">58</cx:pt>
          <cx:pt idx="4288">60</cx:pt>
          <cx:pt idx="4289">61.369999999999997</cx:pt>
          <cx:pt idx="4290">200</cx:pt>
          <cx:pt idx="4291">40</cx:pt>
          <cx:pt idx="4292">38.899999999999999</cx:pt>
          <cx:pt idx="4293">85</cx:pt>
          <cx:pt idx="4294">72</cx:pt>
          <cx:pt idx="4295">36.439999999999998</cx:pt>
          <cx:pt idx="4296">149</cx:pt>
          <cx:pt idx="4297">70</cx:pt>
          <cx:pt idx="4298">55</cx:pt>
          <cx:pt idx="4299">40</cx:pt>
          <cx:pt idx="4300">78.25</cx:pt>
          <cx:pt idx="4301">237</cx:pt>
          <cx:pt idx="4302">175</cx:pt>
          <cx:pt idx="4303">95</cx:pt>
          <cx:pt idx="4304">140</cx:pt>
          <cx:pt idx="4305">55</cx:pt>
          <cx:pt idx="4306">74</cx:pt>
          <cx:pt idx="4307">40</cx:pt>
          <cx:pt idx="4308">55.149999999999999</cx:pt>
          <cx:pt idx="4309">44.170000000000002</cx:pt>
          <cx:pt idx="4310">105</cx:pt>
          <cx:pt idx="4311">65</cx:pt>
          <cx:pt idx="4312">175</cx:pt>
          <cx:pt idx="4313">48</cx:pt>
          <cx:pt idx="4314">60</cx:pt>
          <cx:pt idx="4315">40</cx:pt>
          <cx:pt idx="4316">75</cx:pt>
          <cx:pt idx="4317">87</cx:pt>
          <cx:pt idx="4318">70</cx:pt>
          <cx:pt idx="4319">58</cx:pt>
          <cx:pt idx="4320">58</cx:pt>
          <cx:pt idx="4321">125</cx:pt>
          <cx:pt idx="4322">61.450000000000003</cx:pt>
          <cx:pt idx="4323">104</cx:pt>
          <cx:pt idx="4324">35.020000000000003</cx:pt>
          <cx:pt idx="4325">27</cx:pt>
          <cx:pt idx="4326">95</cx:pt>
          <cx:pt idx="4327">62.899999999999999</cx:pt>
          <cx:pt idx="4328">90</cx:pt>
          <cx:pt idx="4329">62</cx:pt>
          <cx:pt idx="4330">140</cx:pt>
          <cx:pt idx="4331">43.659999999999997</cx:pt>
          <cx:pt idx="4332">89.760000000000005</cx:pt>
          <cx:pt idx="4333">78</cx:pt>
          <cx:pt idx="4334">42</cx:pt>
          <cx:pt idx="4335">106</cx:pt>
          <cx:pt idx="4336">40</cx:pt>
          <cx:pt idx="4337">63</cx:pt>
          <cx:pt idx="4338">65</cx:pt>
          <cx:pt idx="4339">41.229999999999997</cx:pt>
          <cx:pt idx="4340">75</cx:pt>
          <cx:pt idx="4341">56</cx:pt>
          <cx:pt idx="4342">55</cx:pt>
          <cx:pt idx="4343">32</cx:pt>
          <cx:pt idx="4344">88</cx:pt>
          <cx:pt idx="4345">29.449999999999999</cx:pt>
          <cx:pt idx="4346">96.25</cx:pt>
          <cx:pt idx="4347">47</cx:pt>
          <cx:pt idx="4348">25.399999999999999</cx:pt>
          <cx:pt idx="4349">135</cx:pt>
          <cx:pt idx="4350">180</cx:pt>
          <cx:pt idx="4351">65</cx:pt>
          <cx:pt idx="4352">63.579999999999998</cx:pt>
          <cx:pt idx="4353">65</cx:pt>
          <cx:pt idx="4354">45</cx:pt>
          <cx:pt idx="4355">58</cx:pt>
          <cx:pt idx="4356">19.800000000000001</cx:pt>
          <cx:pt idx="4357">62</cx:pt>
          <cx:pt idx="4358">50</cx:pt>
          <cx:pt idx="4359">208</cx:pt>
          <cx:pt idx="4360">60</cx:pt>
          <cx:pt idx="4361">30.84</cx:pt>
          <cx:pt idx="4362">55.5</cx:pt>
          <cx:pt idx="4363">89</cx:pt>
          <cx:pt idx="4364">104</cx:pt>
          <cx:pt idx="4365">200</cx:pt>
          <cx:pt idx="4366">56</cx:pt>
          <cx:pt idx="4367">30</cx:pt>
          <cx:pt idx="4368">60</cx:pt>
          <cx:pt idx="4369">56</cx:pt>
          <cx:pt idx="4370">52.710000000000001</cx:pt>
          <cx:pt idx="4371">88</cx:pt>
          <cx:pt idx="4372">79</cx:pt>
          <cx:pt idx="4373">33.640000000000001</cx:pt>
          <cx:pt idx="4374">220</cx:pt>
          <cx:pt idx="4375">59</cx:pt>
          <cx:pt idx="4376">42</cx:pt>
          <cx:pt idx="4377">67</cx:pt>
          <cx:pt idx="4378">76</cx:pt>
          <cx:pt idx="4379">75</cx:pt>
          <cx:pt idx="4380">90</cx:pt>
          <cx:pt idx="4381">69</cx:pt>
          <cx:pt idx="4382">50</cx:pt>
          <cx:pt idx="4383">95</cx:pt>
          <cx:pt idx="4384">81</cx:pt>
          <cx:pt idx="4385">49</cx:pt>
          <cx:pt idx="4386">110</cx:pt>
          <cx:pt idx="4387">32</cx:pt>
          <cx:pt idx="4388">48</cx:pt>
          <cx:pt idx="4389">62</cx:pt>
          <cx:pt idx="4390">97.799999999999997</cx:pt>
          <cx:pt idx="4391">45</cx:pt>
          <cx:pt idx="4392">69.060000000000002</cx:pt>
          <cx:pt idx="4393">115</cx:pt>
          <cx:pt idx="4394">120</cx:pt>
          <cx:pt idx="4395">42</cx:pt>
          <cx:pt idx="4396">44</cx:pt>
          <cx:pt idx="4397">33.149999999999999</cx:pt>
          <cx:pt idx="4398">49.299999999999997</cx:pt>
          <cx:pt idx="4399">110</cx:pt>
          <cx:pt idx="4400">124</cx:pt>
          <cx:pt idx="4401">90</cx:pt>
          <cx:pt idx="4402">43</cx:pt>
          <cx:pt idx="4403">57.899999999999999</cx:pt>
          <cx:pt idx="4404">75</cx:pt>
          <cx:pt idx="4405">60</cx:pt>
          <cx:pt idx="4406">78</cx:pt>
          <cx:pt idx="4407">190</cx:pt>
          <cx:pt idx="4408">53</cx:pt>
          <cx:pt idx="4409">48</cx:pt>
          <cx:pt idx="4410">59</cx:pt>
          <cx:pt idx="4411">140</cx:pt>
          <cx:pt idx="4412">61</cx:pt>
          <cx:pt idx="4413">83</cx:pt>
          <cx:pt idx="4414">52</cx:pt>
          <cx:pt idx="4415">69</cx:pt>
          <cx:pt idx="4416">24.899999999999999</cx:pt>
          <cx:pt idx="4417">67</cx:pt>
          <cx:pt idx="4418">45</cx:pt>
          <cx:pt idx="4419">55</cx:pt>
          <cx:pt idx="4420">75.760000000000005</cx:pt>
          <cx:pt idx="4421">70</cx:pt>
          <cx:pt idx="4422">44.979999999999997</cx:pt>
          <cx:pt idx="4423">92.129999999999995</cx:pt>
          <cx:pt idx="4424">45.899999999999999</cx:pt>
          <cx:pt idx="4425">35.109999999999999</cx:pt>
          <cx:pt idx="4426">31</cx:pt>
          <cx:pt idx="4427">88</cx:pt>
          <cx:pt idx="4428">77</cx:pt>
          <cx:pt idx="4429">50</cx:pt>
          <cx:pt idx="4430">47</cx:pt>
          <cx:pt idx="4431">19.329999999999998</cx:pt>
          <cx:pt idx="4432">60</cx:pt>
          <cx:pt idx="4433">73</cx:pt>
          <cx:pt idx="4434">98</cx:pt>
          <cx:pt idx="4435">65</cx:pt>
          <cx:pt idx="4436">52.579999999999998</cx:pt>
          <cx:pt idx="4437">65.310000000000002</cx:pt>
          <cx:pt idx="4438">52</cx:pt>
          <cx:pt idx="4439">34.734999999999999</cx:pt>
          <cx:pt idx="4440">45</cx:pt>
          <cx:pt idx="4441">36.850000000000001</cx:pt>
          <cx:pt idx="4442">111</cx:pt>
          <cx:pt idx="4443">48</cx:pt>
          <cx:pt idx="4444">80</cx:pt>
          <cx:pt idx="4445">30</cx:pt>
          <cx:pt idx="4446">48.859999999999999</cx:pt>
          <cx:pt idx="4447">48.5</cx:pt>
          <cx:pt idx="4448">44.299999999999997</cx:pt>
          <cx:pt idx="4449">46</cx:pt>
          <cx:pt idx="4450">65.799999999999997</cx:pt>
          <cx:pt idx="4451">60</cx:pt>
          <cx:pt idx="4452">55</cx:pt>
          <cx:pt idx="4453">40</cx:pt>
          <cx:pt idx="4454">115</cx:pt>
          <cx:pt idx="4455">60</cx:pt>
          <cx:pt idx="4456">100</cx:pt>
          <cx:pt idx="4457">52.5</cx:pt>
          <cx:pt idx="4458">44.600000000000001</cx:pt>
          <cx:pt idx="4459">98</cx:pt>
          <cx:pt idx="4460">45</cx:pt>
          <cx:pt idx="4461">65</cx:pt>
          <cx:pt idx="4462">45</cx:pt>
          <cx:pt idx="4463">125</cx:pt>
          <cx:pt idx="4464">10</cx:pt>
          <cx:pt idx="4465">44.810000000000002</cx:pt>
          <cx:pt idx="4466">33</cx:pt>
          <cx:pt idx="4467">47</cx:pt>
          <cx:pt idx="4468">60</cx:pt>
          <cx:pt idx="4469">67.400000000000006</cx:pt>
          <cx:pt idx="4470">224</cx:pt>
          <cx:pt idx="4471">48</cx:pt>
          <cx:pt idx="4472">59</cx:pt>
          <cx:pt idx="4473">23</cx:pt>
          <cx:pt idx="4474">39.770000000000003</cx:pt>
          <cx:pt idx="4475">35</cx:pt>
          <cx:pt idx="4476">88</cx:pt>
          <cx:pt idx="4477">39</cx:pt>
          <cx:pt idx="4478">50</cx:pt>
          <cx:pt idx="4479">47</cx:pt>
          <cx:pt idx="4480">62</cx:pt>
          <cx:pt idx="4481">35</cx:pt>
          <cx:pt idx="4482">47</cx:pt>
          <cx:pt idx="4483">100</cx:pt>
          <cx:pt idx="4484">53.560000000000002</cx:pt>
          <cx:pt idx="4485">83</cx:pt>
          <cx:pt idx="4486">25.75</cx:pt>
          <cx:pt idx="4487">43.5</cx:pt>
          <cx:pt idx="4488">77.680000000000007</cx:pt>
          <cx:pt idx="4489">86</cx:pt>
          <cx:pt idx="4490">108</cx:pt>
          <cx:pt idx="4491">39.799999999999997</cx:pt>
          <cx:pt idx="4492">318</cx:pt>
          <cx:pt idx="4493">85</cx:pt>
          <cx:pt idx="4494">98.129999999999995</cx:pt>
          <cx:pt idx="4495">110</cx:pt>
          <cx:pt idx="4496">50</cx:pt>
          <cx:pt idx="4497">65</cx:pt>
          <cx:pt idx="4498">159</cx:pt>
          <cx:pt idx="4499">65.400000000000006</cx:pt>
          <cx:pt idx="4500">41</cx:pt>
          <cx:pt idx="4501">85</cx:pt>
          <cx:pt idx="4502">47.880000000000003</cx:pt>
          <cx:pt idx="4503">110</cx:pt>
          <cx:pt idx="4504">104</cx:pt>
          <cx:pt idx="4505">39</cx:pt>
          <cx:pt idx="4506">55</cx:pt>
          <cx:pt idx="4507">40.439999999999998</cx:pt>
          <cx:pt idx="4508">88</cx:pt>
          <cx:pt idx="4509">62.810000000000002</cx:pt>
          <cx:pt idx="4510">69</cx:pt>
          <cx:pt idx="4511">40.170000000000002</cx:pt>
          <cx:pt idx="4512">113</cx:pt>
          <cx:pt idx="4513">40.43</cx:pt>
          <cx:pt idx="4514">44.899999999999999</cx:pt>
          <cx:pt idx="4515">43</cx:pt>
          <cx:pt idx="4516">55</cx:pt>
          <cx:pt idx="4517">35</cx:pt>
          <cx:pt idx="4518">41</cx:pt>
          <cx:pt idx="4519">16.5</cx:pt>
          <cx:pt idx="4520">29.460000000000001</cx:pt>
          <cx:pt idx="4521">71.640000000000001</cx:pt>
          <cx:pt idx="4522">67.150000000000006</cx:pt>
          <cx:pt idx="4523">34.990000000000002</cx:pt>
          <cx:pt idx="4524">68</cx:pt>
          <cx:pt idx="4525">90</cx:pt>
          <cx:pt idx="4526">33</cx:pt>
          <cx:pt idx="4527">43</cx:pt>
          <cx:pt idx="4528">49.270000000000003</cx:pt>
          <cx:pt idx="4529">75</cx:pt>
          <cx:pt idx="4530">55</cx:pt>
          <cx:pt idx="4531">55</cx:pt>
          <cx:pt idx="4532">20</cx:pt>
          <cx:pt idx="4533">68.799999999999997</cx:pt>
          <cx:pt idx="4534">68.5</cx:pt>
          <cx:pt idx="4535">93</cx:pt>
          <cx:pt idx="4536">66.165000000000006</cx:pt>
          <cx:pt idx="4537">99</cx:pt>
          <cx:pt idx="4538">75</cx:pt>
          <cx:pt idx="4539">67</cx:pt>
          <cx:pt idx="4540">51.909999999999997</cx:pt>
          <cx:pt idx="4541">41.82</cx:pt>
          <cx:pt idx="4542">55</cx:pt>
          <cx:pt idx="4543">47</cx:pt>
          <cx:pt idx="4544">61</cx:pt>
          <cx:pt idx="4545">40.600000000000001</cx:pt>
          <cx:pt idx="4546">46</cx:pt>
          <cx:pt idx="4547">64.390000000000001</cx:pt>
          <cx:pt idx="4548">45</cx:pt>
          <cx:pt idx="4549">50</cx:pt>
          <cx:pt idx="4550">47.859999999999999</cx:pt>
          <cx:pt idx="4551">64</cx:pt>
          <cx:pt idx="4552">30</cx:pt>
          <cx:pt idx="4553">37.280000000000001</cx:pt>
          <cx:pt idx="4554">129</cx:pt>
          <cx:pt idx="4555">60</cx:pt>
          <cx:pt idx="4556">117</cx:pt>
          <cx:pt idx="4557">42.600000000000001</cx:pt>
          <cx:pt idx="4558">80</cx:pt>
          <cx:pt idx="4559">95</cx:pt>
          <cx:pt idx="4560">33.5</cx:pt>
          <cx:pt idx="4561">49</cx:pt>
          <cx:pt idx="4562">90</cx:pt>
          <cx:pt idx="4563">49.899999999999999</cx:pt>
          <cx:pt idx="4564">69</cx:pt>
          <cx:pt idx="4565">53.490000000000002</cx:pt>
          <cx:pt idx="4566">77.680000000000007</cx:pt>
          <cx:pt idx="4567">82</cx:pt>
          <cx:pt idx="4568">95</cx:pt>
          <cx:pt idx="4569">139</cx:pt>
          <cx:pt idx="4570">32</cx:pt>
          <cx:pt idx="4571">68</cx:pt>
          <cx:pt idx="4572">200</cx:pt>
          <cx:pt idx="4573">160</cx:pt>
          <cx:pt idx="4574">30</cx:pt>
          <cx:pt idx="4575">260</cx:pt>
          <cx:pt idx="4576">90</cx:pt>
          <cx:pt idx="4577">55</cx:pt>
          <cx:pt idx="4578">58.270000000000003</cx:pt>
          <cx:pt idx="4579">49.810000000000002</cx:pt>
          <cx:pt idx="4580">57</cx:pt>
          <cx:pt idx="4581">75</cx:pt>
          <cx:pt idx="4582">65.700000000000003</cx:pt>
          <cx:pt idx="4583">35</cx:pt>
          <cx:pt idx="4584">68</cx:pt>
          <cx:pt idx="4585">86</cx:pt>
          <cx:pt idx="4586">76.450000000000003</cx:pt>
          <cx:pt idx="4587">33</cx:pt>
          <cx:pt idx="4588">50</cx:pt>
          <cx:pt idx="4589">42</cx:pt>
          <cx:pt idx="4590">33.5</cx:pt>
          <cx:pt idx="4591">69</cx:pt>
          <cx:pt idx="4592">55</cx:pt>
          <cx:pt idx="4593">98</cx:pt>
          <cx:pt idx="4594">42</cx:pt>
          <cx:pt idx="4595">45</cx:pt>
          <cx:pt idx="4596">51</cx:pt>
          <cx:pt idx="4597">47</cx:pt>
          <cx:pt idx="4598">60</cx:pt>
          <cx:pt idx="4599">70</cx:pt>
          <cx:pt idx="4600">85</cx:pt>
          <cx:pt idx="4601">57</cx:pt>
          <cx:pt idx="4602">82</cx:pt>
          <cx:pt idx="4603">117</cx:pt>
          <cx:pt idx="4604">84</cx:pt>
          <cx:pt idx="4605">35</cx:pt>
          <cx:pt idx="4606">53</cx:pt>
          <cx:pt idx="4607">38.329999999999998</cx:pt>
          <cx:pt idx="4608">35</cx:pt>
          <cx:pt idx="4609">85</cx:pt>
          <cx:pt idx="4610">85</cx:pt>
          <cx:pt idx="4611">59</cx:pt>
          <cx:pt idx="4612">65</cx:pt>
          <cx:pt idx="4613">76</cx:pt>
          <cx:pt idx="4614">230</cx:pt>
          <cx:pt idx="4615">60</cx:pt>
          <cx:pt idx="4616">150</cx:pt>
          <cx:pt idx="4617">60</cx:pt>
          <cx:pt idx="4618">160</cx:pt>
          <cx:pt idx="4619">42</cx:pt>
          <cx:pt idx="4620">78</cx:pt>
          <cx:pt idx="4621">46</cx:pt>
          <cx:pt idx="4622">73.594999999999999</cx:pt>
          <cx:pt idx="4623">45</cx:pt>
          <cx:pt idx="4624">67.390000000000001</cx:pt>
          <cx:pt idx="4625">74</cx:pt>
          <cx:pt idx="4626">42</cx:pt>
          <cx:pt idx="4627">86</cx:pt>
          <cx:pt idx="4628">69</cx:pt>
          <cx:pt idx="4629">59</cx:pt>
          <cx:pt idx="4630">85</cx:pt>
          <cx:pt idx="4631">65.109999999999999</cx:pt>
          <cx:pt idx="4632">57</cx:pt>
          <cx:pt idx="4633">45</cx:pt>
          <cx:pt idx="4634">46</cx:pt>
          <cx:pt idx="4635">34.560000000000002</cx:pt>
          <cx:pt idx="4636">31.5</cx:pt>
          <cx:pt idx="4637">53.670000000000002</cx:pt>
          <cx:pt idx="4638">42.810000000000002</cx:pt>
          <cx:pt idx="4639">112</cx:pt>
          <cx:pt idx="4640">16.600000000000001</cx:pt>
          <cx:pt idx="4641">85</cx:pt>
          <cx:pt idx="4642">38</cx:pt>
          <cx:pt idx="4643">64.859999999999999</cx:pt>
          <cx:pt idx="4644">69</cx:pt>
          <cx:pt idx="4645">110</cx:pt>
          <cx:pt idx="4646">169</cx:pt>
          <cx:pt idx="4647">66.5</cx:pt>
          <cx:pt idx="4648">37</cx:pt>
          <cx:pt idx="4649">36</cx:pt>
          <cx:pt idx="4650">138</cx:pt>
          <cx:pt idx="4651">86</cx:pt>
          <cx:pt idx="4652">54.399999999999999</cx:pt>
          <cx:pt idx="4653">53</cx:pt>
          <cx:pt idx="4654">120</cx:pt>
          <cx:pt idx="4655">83</cx:pt>
          <cx:pt idx="4656">76</cx:pt>
          <cx:pt idx="4657">44.284999999999997</cx:pt>
          <cx:pt idx="4658">30</cx:pt>
          <cx:pt idx="4659">100</cx:pt>
          <cx:pt idx="4660">65</cx:pt>
          <cx:pt idx="4661">49.950000000000003</cx:pt>
          <cx:pt idx="4662">145</cx:pt>
          <cx:pt idx="4663">130</cx:pt>
          <cx:pt idx="4664">15</cx:pt>
          <cx:pt idx="4665">15</cx:pt>
          <cx:pt idx="4666">52</cx:pt>
          <cx:pt idx="4667">46</cx:pt>
          <cx:pt idx="4668">90</cx:pt>
          <cx:pt idx="4669">66</cx:pt>
          <cx:pt idx="4670">39</cx:pt>
          <cx:pt idx="4671">28.274999999999999</cx:pt>
          <cx:pt idx="4672">42</cx:pt>
          <cx:pt idx="4673">25</cx:pt>
          <cx:pt idx="4674">33.640000000000001</cx:pt>
          <cx:pt idx="4675">19</cx:pt>
          <cx:pt idx="4676">66</cx:pt>
          <cx:pt idx="4677">35</cx:pt>
          <cx:pt idx="4678">52.5</cx:pt>
          <cx:pt idx="4679">78</cx:pt>
          <cx:pt idx="4680">130</cx:pt>
          <cx:pt idx="4681">100</cx:pt>
          <cx:pt idx="4682">65</cx:pt>
          <cx:pt idx="4683">37</cx:pt>
          <cx:pt idx="4684">75</cx:pt>
          <cx:pt idx="4685">55</cx:pt>
          <cx:pt idx="4686">67.230000000000004</cx:pt>
          <cx:pt idx="4687">65</cx:pt>
          <cx:pt idx="4688">127</cx:pt>
          <cx:pt idx="4689">179</cx:pt>
          <cx:pt idx="4690">85.5</cx:pt>
          <cx:pt idx="4691">93</cx:pt>
          <cx:pt idx="4692">78</cx:pt>
          <cx:pt idx="4693">42.689999999999998</cx:pt>
          <cx:pt idx="4694">76.230000000000004</cx:pt>
          <cx:pt idx="4695">49</cx:pt>
          <cx:pt idx="4696">17</cx:pt>
          <cx:pt idx="4697">125</cx:pt>
          <cx:pt idx="4698">100</cx:pt>
          <cx:pt idx="4699">29.449999999999999</cx:pt>
          <cx:pt idx="4700">58</cx:pt>
          <cx:pt idx="4701">120</cx:pt>
          <cx:pt idx="4702">35</cx:pt>
          <cx:pt idx="4703">25</cx:pt>
          <cx:pt idx="4704">220</cx:pt>
          <cx:pt idx="4705">48.950000000000003</cx:pt>
          <cx:pt idx="4706">41</cx:pt>
          <cx:pt idx="4707">152</cx:pt>
          <cx:pt idx="4708">25</cx:pt>
          <cx:pt idx="4709">60</cx:pt>
          <cx:pt idx="4710">206</cx:pt>
          <cx:pt idx="4711">96.870000000000005</cx:pt>
          <cx:pt idx="4712">131</cx:pt>
          <cx:pt idx="4713">46</cx:pt>
          <cx:pt idx="4714">40</cx:pt>
          <cx:pt idx="4715">30</cx:pt>
          <cx:pt idx="4716">73</cx:pt>
          <cx:pt idx="4717">130</cx:pt>
          <cx:pt idx="4718">125</cx:pt>
          <cx:pt idx="4719">19.899999999999999</cx:pt>
          <cx:pt idx="4720">59</cx:pt>
          <cx:pt idx="4721">44</cx:pt>
          <cx:pt idx="4722">49</cx:pt>
          <cx:pt idx="4723">54.5</cx:pt>
          <cx:pt idx="4724">65</cx:pt>
          <cx:pt idx="4725">32</cx:pt>
          <cx:pt idx="4726">95</cx:pt>
          <cx:pt idx="4727">29.699999999999999</cx:pt>
          <cx:pt idx="4728">70</cx:pt>
          <cx:pt idx="4729">72</cx:pt>
          <cx:pt idx="4730">64</cx:pt>
          <cx:pt idx="4731">75</cx:pt>
          <cx:pt idx="4732">55.549999999999997</cx:pt>
          <cx:pt idx="4733">45.909999999999997</cx:pt>
          <cx:pt idx="4734">99</cx:pt>
          <cx:pt idx="4735">65</cx:pt>
          <cx:pt idx="4736">204</cx:pt>
          <cx:pt idx="4737">125</cx:pt>
          <cx:pt idx="4738">42</cx:pt>
          <cx:pt idx="4739">59</cx:pt>
          <cx:pt idx="4740">61.329999999999998</cx:pt>
          <cx:pt idx="4741">67</cx:pt>
          <cx:pt idx="4742">27</cx:pt>
          <cx:pt idx="4743">141</cx:pt>
          <cx:pt idx="4744">56.240000000000002</cx:pt>
          <cx:pt idx="4745">70</cx:pt>
          <cx:pt idx="4746">59</cx:pt>
          <cx:pt idx="4747">100</cx:pt>
          <cx:pt idx="4748">69</cx:pt>
          <cx:pt idx="4749">90</cx:pt>
          <cx:pt idx="4750">54</cx:pt>
          <cx:pt idx="4751">150</cx:pt>
          <cx:pt idx="4752">62.549999999999997</cx:pt>
          <cx:pt idx="4753">78</cx:pt>
          <cx:pt idx="4754">58</cx:pt>
          <cx:pt idx="4755">190</cx:pt>
          <cx:pt idx="4756">85.730000000000004</cx:pt>
          <cx:pt idx="4757">80</cx:pt>
          <cx:pt idx="4758">85</cx:pt>
          <cx:pt idx="4759">100</cx:pt>
          <cx:pt idx="4760">57</cx:pt>
          <cx:pt idx="4761">60</cx:pt>
          <cx:pt idx="4762">208</cx:pt>
          <cx:pt idx="4763">65</cx:pt>
          <cx:pt idx="4764">113</cx:pt>
          <cx:pt idx="4765">160</cx:pt>
          <cx:pt idx="4766">46.789999999999999</cx:pt>
          <cx:pt idx="4767">55</cx:pt>
          <cx:pt idx="4768">55.549999999999997</cx:pt>
          <cx:pt idx="4769">180</cx:pt>
          <cx:pt idx="4770">53</cx:pt>
          <cx:pt idx="4771">100</cx:pt>
          <cx:pt idx="4772">29.440000000000001</cx:pt>
          <cx:pt idx="4773">139.5</cx:pt>
          <cx:pt idx="4774">37</cx:pt>
          <cx:pt idx="4775">59.600000000000001</cx:pt>
          <cx:pt idx="4776">95</cx:pt>
          <cx:pt idx="4777">59</cx:pt>
          <cx:pt idx="4778">30</cx:pt>
          <cx:pt idx="4779">58</cx:pt>
          <cx:pt idx="4780">43</cx:pt>
          <cx:pt idx="4781">36</cx:pt>
          <cx:pt idx="4782">48.060000000000002</cx:pt>
          <cx:pt idx="4783">32</cx:pt>
          <cx:pt idx="4784">110</cx:pt>
          <cx:pt idx="4785">101</cx:pt>
          <cx:pt idx="4786">57</cx:pt>
          <cx:pt idx="4787">50</cx:pt>
          <cx:pt idx="4788">30.75</cx:pt>
          <cx:pt idx="4789">145</cx:pt>
          <cx:pt idx="4790">58</cx:pt>
          <cx:pt idx="4791">57.600000000000001</cx:pt>
          <cx:pt idx="4792">29.25</cx:pt>
          <cx:pt idx="4793">122</cx:pt>
          <cx:pt idx="4794">54</cx:pt>
          <cx:pt idx="4795">30.43</cx:pt>
          <cx:pt idx="4796">75</cx:pt>
          <cx:pt idx="4797">90</cx:pt>
          <cx:pt idx="4798">76.180000000000007</cx:pt>
          <cx:pt idx="4799">57</cx:pt>
          <cx:pt idx="4800">95</cx:pt>
          <cx:pt idx="4801">75</cx:pt>
          <cx:pt idx="4802">42.899999999999999</cx:pt>
          <cx:pt idx="4803">86.909999999999997</cx:pt>
          <cx:pt idx="4804">40</cx:pt>
          <cx:pt idx="4805">46.5</cx:pt>
          <cx:pt idx="4806">71.030000000000001</cx:pt>
          <cx:pt idx="4807">82</cx:pt>
          <cx:pt idx="4808">75</cx:pt>
          <cx:pt idx="4809">111</cx:pt>
          <cx:pt idx="4810">46</cx:pt>
          <cx:pt idx="4811">80</cx:pt>
          <cx:pt idx="4812">82</cx:pt>
          <cx:pt idx="4813">44.5</cx:pt>
          <cx:pt idx="4814">53.799999999999997</cx:pt>
          <cx:pt idx="4815">110</cx:pt>
          <cx:pt idx="4816">40</cx:pt>
          <cx:pt idx="4817">60</cx:pt>
          <cx:pt idx="4818">60</cx:pt>
          <cx:pt idx="4819">37</cx:pt>
          <cx:pt idx="4820">41.299999999999997</cx:pt>
          <cx:pt idx="4821">47</cx:pt>
          <cx:pt idx="4822">51</cx:pt>
          <cx:pt idx="4823">130</cx:pt>
          <cx:pt idx="4824">32.149999999999999</cx:pt>
          <cx:pt idx="4825">44</cx:pt>
          <cx:pt idx="4826">165</cx:pt>
          <cx:pt idx="4827">28.41</cx:pt>
          <cx:pt idx="4828">54</cx:pt>
          <cx:pt idx="4829">105</cx:pt>
          <cx:pt idx="4830">138</cx:pt>
          <cx:pt idx="4831">43</cx:pt>
          <cx:pt idx="4832">52.329999999999998</cx:pt>
          <cx:pt idx="4833">68.5</cx:pt>
          <cx:pt idx="4834">55.789999999999999</cx:pt>
          <cx:pt idx="4835">71</cx:pt>
          <cx:pt idx="4836">95</cx:pt>
          <cx:pt idx="4837">110</cx:pt>
          <cx:pt idx="4838">38.5</cx:pt>
          <cx:pt idx="4839">54</cx:pt>
          <cx:pt idx="4840">170</cx:pt>
          <cx:pt idx="4841">55</cx:pt>
          <cx:pt idx="4842">111</cx:pt>
          <cx:pt idx="4843">75</cx:pt>
          <cx:pt idx="4844">99</cx:pt>
          <cx:pt idx="4845">125</cx:pt>
          <cx:pt idx="4846">50</cx:pt>
          <cx:pt idx="4847">48</cx:pt>
          <cx:pt idx="4848">86.579999999999998</cx:pt>
          <cx:pt idx="4849">84.180000000000007</cx:pt>
          <cx:pt idx="4850">55.25</cx:pt>
          <cx:pt idx="4851">80</cx:pt>
          <cx:pt idx="4852">105</cx:pt>
          <cx:pt idx="4853">35</cx:pt>
          <cx:pt idx="4854">38.439999999999998</cx:pt>
          <cx:pt idx="4855">251.5</cx:pt>
          <cx:pt idx="4856">55</cx:pt>
          <cx:pt idx="4857">49</cx:pt>
          <cx:pt idx="4858">22</cx:pt>
          <cx:pt idx="4859">55</cx:pt>
          <cx:pt idx="4860">135</cx:pt>
          <cx:pt idx="4861">58</cx:pt>
          <cx:pt idx="4862">42</cx:pt>
          <cx:pt idx="4863">62</cx:pt>
          <cx:pt idx="4864">77.5</cx:pt>
          <cx:pt idx="4865">100</cx:pt>
          <cx:pt idx="4866">118</cx:pt>
          <cx:pt idx="4867">58</cx:pt>
          <cx:pt idx="4868">57.149999999999999</cx:pt>
          <cx:pt idx="4869">52</cx:pt>
          <cx:pt idx="4870">58</cx:pt>
          <cx:pt idx="4871">55</cx:pt>
          <cx:pt idx="4872">44</cx:pt>
          <cx:pt idx="4873">30.715</cx:pt>
          <cx:pt idx="4874">97</cx:pt>
          <cx:pt idx="4875">49.350000000000001</cx:pt>
          <cx:pt idx="4876">84</cx:pt>
          <cx:pt idx="4877">100</cx:pt>
          <cx:pt idx="4878">120</cx:pt>
          <cx:pt idx="4879">78.650000000000006</cx:pt>
          <cx:pt idx="4880">58</cx:pt>
          <cx:pt idx="4881">110</cx:pt>
          <cx:pt idx="4882">54.240000000000002</cx:pt>
          <cx:pt idx="4883">30</cx:pt>
          <cx:pt idx="4884">55</cx:pt>
          <cx:pt idx="4885">37.600000000000001</cx:pt>
          <cx:pt idx="4886">45</cx:pt>
          <cx:pt idx="4887">45</cx:pt>
          <cx:pt idx="4888">34.130000000000003</cx:pt>
          <cx:pt idx="4889">79.189999999999998</cx:pt>
          <cx:pt idx="4890">68</cx:pt>
          <cx:pt idx="4891">52.43</cx:pt>
          <cx:pt idx="4892">107</cx:pt>
          <cx:pt idx="4893">135</cx:pt>
          <cx:pt idx="4894">65</cx:pt>
          <cx:pt idx="4895">45.75</cx:pt>
          <cx:pt idx="4896">56</cx:pt>
          <cx:pt idx="4897">115.89</cx:pt>
          <cx:pt idx="4898">47.880000000000003</cx:pt>
          <cx:pt idx="4899">329</cx:pt>
          <cx:pt idx="4900">62.399999999999999</cx:pt>
          <cx:pt idx="4901">37.850000000000001</cx:pt>
          <cx:pt idx="4902">41</cx:pt>
          <cx:pt idx="4903">54.799999999999997</cx:pt>
          <cx:pt idx="4904">39.369999999999997</cx:pt>
          <cx:pt idx="4905">41.200000000000003</cx:pt>
          <cx:pt idx="4906">115</cx:pt>
          <cx:pt idx="4907">106</cx:pt>
          <cx:pt idx="4908">46.600000000000001</cx:pt>
          <cx:pt idx="4909">58</cx:pt>
          <cx:pt idx="4910">56</cx:pt>
          <cx:pt idx="4911">36</cx:pt>
          <cx:pt idx="4912">85</cx:pt>
          <cx:pt idx="4913">66</cx:pt>
          <cx:pt idx="4914">75</cx:pt>
          <cx:pt idx="4915">69</cx:pt>
          <cx:pt idx="4916">175</cx:pt>
          <cx:pt idx="4917">70</cx:pt>
          <cx:pt idx="4918">52</cx:pt>
          <cx:pt idx="4919">75</cx:pt>
          <cx:pt idx="4920">83</cx:pt>
          <cx:pt idx="4921">75</cx:pt>
          <cx:pt idx="4922">39</cx:pt>
          <cx:pt idx="4923">65</cx:pt>
          <cx:pt idx="4924">65</cx:pt>
          <cx:pt idx="4925">34</cx:pt>
          <cx:pt idx="4926">42</cx:pt>
          <cx:pt idx="4927">38.409999999999997</cx:pt>
          <cx:pt idx="4928">116</cx:pt>
          <cx:pt idx="4929">52</cx:pt>
          <cx:pt idx="4930">25.379999999999999</cx:pt>
          <cx:pt idx="4931">57</cx:pt>
          <cx:pt idx="4932">67.730000000000004</cx:pt>
          <cx:pt idx="4933">268.5</cx:pt>
          <cx:pt idx="4934">50</cx:pt>
          <cx:pt idx="4935">200</cx:pt>
          <cx:pt idx="4936">190</cx:pt>
          <cx:pt idx="4937">80</cx:pt>
          <cx:pt idx="4938">110</cx:pt>
          <cx:pt idx="4939">80</cx:pt>
          <cx:pt idx="4940">85</cx:pt>
          <cx:pt idx="4941">81</cx:pt>
          <cx:pt idx="4942">52</cx:pt>
          <cx:pt idx="4943">69.5</cx:pt>
          <cx:pt idx="4944">57.909999999999997</cx:pt>
          <cx:pt idx="4945">160</cx:pt>
          <cx:pt idx="4946">150</cx:pt>
          <cx:pt idx="4947">75</cx:pt>
          <cx:pt idx="4948">42</cx:pt>
          <cx:pt idx="4949">50</cx:pt>
          <cx:pt idx="4950">50</cx:pt>
          <cx:pt idx="4951">32.490000000000002</cx:pt>
          <cx:pt idx="4952">57.200000000000003</cx:pt>
          <cx:pt idx="4953">56.990000000000002</cx:pt>
          <cx:pt idx="4954">50</cx:pt>
          <cx:pt idx="4955">93</cx:pt>
          <cx:pt idx="4956">34.299999999999997</cx:pt>
          <cx:pt idx="4957">119</cx:pt>
          <cx:pt idx="4958">150</cx:pt>
          <cx:pt idx="4959">47</cx:pt>
          <cx:pt idx="4960">50</cx:pt>
          <cx:pt idx="4961">55</cx:pt>
          <cx:pt idx="4962">75.599999999999994</cx:pt>
          <cx:pt idx="4963">62</cx:pt>
          <cx:pt idx="4964">93</cx:pt>
          <cx:pt idx="4965">60</cx:pt>
          <cx:pt idx="4966">42</cx:pt>
          <cx:pt idx="4967">95.099999999999994</cx:pt>
          <cx:pt idx="4968">62.799999999999997</cx:pt>
          <cx:pt idx="4969">75</cx:pt>
          <cx:pt idx="4970">53</cx:pt>
          <cx:pt idx="4971">58.990000000000002</cx:pt>
          <cx:pt idx="4972">28.879999999999999</cx:pt>
          <cx:pt idx="4973">95</cx:pt>
          <cx:pt idx="4974">28.879999999999999</cx:pt>
          <cx:pt idx="4975">150</cx:pt>
          <cx:pt idx="4976">145</cx:pt>
          <cx:pt idx="4977">50</cx:pt>
          <cx:pt idx="4978">46</cx:pt>
          <cx:pt idx="4979">75</cx:pt>
          <cx:pt idx="4980">37.719999999999999</cx:pt>
          <cx:pt idx="4981">55</cx:pt>
          <cx:pt idx="4982">135</cx:pt>
          <cx:pt idx="4983">135</cx:pt>
          <cx:pt idx="4984">160</cx:pt>
          <cx:pt idx="4985">32.25</cx:pt>
          <cx:pt idx="4986">52.5</cx:pt>
          <cx:pt idx="4987">15.5</cx:pt>
          <cx:pt idx="4988">50.579999999999998</cx:pt>
          <cx:pt idx="4989">26</cx:pt>
          <cx:pt idx="4990">100</cx:pt>
          <cx:pt idx="4991">82</cx:pt>
          <cx:pt idx="4992">60</cx:pt>
          <cx:pt idx="4993">53</cx:pt>
          <cx:pt idx="4994">49</cx:pt>
          <cx:pt idx="4995">46</cx:pt>
          <cx:pt idx="4996">78.299999999999997</cx:pt>
          <cx:pt idx="4997">65</cx:pt>
          <cx:pt idx="4998">78</cx:pt>
          <cx:pt idx="4999">93.5</cx:pt>
          <cx:pt idx="5000">75</cx:pt>
          <cx:pt idx="5001">120</cx:pt>
          <cx:pt idx="5002">125</cx:pt>
          <cx:pt idx="5003">46</cx:pt>
          <cx:pt idx="5004">56</cx:pt>
          <cx:pt idx="5005">40.390000000000001</cx:pt>
          <cx:pt idx="5006">94</cx:pt>
          <cx:pt idx="5007">68</cx:pt>
          <cx:pt idx="5008">125</cx:pt>
          <cx:pt idx="5009">62</cx:pt>
          <cx:pt idx="5010">95</cx:pt>
          <cx:pt idx="5011">133</cx:pt>
          <cx:pt idx="5012">28.879999999999999</cx:pt>
          <cx:pt idx="5013">50</cx:pt>
          <cx:pt idx="5014">245</cx:pt>
          <cx:pt idx="5015">105</cx:pt>
          <cx:pt idx="5016">73</cx:pt>
          <cx:pt idx="5017">60</cx:pt>
          <cx:pt idx="5018">92</cx:pt>
          <cx:pt idx="5019">49.799999999999997</cx:pt>
          <cx:pt idx="5020">47</cx:pt>
          <cx:pt idx="5021">55</cx:pt>
          <cx:pt idx="5022">23</cx:pt>
          <cx:pt idx="5023">48.479999999999997</cx:pt>
          <cx:pt idx="5024">130</cx:pt>
          <cx:pt idx="5025">53</cx:pt>
          <cx:pt idx="5026">75</cx:pt>
          <cx:pt idx="5027">125</cx:pt>
          <cx:pt idx="5028">90</cx:pt>
          <cx:pt idx="5029">55</cx:pt>
          <cx:pt idx="5030">54.350000000000001</cx:pt>
          <cx:pt idx="5031">55</cx:pt>
          <cx:pt idx="5032">180</cx:pt>
          <cx:pt idx="5033">65</cx:pt>
          <cx:pt idx="5034">78</cx:pt>
          <cx:pt idx="5035">45.899999999999999</cx:pt>
          <cx:pt idx="5036">76</cx:pt>
          <cx:pt idx="5037">110</cx:pt>
          <cx:pt idx="5038">52.450000000000003</cx:pt>
          <cx:pt idx="5039">50</cx:pt>
          <cx:pt idx="5040">150</cx:pt>
          <cx:pt idx="5041">71</cx:pt>
          <cx:pt idx="5042">72.5</cx:pt>
          <cx:pt idx="5043">102</cx:pt>
          <cx:pt idx="5044">22.5</cx:pt>
          <cx:pt idx="5045">250</cx:pt>
          <cx:pt idx="5046">48</cx:pt>
          <cx:pt idx="5047">165</cx:pt>
          <cx:pt idx="5048">75</cx:pt>
          <cx:pt idx="5049">125</cx:pt>
          <cx:pt idx="5050">32.5</cx:pt>
          <cx:pt idx="5051">49.5</cx:pt>
          <cx:pt idx="5052">55.5</cx:pt>
          <cx:pt idx="5053">90</cx:pt>
          <cx:pt idx="5054">303</cx:pt>
          <cx:pt idx="5055">33.640000000000001</cx:pt>
          <cx:pt idx="5056">35.109999999999999</cx:pt>
          <cx:pt idx="5057">88</cx:pt>
          <cx:pt idx="5058">17</cx:pt>
          <cx:pt idx="5059">89</cx:pt>
          <cx:pt idx="5060">85.730000000000004</cx:pt>
          <cx:pt idx="5061">100</cx:pt>
          <cx:pt idx="5062">22</cx:pt>
          <cx:pt idx="5063">155</cx:pt>
          <cx:pt idx="5064">34</cx:pt>
          <cx:pt idx="5065">90</cx:pt>
          <cx:pt idx="5066">250</cx:pt>
          <cx:pt idx="5067">42</cx:pt>
          <cx:pt idx="5068">75</cx:pt>
          <cx:pt idx="5069">154</cx:pt>
          <cx:pt idx="5070">125</cx:pt>
          <cx:pt idx="5071">130</cx:pt>
          <cx:pt idx="5072">47</cx:pt>
          <cx:pt idx="5073">67.120000000000005</cx:pt>
          <cx:pt idx="5074">160</cx:pt>
          <cx:pt idx="5075">90</cx:pt>
          <cx:pt idx="5076">133</cx:pt>
          <cx:pt idx="5077">92</cx:pt>
          <cx:pt idx="5078">74.400000000000006</cx:pt>
          <cx:pt idx="5079">40.170000000000002</cx:pt>
          <cx:pt idx="5080">108</cx:pt>
          <cx:pt idx="5081">58</cx:pt>
          <cx:pt idx="5082">59.990000000000002</cx:pt>
          <cx:pt idx="5083">40</cx:pt>
          <cx:pt idx="5084">30.289999999999999</cx:pt>
          <cx:pt idx="5085">55</cx:pt>
          <cx:pt idx="5086">93</cx:pt>
          <cx:pt idx="5087">60</cx:pt>
          <cx:pt idx="5088">43</cx:pt>
          <cx:pt idx="5089">45</cx:pt>
          <cx:pt idx="5090">26</cx:pt>
          <cx:pt idx="5091">50</cx:pt>
          <cx:pt idx="5092">168</cx:pt>
          <cx:pt idx="5093">125</cx:pt>
          <cx:pt idx="5094">57</cx:pt>
          <cx:pt idx="5095">72</cx:pt>
          <cx:pt idx="5096">40.890000000000001</cx:pt>
          <cx:pt idx="5097">43.5</cx:pt>
          <cx:pt idx="5098">135</cx:pt>
          <cx:pt idx="5099">49.270000000000003</cx:pt>
          <cx:pt idx="5100">60</cx:pt>
          <cx:pt idx="5101">100</cx:pt>
          <cx:pt idx="5102">65</cx:pt>
          <cx:pt idx="5103">61</cx:pt>
          <cx:pt idx="5104">46</cx:pt>
          <cx:pt idx="5105">33</cx:pt>
          <cx:pt idx="5106">135</cx:pt>
          <cx:pt idx="5107">190</cx:pt>
          <cx:pt idx="5108">56</cx:pt>
          <cx:pt idx="5109">45</cx:pt>
          <cx:pt idx="5110">105</cx:pt>
          <cx:pt idx="5111">149</cx:pt>
          <cx:pt idx="5112">79</cx:pt>
          <cx:pt idx="5113">40</cx:pt>
          <cx:pt idx="5114">90</cx:pt>
          <cx:pt idx="5115">86</cx:pt>
          <cx:pt idx="5116">50</cx:pt>
          <cx:pt idx="5117">98</cx:pt>
          <cx:pt idx="5118">70</cx:pt>
          <cx:pt idx="5119">65</cx:pt>
          <cx:pt idx="5120">75</cx:pt>
          <cx:pt idx="5121">52</cx:pt>
          <cx:pt idx="5122">48.869999999999997</cx:pt>
          <cx:pt idx="5123">56</cx:pt>
          <cx:pt idx="5124">39.329999999999998</cx:pt>
          <cx:pt idx="5125">92</cx:pt>
          <cx:pt idx="5126">40.469999999999999</cx:pt>
          <cx:pt idx="5127">84.290000000000006</cx:pt>
          <cx:pt idx="5128">150</cx:pt>
          <cx:pt idx="5129">32.780000000000001</cx:pt>
          <cx:pt idx="5130">45</cx:pt>
          <cx:pt idx="5131">105</cx:pt>
          <cx:pt idx="5132">50</cx:pt>
          <cx:pt idx="5133">58</cx:pt>
          <cx:pt idx="5134">60.439999999999998</cx:pt>
          <cx:pt idx="5135">55</cx:pt>
          <cx:pt idx="5136">62</cx:pt>
          <cx:pt idx="5137">26.91</cx:pt>
          <cx:pt idx="5138">45</cx:pt>
          <cx:pt idx="5139">65</cx:pt>
          <cx:pt idx="5140">119</cx:pt>
          <cx:pt idx="5141">85</cx:pt>
          <cx:pt idx="5142">65</cx:pt>
          <cx:pt idx="5143">42</cx:pt>
          <cx:pt idx="5144">51</cx:pt>
          <cx:pt idx="5145">55</cx:pt>
          <cx:pt idx="5146">160</cx:pt>
          <cx:pt idx="5147">150</cx:pt>
          <cx:pt idx="5148">29.5</cx:pt>
          <cx:pt idx="5149">89</cx:pt>
          <cx:pt idx="5150">83</cx:pt>
          <cx:pt idx="5151">39.799999999999997</cx:pt>
          <cx:pt idx="5152">55</cx:pt>
          <cx:pt idx="5153">37.200000000000003</cx:pt>
          <cx:pt idx="5154">140</cx:pt>
          <cx:pt idx="5155">60</cx:pt>
          <cx:pt idx="5156">76</cx:pt>
          <cx:pt idx="5157">63.5</cx:pt>
          <cx:pt idx="5158">65</cx:pt>
          <cx:pt idx="5159">90</cx:pt>
          <cx:pt idx="5160">155</cx:pt>
          <cx:pt idx="5161">142</cx:pt>
          <cx:pt idx="5162">43</cx:pt>
          <cx:pt idx="5163">67</cx:pt>
          <cx:pt idx="5164">76.019999999999996</cx:pt>
          <cx:pt idx="5165">95</cx:pt>
          <cx:pt idx="5166">65</cx:pt>
          <cx:pt idx="5167">154.5</cx:pt>
          <cx:pt idx="5168">103</cx:pt>
          <cx:pt idx="5169">53</cx:pt>
          <cx:pt idx="5170">111</cx:pt>
          <cx:pt idx="5171">46.130000000000003</cx:pt>
          <cx:pt idx="5172">37</cx:pt>
          <cx:pt idx="5173">61</cx:pt>
          <cx:pt idx="5174">77.879999999999995</cx:pt>
          <cx:pt idx="5175">110</cx:pt>
          <cx:pt idx="5176">46.130000000000003</cx:pt>
          <cx:pt idx="5177">46</cx:pt>
          <cx:pt idx="5178">78</cx:pt>
          <cx:pt idx="5179">155</cx:pt>
          <cx:pt idx="5180">130</cx:pt>
          <cx:pt idx="5181">80</cx:pt>
          <cx:pt idx="5182">105</cx:pt>
          <cx:pt idx="5183">120</cx:pt>
          <cx:pt idx="5184">84</cx:pt>
          <cx:pt idx="5185">130</cx:pt>
          <cx:pt idx="5186">39.329999999999998</cx:pt>
          <cx:pt idx="5187">98</cx:pt>
          <cx:pt idx="5188">92</cx:pt>
          <cx:pt idx="5189">55</cx:pt>
          <cx:pt idx="5190">76</cx:pt>
          <cx:pt idx="5191">47</cx:pt>
          <cx:pt idx="5192">180</cx:pt>
          <cx:pt idx="5193">60</cx:pt>
          <cx:pt idx="5194">60</cx:pt>
          <cx:pt idx="5195">64</cx:pt>
          <cx:pt idx="5196">54.590000000000003</cx:pt>
          <cx:pt idx="5197">48.329999999999998</cx:pt>
          <cx:pt idx="5198">58</cx:pt>
          <cx:pt idx="5199">90</cx:pt>
          <cx:pt idx="5200">150</cx:pt>
          <cx:pt idx="5201">60</cx:pt>
          <cx:pt idx="5202">51.5</cx:pt>
          <cx:pt idx="5203">136</cx:pt>
          <cx:pt idx="5204">92.129999999999995</cx:pt>
          <cx:pt idx="5205">80</cx:pt>
          <cx:pt idx="5206">65</cx:pt>
          <cx:pt idx="5207">55.380000000000003</cx:pt>
          <cx:pt idx="5208">79</cx:pt>
          <cx:pt idx="5209">67</cx:pt>
          <cx:pt idx="5210">56</cx:pt>
          <cx:pt idx="5211">27</cx:pt>
          <cx:pt idx="5212">17.5</cx:pt>
          <cx:pt idx="5213">25</cx:pt>
          <cx:pt idx="5214">16.449999999999999</cx:pt>
          <cx:pt idx="5215">44</cx:pt>
          <cx:pt idx="5216">68</cx:pt>
          <cx:pt idx="5217">158.5</cx:pt>
          <cx:pt idx="5218">73</cx:pt>
          <cx:pt idx="5219">65</cx:pt>
          <cx:pt idx="5220">24</cx:pt>
          <cx:pt idx="5221">50</cx:pt>
          <cx:pt idx="5222">58</cx:pt>
          <cx:pt idx="5223">329</cx:pt>
          <cx:pt idx="5224">70.444999999999993</cx:pt>
          <cx:pt idx="5225">53</cx:pt>
          <cx:pt idx="5226">130</cx:pt>
          <cx:pt idx="5227">46.5</cx:pt>
          <cx:pt idx="5228">40.899999999999999</cx:pt>
          <cx:pt idx="5229">55</cx:pt>
          <cx:pt idx="5230">54</cx:pt>
          <cx:pt idx="5231">65</cx:pt>
          <cx:pt idx="5232">44.170000000000002</cx:pt>
          <cx:pt idx="5233">95</cx:pt>
          <cx:pt idx="5234">39</cx:pt>
          <cx:pt idx="5235">56.399999999999999</cx:pt>
          <cx:pt idx="5236">47</cx:pt>
          <cx:pt idx="5237">75.969999999999999</cx:pt>
          <cx:pt idx="5238">158</cx:pt>
          <cx:pt idx="5239">115</cx:pt>
          <cx:pt idx="5240">58</cx:pt>
          <cx:pt idx="5241">51.5</cx:pt>
          <cx:pt idx="5242">24</cx:pt>
          <cx:pt idx="5243">50</cx:pt>
          <cx:pt idx="5244">180</cx:pt>
          <cx:pt idx="5245">26.899999999999999</cx:pt>
          <cx:pt idx="5246">27</cx:pt>
          <cx:pt idx="5247">50</cx:pt>
          <cx:pt idx="5248">56</cx:pt>
          <cx:pt idx="5249">121</cx:pt>
          <cx:pt idx="5250">51</cx:pt>
          <cx:pt idx="5251">58</cx:pt>
          <cx:pt idx="5252">49</cx:pt>
          <cx:pt idx="5253">64</cx:pt>
          <cx:pt idx="5254">35</cx:pt>
          <cx:pt idx="5255">33.920000000000002</cx:pt>
          <cx:pt idx="5256">260</cx:pt>
          <cx:pt idx="5257">38</cx:pt>
          <cx:pt idx="5258">75</cx:pt>
          <cx:pt idx="5259">47.57</cx:pt>
          <cx:pt idx="5260">59</cx:pt>
          <cx:pt idx="5261">53.759999999999998</cx:pt>
          <cx:pt idx="5262">34.555</cx:pt>
          <cx:pt idx="5263">99</cx:pt>
          <cx:pt idx="5264">95</cx:pt>
          <cx:pt idx="5265">58</cx:pt>
          <cx:pt idx="5266">45.869999999999997</cx:pt>
          <cx:pt idx="5267">90</cx:pt>
          <cx:pt idx="5268">88</cx:pt>
          <cx:pt idx="5269">30.879999999999999</cx:pt>
          <cx:pt idx="5270">80</cx:pt>
          <cx:pt idx="5271">87</cx:pt>
          <cx:pt idx="5272">25</cx:pt>
          <cx:pt idx="5273">43</cx:pt>
          <cx:pt idx="5274">87</cx:pt>
          <cx:pt idx="5275">73</cx:pt>
          <cx:pt idx="5276">70</cx:pt>
          <cx:pt idx="5277">39.990000000000002</cx:pt>
          <cx:pt idx="5278">42</cx:pt>
          <cx:pt idx="5279">65</cx:pt>
          <cx:pt idx="5280">35.5</cx:pt>
          <cx:pt idx="5281">28</cx:pt>
          <cx:pt idx="5282">78.650000000000006</cx:pt>
          <cx:pt idx="5283">68</cx:pt>
          <cx:pt idx="5284">85</cx:pt>
          <cx:pt idx="5285">101</cx:pt>
          <cx:pt idx="5286">36.600000000000001</cx:pt>
          <cx:pt idx="5287">54</cx:pt>
          <cx:pt idx="5288">70</cx:pt>
          <cx:pt idx="5289">41</cx:pt>
          <cx:pt idx="5290">185</cx:pt>
          <cx:pt idx="5291">65</cx:pt>
          <cx:pt idx="5292">59.200000000000003</cx:pt>
          <cx:pt idx="5293">153</cx:pt>
          <cx:pt idx="5294">45</cx:pt>
          <cx:pt idx="5295">65</cx:pt>
          <cx:pt idx="5296">53.549999999999997</cx:pt>
          <cx:pt idx="5297">77</cx:pt>
          <cx:pt idx="5298">90</cx:pt>
          <cx:pt idx="5299">52</cx:pt>
          <cx:pt idx="5300">36</cx:pt>
          <cx:pt idx="5301">35.270000000000003</cx:pt>
          <cx:pt idx="5302">65</cx:pt>
          <cx:pt idx="5303">65</cx:pt>
          <cx:pt idx="5304">106</cx:pt>
          <cx:pt idx="5305">99</cx:pt>
          <cx:pt idx="5306">68</cx:pt>
          <cx:pt idx="5307">60</cx:pt>
          <cx:pt idx="5308">68.400000000000006</cx:pt>
          <cx:pt idx="5309">77.5</cx:pt>
          <cx:pt idx="5310">48</cx:pt>
          <cx:pt idx="5311">145</cx:pt>
          <cx:pt idx="5312">36</cx:pt>
          <cx:pt idx="5313">36.5</cx:pt>
          <cx:pt idx="5314">82.620000000000005</cx:pt>
          <cx:pt idx="5315">75</cx:pt>
          <cx:pt idx="5316">45</cx:pt>
          <cx:pt idx="5317">62</cx:pt>
          <cx:pt idx="5318">113</cx:pt>
          <cx:pt idx="5319">131</cx:pt>
          <cx:pt idx="5320">90</cx:pt>
          <cx:pt idx="5321">67.319999999999993</cx:pt>
          <cx:pt idx="5322">42</cx:pt>
          <cx:pt idx="5323">46.5</cx:pt>
          <cx:pt idx="5324">34</cx:pt>
          <cx:pt idx="5325">36</cx:pt>
          <cx:pt idx="5326">55</cx:pt>
          <cx:pt idx="5327">131</cx:pt>
          <cx:pt idx="5328">40</cx:pt>
          <cx:pt idx="5329">37</cx:pt>
          <cx:pt idx="5330">100</cx:pt>
          <cx:pt idx="5331">75.170000000000002</cx:pt>
          <cx:pt idx="5332">48</cx:pt>
          <cx:pt idx="5333">46</cx:pt>
          <cx:pt idx="5334">110</cx:pt>
          <cx:pt idx="5335">40.439999999999998</cx:pt>
          <cx:pt idx="5336">108</cx:pt>
          <cx:pt idx="5337">60</cx:pt>
          <cx:pt idx="5338">27</cx:pt>
          <cx:pt idx="5339">42</cx:pt>
          <cx:pt idx="5340">60</cx:pt>
          <cx:pt idx="5341">30.215</cx:pt>
          <cx:pt idx="5342">135</cx:pt>
          <cx:pt idx="5343">59</cx:pt>
          <cx:pt idx="5344">156</cx:pt>
          <cx:pt idx="5345">135</cx:pt>
          <cx:pt idx="5346">52.5</cx:pt>
          <cx:pt idx="5347">69</cx:pt>
          <cx:pt idx="5348">87</cx:pt>
          <cx:pt idx="5349">75</cx:pt>
          <cx:pt idx="5350">57</cx:pt>
          <cx:pt idx="5351">65</cx:pt>
          <cx:pt idx="5352">51.5</cx:pt>
          <cx:pt idx="5353">38.490000000000002</cx:pt>
          <cx:pt idx="5354">58</cx:pt>
          <cx:pt idx="5355">46.759999999999998</cx:pt>
          <cx:pt idx="5356">55</cx:pt>
          <cx:pt idx="5357">34.82</cx:pt>
          <cx:pt idx="5358">44</cx:pt>
          <cx:pt idx="5359">42</cx:pt>
          <cx:pt idx="5360">125</cx:pt>
          <cx:pt idx="5361">90.629999999999995</cx:pt>
          <cx:pt idx="5362">148</cx:pt>
          <cx:pt idx="5363">104</cx:pt>
          <cx:pt idx="5364">116</cx:pt>
          <cx:pt idx="5365">80</cx:pt>
          <cx:pt idx="5366">38</cx:pt>
          <cx:pt idx="5367">64</cx:pt>
          <cx:pt idx="5368">89</cx:pt>
          <cx:pt idx="5369">69</cx:pt>
          <cx:pt idx="5370">56.130000000000003</cx:pt>
          <cx:pt idx="5371">93.150000000000006</cx:pt>
          <cx:pt idx="5372">57.5</cx:pt>
          <cx:pt idx="5373">29</cx:pt>
          <cx:pt idx="5374">62</cx:pt>
          <cx:pt idx="5375">50</cx:pt>
          <cx:pt idx="5376">35</cx:pt>
          <cx:pt idx="5377">71.890000000000001</cx:pt>
          <cx:pt idx="5378">90</cx:pt>
          <cx:pt idx="5379">130</cx:pt>
          <cx:pt idx="5380">16.449999999999999</cx:pt>
          <cx:pt idx="5381">44</cx:pt>
          <cx:pt idx="5382">82</cx:pt>
          <cx:pt idx="5383">129</cx:pt>
          <cx:pt idx="5384">46.5</cx:pt>
          <cx:pt idx="5385">45</cx:pt>
          <cx:pt idx="5386">280</cx:pt>
          <cx:pt idx="5387">125</cx:pt>
          <cx:pt idx="5388">125</cx:pt>
          <cx:pt idx="5389">80</cx:pt>
          <cx:pt idx="5390">63</cx:pt>
          <cx:pt idx="5391">88</cx:pt>
          <cx:pt idx="5392">195</cx:pt>
          <cx:pt idx="5393">45</cx:pt>
          <cx:pt idx="5394">100</cx:pt>
          <cx:pt idx="5395">150</cx:pt>
          <cx:pt idx="5396">130</cx:pt>
          <cx:pt idx="5397">140</cx:pt>
          <cx:pt idx="5398">43.939999999999998</cx:pt>
          <cx:pt idx="5399">72.540000000000006</cx:pt>
          <cx:pt idx="5400">48</cx:pt>
          <cx:pt idx="5401">145</cx:pt>
          <cx:pt idx="5402">59</cx:pt>
          <cx:pt idx="5403">73.5</cx:pt>
          <cx:pt idx="5404">75</cx:pt>
          <cx:pt idx="5405">85</cx:pt>
          <cx:pt idx="5406">165</cx:pt>
          <cx:pt idx="5407">46</cx:pt>
          <cx:pt idx="5408">152</cx:pt>
          <cx:pt idx="5409">108</cx:pt>
          <cx:pt idx="5410">65</cx:pt>
          <cx:pt idx="5411">72</cx:pt>
          <cx:pt idx="5412">85</cx:pt>
          <cx:pt idx="5413">55</cx:pt>
          <cx:pt idx="5414">48</cx:pt>
          <cx:pt idx="5415">85</cx:pt>
          <cx:pt idx="5416">44</cx:pt>
          <cx:pt idx="5417">33</cx:pt>
          <cx:pt idx="5418">140</cx:pt>
          <cx:pt idx="5419">45</cx:pt>
          <cx:pt idx="5420">49.350000000000001</cx:pt>
          <cx:pt idx="5421">155</cx:pt>
          <cx:pt idx="5422">110</cx:pt>
          <cx:pt idx="5423">38.329999999999998</cx:pt>
          <cx:pt idx="5424">38.130000000000003</cx:pt>
          <cx:pt idx="5425">40.719999999999999</cx:pt>
          <cx:pt idx="5426">61</cx:pt>
          <cx:pt idx="5427">85.400000000000006</cx:pt>
          <cx:pt idx="5428">41</cx:pt>
          <cx:pt idx="5429">83</cx:pt>
          <cx:pt idx="5430">16.899999999999999</cx:pt>
          <cx:pt idx="5431">70.930000000000007</cx:pt>
          <cx:pt idx="5432">58.399999999999999</cx:pt>
          <cx:pt idx="5433">120</cx:pt>
          <cx:pt idx="5434">43</cx:pt>
          <cx:pt idx="5435">40</cx:pt>
          <cx:pt idx="5436">75</cx:pt>
          <cx:pt idx="5437">93</cx:pt>
          <cx:pt idx="5438">135</cx:pt>
          <cx:pt idx="5439">98</cx:pt>
          <cx:pt idx="5440">95</cx:pt>
          <cx:pt idx="5441">74</cx:pt>
          <cx:pt idx="5442">150</cx:pt>
          <cx:pt idx="5443">115</cx:pt>
          <cx:pt idx="5444">140</cx:pt>
          <cx:pt idx="5445">32</cx:pt>
          <cx:pt idx="5446">30</cx:pt>
          <cx:pt idx="5447">115</cx:pt>
          <cx:pt idx="5448">37</cx:pt>
          <cx:pt idx="5449">48.530000000000001</cx:pt>
          <cx:pt idx="5450">37</cx:pt>
          <cx:pt idx="5451">91</cx:pt>
          <cx:pt idx="5452">80</cx:pt>
          <cx:pt idx="5453">75</cx:pt>
          <cx:pt idx="5454">85</cx:pt>
          <cx:pt idx="5455">59</cx:pt>
          <cx:pt idx="5456">82</cx:pt>
          <cx:pt idx="5457">68</cx:pt>
          <cx:pt idx="5458">26</cx:pt>
          <cx:pt idx="5459">120</cx:pt>
          <cx:pt idx="5460">145</cx:pt>
          <cx:pt idx="5461">146</cx:pt>
          <cx:pt idx="5462">60</cx:pt>
          <cx:pt idx="5463">50</cx:pt>
          <cx:pt idx="5464">75</cx:pt>
          <cx:pt idx="5465">80</cx:pt>
          <cx:pt idx="5466">58</cx:pt>
          <cx:pt idx="5467">16</cx:pt>
          <cx:pt idx="5468">44</cx:pt>
          <cx:pt idx="5469">35.07</cx:pt>
          <cx:pt idx="5470">56</cx:pt>
          <cx:pt idx="5471">45</cx:pt>
          <cx:pt idx="5472">69</cx:pt>
          <cx:pt idx="5473">75</cx:pt>
          <cx:pt idx="5474">65</cx:pt>
          <cx:pt idx="5475">157.5</cx:pt>
          <cx:pt idx="5476">82</cx:pt>
          <cx:pt idx="5477">62.380000000000003</cx:pt>
          <cx:pt idx="5478">42</cx:pt>
          <cx:pt idx="5479">65</cx:pt>
          <cx:pt idx="5480">114</cx:pt>
          <cx:pt idx="5481">86.260000000000005</cx:pt>
          <cx:pt idx="5482">69.75</cx:pt>
          <cx:pt idx="5483">45</cx:pt>
          <cx:pt idx="5484">52</cx:pt>
          <cx:pt idx="5485">42</cx:pt>
          <cx:pt idx="5486">45</cx:pt>
          <cx:pt idx="5487">85</cx:pt>
          <cx:pt idx="5488">120</cx:pt>
          <cx:pt idx="5489">79.549999999999997</cx:pt>
          <cx:pt idx="5490">40</cx:pt>
          <cx:pt idx="5491">39.5</cx:pt>
          <cx:pt idx="5492">100</cx:pt>
          <cx:pt idx="5493">150</cx:pt>
          <cx:pt idx="5494">66.5</cx:pt>
          <cx:pt idx="5495">72</cx:pt>
          <cx:pt idx="5496">49.600000000000001</cx:pt>
          <cx:pt idx="5497">79</cx:pt>
          <cx:pt idx="5498">111</cx:pt>
          <cx:pt idx="5499">64.5</cx:pt>
          <cx:pt idx="5500">50</cx:pt>
          <cx:pt idx="5501">86</cx:pt>
          <cx:pt idx="5502">80</cx:pt>
          <cx:pt idx="5503">128</cx:pt>
          <cx:pt idx="5504">75</cx:pt>
          <cx:pt idx="5505">47</cx:pt>
          <cx:pt idx="5506">65</cx:pt>
          <cx:pt idx="5507">45.560000000000002</cx:pt>
          <cx:pt idx="5508">28.57</cx:pt>
          <cx:pt idx="5509">90</cx:pt>
          <cx:pt idx="5510">27.68</cx:pt>
          <cx:pt idx="5511">36</cx:pt>
          <cx:pt idx="5512">190</cx:pt>
          <cx:pt idx="5513">45</cx:pt>
          <cx:pt idx="5514">64.980000000000004</cx:pt>
          <cx:pt idx="5515">56</cx:pt>
          <cx:pt idx="5516">33</cx:pt>
          <cx:pt idx="5517">21</cx:pt>
          <cx:pt idx="5518">230</cx:pt>
          <cx:pt idx="5519">42</cx:pt>
          <cx:pt idx="5520">180</cx:pt>
          <cx:pt idx="5521">58</cx:pt>
          <cx:pt idx="5522">74</cx:pt>
          <cx:pt idx="5523">70</cx:pt>
          <cx:pt idx="5524">75</cx:pt>
          <cx:pt idx="5525">58</cx:pt>
          <cx:pt idx="5526">53.350000000000001</cx:pt>
          <cx:pt idx="5527">48</cx:pt>
          <cx:pt idx="5528">56</cx:pt>
          <cx:pt idx="5529">50.799999999999997</cx:pt>
          <cx:pt idx="5530">57</cx:pt>
          <cx:pt idx="5531">50</cx:pt>
          <cx:pt idx="5532">95</cx:pt>
          <cx:pt idx="5533">80</cx:pt>
          <cx:pt idx="5534">125</cx:pt>
          <cx:pt idx="5535">25</cx:pt>
          <cx:pt idx="5536">53</cx:pt>
          <cx:pt idx="5537">23</cx:pt>
          <cx:pt idx="5538">85</cx:pt>
          <cx:pt idx="5539">40.200000000000003</cx:pt>
          <cx:pt idx="5540">75</cx:pt>
          <cx:pt idx="5541">80</cx:pt>
          <cx:pt idx="5542">123</cx:pt>
          <cx:pt idx="5543">42.700000000000003</cx:pt>
          <cx:pt idx="5544">60</cx:pt>
          <cx:pt idx="5545">22</cx:pt>
          <cx:pt idx="5546">70</cx:pt>
          <cx:pt idx="5547">198</cx:pt>
          <cx:pt idx="5548">60</cx:pt>
          <cx:pt idx="5549">44.240000000000002</cx:pt>
          <cx:pt idx="5550">85</cx:pt>
          <cx:pt idx="5551">35</cx:pt>
          <cx:pt idx="5552">110</cx:pt>
          <cx:pt idx="5553">135</cx:pt>
          <cx:pt idx="5554">33.840000000000003</cx:pt>
          <cx:pt idx="5555">90</cx:pt>
          <cx:pt idx="5556">34.649999999999999</cx:pt>
          <cx:pt idx="5557">50</cx:pt>
          <cx:pt idx="5558">100</cx:pt>
          <cx:pt idx="5559">60</cx:pt>
          <cx:pt idx="5560">75</cx:pt>
          <cx:pt idx="5561">45</cx:pt>
          <cx:pt idx="5562">58.859999999999999</cx:pt>
          <cx:pt idx="5563">44</cx:pt>
          <cx:pt idx="5564">47</cx:pt>
          <cx:pt idx="5565">75</cx:pt>
          <cx:pt idx="5566">120</cx:pt>
          <cx:pt idx="5567">138</cx:pt>
          <cx:pt idx="5568">87</cx:pt>
          <cx:pt idx="5569">24.859999999999999</cx:pt>
          <cx:pt idx="5570">130</cx:pt>
          <cx:pt idx="5571">79</cx:pt>
          <cx:pt idx="5572">140</cx:pt>
          <cx:pt idx="5573">67</cx:pt>
          <cx:pt idx="5574">125</cx:pt>
          <cx:pt idx="5575">34.82</cx:pt>
          <cx:pt idx="5576">177</cx:pt>
          <cx:pt idx="5577">40.549999999999997</cx:pt>
          <cx:pt idx="5578">41.509999999999998</cx:pt>
          <cx:pt idx="5579">115</cx:pt>
          <cx:pt idx="5580">72.019999999999996</cx:pt>
          <cx:pt idx="5581">99.260000000000005</cx:pt>
          <cx:pt idx="5582">65</cx:pt>
          <cx:pt idx="5583">44</cx:pt>
          <cx:pt idx="5584">79.799999999999997</cx:pt>
          <cx:pt idx="5585">130</cx:pt>
          <cx:pt idx="5586">47.25</cx:pt>
          <cx:pt idx="5587">79</cx:pt>
          <cx:pt idx="5588">29.469999999999999</cx:pt>
          <cx:pt idx="5589">125</cx:pt>
          <cx:pt idx="5590">43</cx:pt>
          <cx:pt idx="5591">90</cx:pt>
          <cx:pt idx="5592">68</cx:pt>
          <cx:pt idx="5593">139</cx:pt>
          <cx:pt idx="5594">19.5</cx:pt>
          <cx:pt idx="5595">65</cx:pt>
          <cx:pt idx="5596">132</cx:pt>
          <cx:pt idx="5597">59.759999999999998</cx:pt>
          <cx:pt idx="5598">68</cx:pt>
          <cx:pt idx="5599">64.5</cx:pt>
          <cx:pt idx="5600">55</cx:pt>
          <cx:pt idx="5601">50.789999999999999</cx:pt>
          <cx:pt idx="5602">47.25</cx:pt>
          <cx:pt idx="5603">68.5</cx:pt>
          <cx:pt idx="5604">35</cx:pt>
          <cx:pt idx="5605">43</cx:pt>
          <cx:pt idx="5606">96.510000000000005</cx:pt>
          <cx:pt idx="5607">43.789999999999999</cx:pt>
          <cx:pt idx="5608">57</cx:pt>
          <cx:pt idx="5609">53</cx:pt>
          <cx:pt idx="5610">58</cx:pt>
          <cx:pt idx="5611">48</cx:pt>
          <cx:pt idx="5612">60</cx:pt>
          <cx:pt idx="5613">100</cx:pt>
          <cx:pt idx="5614">40</cx:pt>
          <cx:pt idx="5615">75</cx:pt>
          <cx:pt idx="5616">30</cx:pt>
          <cx:pt idx="5617">128</cx:pt>
          <cx:pt idx="5618">200</cx:pt>
          <cx:pt idx="5619">60</cx:pt>
          <cx:pt idx="5620">32.490000000000002</cx:pt>
          <cx:pt idx="5621">154</cx:pt>
          <cx:pt idx="5622">112</cx:pt>
          <cx:pt idx="5623">90</cx:pt>
          <cx:pt idx="5624">101</cx:pt>
          <cx:pt idx="5625">50</cx:pt>
          <cx:pt idx="5626">67</cx:pt>
          <cx:pt idx="5627">69</cx:pt>
          <cx:pt idx="5628">90</cx:pt>
          <cx:pt idx="5629">64</cx:pt>
          <cx:pt idx="5630">60</cx:pt>
          <cx:pt idx="5631">50.854999999999997</cx:pt>
          <cx:pt idx="5632">40</cx:pt>
          <cx:pt idx="5633">80</cx:pt>
          <cx:pt idx="5634">142</cx:pt>
          <cx:pt idx="5635">39</cx:pt>
          <cx:pt idx="5636">56</cx:pt>
          <cx:pt idx="5637">27</cx:pt>
          <cx:pt idx="5638">40</cx:pt>
          <cx:pt idx="5639">86.5</cx:pt>
          <cx:pt idx="5640">65</cx:pt>
          <cx:pt idx="5641">110</cx:pt>
          <cx:pt idx="5642">95</cx:pt>
          <cx:pt idx="5643">58</cx:pt>
          <cx:pt idx="5644">60</cx:pt>
          <cx:pt idx="5645">65</cx:pt>
          <cx:pt idx="5646">98</cx:pt>
          <cx:pt idx="5647">45.600000000000001</cx:pt>
          <cx:pt idx="5648">63</cx:pt>
          <cx:pt idx="5649">280</cx:pt>
          <cx:pt idx="5650">46.899999999999999</cx:pt>
          <cx:pt idx="5651">75</cx:pt>
          <cx:pt idx="5652">43.82</cx:pt>
          <cx:pt idx="5653">105</cx:pt>
          <cx:pt idx="5654">85</cx:pt>
          <cx:pt idx="5655">44.799999999999997</cx:pt>
          <cx:pt idx="5656">145</cx:pt>
          <cx:pt idx="5657">72</cx:pt>
          <cx:pt idx="5658">53</cx:pt>
          <cx:pt idx="5659">62</cx:pt>
          <cx:pt idx="5660">65</cx:pt>
          <cx:pt idx="5661">325</cx:pt>
          <cx:pt idx="5662">100</cx:pt>
          <cx:pt idx="5663">32.630000000000003</cx:pt>
          <cx:pt idx="5664">75</cx:pt>
          <cx:pt idx="5665">152</cx:pt>
          <cx:pt idx="5666">175</cx:pt>
          <cx:pt idx="5667">43.32</cx:pt>
          <cx:pt idx="5668">125</cx:pt>
          <cx:pt idx="5669">31.48</cx:pt>
          <cx:pt idx="5670">39.950000000000003</cx:pt>
          <cx:pt idx="5671">57</cx:pt>
          <cx:pt idx="5672">60</cx:pt>
          <cx:pt idx="5673">48</cx:pt>
          <cx:pt idx="5674">32</cx:pt>
          <cx:pt idx="5675">68.099999999999994</cx:pt>
          <cx:pt idx="5676">75.480000000000004</cx:pt>
          <cx:pt idx="5677">125</cx:pt>
          <cx:pt idx="5678">60</cx:pt>
          <cx:pt idx="5679">116</cx:pt>
          <cx:pt idx="5680">78</cx:pt>
          <cx:pt idx="5681">40.219999999999999</cx:pt>
          <cx:pt idx="5682">45</cx:pt>
          <cx:pt idx="5683">55</cx:pt>
          <cx:pt idx="5684">90</cx:pt>
          <cx:pt idx="5685">99</cx:pt>
          <cx:pt idx="5686">42.5</cx:pt>
          <cx:pt idx="5687">38.189999999999998</cx:pt>
          <cx:pt idx="5688">100</cx:pt>
          <cx:pt idx="5689">149</cx:pt>
          <cx:pt idx="5690">57</cx:pt>
          <cx:pt idx="5691">45</cx:pt>
          <cx:pt idx="5692">60</cx:pt>
          <cx:pt idx="5693">68</cx:pt>
          <cx:pt idx="5694">17</cx:pt>
          <cx:pt idx="5695">55</cx:pt>
          <cx:pt idx="5696">76</cx:pt>
          <cx:pt idx="5697">54</cx:pt>
          <cx:pt idx="5698">25</cx:pt>
          <cx:pt idx="5699">104</cx:pt>
          <cx:pt idx="5700">55.439999999999998</cx:pt>
          <cx:pt idx="5701">73</cx:pt>
          <cx:pt idx="5702">43.130000000000003</cx:pt>
          <cx:pt idx="5703">45.200000000000003</cx:pt>
          <cx:pt idx="5704">71.5</cx:pt>
          <cx:pt idx="5705">38</cx:pt>
          <cx:pt idx="5706">90</cx:pt>
          <cx:pt idx="5707">59.520000000000003</cx:pt>
          <cx:pt idx="5708">50</cx:pt>
          <cx:pt idx="5709">120</cx:pt>
          <cx:pt idx="5710">110</cx:pt>
          <cx:pt idx="5711">53.329999999999998</cx:pt>
          <cx:pt idx="5712">46</cx:pt>
          <cx:pt idx="5713">49.5</cx:pt>
          <cx:pt idx="5714">100</cx:pt>
          <cx:pt idx="5715">82</cx:pt>
          <cx:pt idx="5716">76</cx:pt>
          <cx:pt idx="5717">56</cx:pt>
          <cx:pt idx="5718">50.189999999999998</cx:pt>
          <cx:pt idx="5719">53.899999999999999</cx:pt>
          <cx:pt idx="5720">150</cx:pt>
          <cx:pt idx="5721">150</cx:pt>
          <cx:pt idx="5722">125</cx:pt>
          <cx:pt idx="5723">98</cx:pt>
          <cx:pt idx="5724">105</cx:pt>
          <cx:pt idx="5725">42</cx:pt>
          <cx:pt idx="5726">65</cx:pt>
          <cx:pt idx="5727">43</cx:pt>
          <cx:pt idx="5728">95</cx:pt>
          <cx:pt idx="5729">72</cx:pt>
          <cx:pt idx="5730">68.620000000000005</cx:pt>
          <cx:pt idx="5731">75</cx:pt>
          <cx:pt idx="5732">38.149999999999999</cx:pt>
          <cx:pt idx="5733">74</cx:pt>
          <cx:pt idx="5734">28</cx:pt>
          <cx:pt idx="5735">27</cx:pt>
          <cx:pt idx="5736">41</cx:pt>
          <cx:pt idx="5737">65</cx:pt>
          <cx:pt idx="5738">110</cx:pt>
          <cx:pt idx="5739">118</cx:pt>
          <cx:pt idx="5740">77.269999999999996</cx:pt>
          <cx:pt idx="5741">110</cx:pt>
          <cx:pt idx="5742">54.990000000000002</cx:pt>
          <cx:pt idx="5743">82</cx:pt>
          <cx:pt idx="5744">51.479999999999997</cx:pt>
          <cx:pt idx="5745">54</cx:pt>
          <cx:pt idx="5746">21</cx:pt>
          <cx:pt idx="5747">36.539999999999999</cx:pt>
          <cx:pt idx="5748">77.5</cx:pt>
          <cx:pt idx="5749">100</cx:pt>
          <cx:pt idx="5750">70</cx:pt>
          <cx:pt idx="5751">43</cx:pt>
          <cx:pt idx="5752">61.280000000000001</cx:pt>
          <cx:pt idx="5753">95</cx:pt>
          <cx:pt idx="5754">85.609999999999999</cx:pt>
          <cx:pt idx="5755">98</cx:pt>
          <cx:pt idx="5756">16.449999999999999</cx:pt>
          <cx:pt idx="5757">57</cx:pt>
          <cx:pt idx="5758">67</cx:pt>
          <cx:pt idx="5759">32.920000000000002</cx:pt>
          <cx:pt idx="5760">50</cx:pt>
          <cx:pt idx="5761">160</cx:pt>
          <cx:pt idx="5762">39</cx:pt>
          <cx:pt idx="5763">25.289999999999999</cx:pt>
          <cx:pt idx="5764">95</cx:pt>
          <cx:pt idx="5765">80</cx:pt>
          <cx:pt idx="5766">27.5</cx:pt>
          <cx:pt idx="5767">82</cx:pt>
          <cx:pt idx="5768">105</cx:pt>
          <cx:pt idx="5769">66</cx:pt>
          <cx:pt idx="5770">55</cx:pt>
          <cx:pt idx="5771">70</cx:pt>
          <cx:pt idx="5772">129</cx:pt>
          <cx:pt idx="5773">55</cx:pt>
          <cx:pt idx="5774">51</cx:pt>
          <cx:pt idx="5775">40.600000000000001</cx:pt>
          <cx:pt idx="5776">62.5</cx:pt>
          <cx:pt idx="5777">50.189999999999998</cx:pt>
          <cx:pt idx="5778">55</cx:pt>
          <cx:pt idx="5779">99</cx:pt>
          <cx:pt idx="5780">55</cx:pt>
          <cx:pt idx="5781">75</cx:pt>
          <cx:pt idx="5782">165</cx:pt>
          <cx:pt idx="5783">43</cx:pt>
          <cx:pt idx="5784">55</cx:pt>
          <cx:pt idx="5785">150</cx:pt>
          <cx:pt idx="5786">117</cx:pt>
          <cx:pt idx="5787">58</cx:pt>
          <cx:pt idx="5788">43.609999999999999</cx:pt>
          <cx:pt idx="5789">175</cx:pt>
          <cx:pt idx="5790">47</cx:pt>
          <cx:pt idx="5791">125</cx:pt>
          <cx:pt idx="5792">178</cx:pt>
          <cx:pt idx="5793">60</cx:pt>
          <cx:pt idx="5794">15</cx:pt>
          <cx:pt idx="5795">95</cx:pt>
          <cx:pt idx="5796">104</cx:pt>
          <cx:pt idx="5797">136</cx:pt>
          <cx:pt idx="5798">79</cx:pt>
          <cx:pt idx="5799">59</cx:pt>
          <cx:pt idx="5800">80</cx:pt>
          <cx:pt idx="5801">40</cx:pt>
          <cx:pt idx="5802">88</cx:pt>
          <cx:pt idx="5803">69</cx:pt>
          <cx:pt idx="5804">49</cx:pt>
          <cx:pt idx="5805">62</cx:pt>
          <cx:pt idx="5806">61</cx:pt>
          <cx:pt idx="5807">35</cx:pt>
          <cx:pt idx="5808">75</cx:pt>
          <cx:pt idx="5809">12.5</cx:pt>
          <cx:pt idx="5810">95</cx:pt>
          <cx:pt idx="5811">47.25</cx:pt>
          <cx:pt idx="5812">60</cx:pt>
          <cx:pt idx="5813">68</cx:pt>
          <cx:pt idx="5814">70</cx:pt>
          <cx:pt idx="5815">39</cx:pt>
          <cx:pt idx="5816">61.259999999999998</cx:pt>
          <cx:pt idx="5817">99.129999999999995</cx:pt>
          <cx:pt idx="5818">60</cx:pt>
          <cx:pt idx="5819">88</cx:pt>
          <cx:pt idx="5820">34.770000000000003</cx:pt>
          <cx:pt idx="5821">63</cx:pt>
          <cx:pt idx="5822">65</cx:pt>
          <cx:pt idx="5823">65</cx:pt>
          <cx:pt idx="5824">55</cx:pt>
          <cx:pt idx="5825">39.899999999999999</cx:pt>
          <cx:pt idx="5826">111</cx:pt>
          <cx:pt idx="5827">67</cx:pt>
          <cx:pt idx="5828">46</cx:pt>
          <cx:pt idx="5829">25</cx:pt>
          <cx:pt idx="5830">70</cx:pt>
          <cx:pt idx="5831">50.869999999999997</cx:pt>
          <cx:pt idx="5832">65</cx:pt>
          <cx:pt idx="5833">54</cx:pt>
          <cx:pt idx="5834">52</cx:pt>
          <cx:pt idx="5835">31</cx:pt>
          <cx:pt idx="5836">34</cx:pt>
          <cx:pt idx="5837">110</cx:pt>
          <cx:pt idx="5838">65</cx:pt>
          <cx:pt idx="5839">80</cx:pt>
          <cx:pt idx="5840">49</cx:pt>
          <cx:pt idx="5841">88</cx:pt>
          <cx:pt idx="5842">68</cx:pt>
          <cx:pt idx="5843">31.370000000000001</cx:pt>
          <cx:pt idx="5844">42.590000000000003</cx:pt>
          <cx:pt idx="5845">65</cx:pt>
          <cx:pt idx="5846">45</cx:pt>
          <cx:pt idx="5847">110</cx:pt>
          <cx:pt idx="5848">25.649999999999999</cx:pt>
          <cx:pt idx="5849">80</cx:pt>
          <cx:pt idx="5850">46.759999999999998</cx:pt>
          <cx:pt idx="5851">133</cx:pt>
          <cx:pt idx="5852">220</cx:pt>
          <cx:pt idx="5853">85</cx:pt>
          <cx:pt idx="5854">32</cx:pt>
          <cx:pt idx="5855">110</cx:pt>
          <cx:pt idx="5856">54</cx:pt>
          <cx:pt idx="5857">41</cx:pt>
          <cx:pt idx="5858">125</cx:pt>
          <cx:pt idx="5859">220</cx:pt>
          <cx:pt idx="5860">40.600000000000001</cx:pt>
          <cx:pt idx="5861">64.400000000000006</cx:pt>
          <cx:pt idx="5862">56.579999999999998</cx:pt>
          <cx:pt idx="5863">80</cx:pt>
          <cx:pt idx="5864">50</cx:pt>
          <cx:pt idx="5865">42</cx:pt>
          <cx:pt idx="5866">57.229999999999997</cx:pt>
          <cx:pt idx="5867">72</cx:pt>
          <cx:pt idx="5868">75</cx:pt>
          <cx:pt idx="5869">75</cx:pt>
          <cx:pt idx="5870">40</cx:pt>
          <cx:pt idx="5871">200</cx:pt>
          <cx:pt idx="5872">82</cx:pt>
          <cx:pt idx="5873">59</cx:pt>
          <cx:pt idx="5874">65.799999999999997</cx:pt>
          <cx:pt idx="5875">72</cx:pt>
          <cx:pt idx="5876">45</cx:pt>
          <cx:pt idx="5877">156</cx:pt>
          <cx:pt idx="5878">70</cx:pt>
          <cx:pt idx="5879">60</cx:pt>
          <cx:pt idx="5880">78.200000000000003</cx:pt>
          <cx:pt idx="5881">39</cx:pt>
          <cx:pt idx="5882">120</cx:pt>
          <cx:pt idx="5883">65</cx:pt>
          <cx:pt idx="5884">67</cx:pt>
          <cx:pt idx="5885">90</cx:pt>
          <cx:pt idx="5886">62</cx:pt>
          <cx:pt idx="5887">52</cx:pt>
          <cx:pt idx="5888">53.5</cx:pt>
          <cx:pt idx="5889">130</cx:pt>
          <cx:pt idx="5890">88</cx:pt>
          <cx:pt idx="5891">36</cx:pt>
          <cx:pt idx="5892">50</cx:pt>
          <cx:pt idx="5893">85</cx:pt>
          <cx:pt idx="5894">23.5</cx:pt>
          <cx:pt idx="5895">42.590000000000003</cx:pt>
          <cx:pt idx="5896">65</cx:pt>
          <cx:pt idx="5897">16</cx:pt>
          <cx:pt idx="5898">52</cx:pt>
          <cx:pt idx="5899">56</cx:pt>
          <cx:pt idx="5900">75</cx:pt>
          <cx:pt idx="5901">71</cx:pt>
          <cx:pt idx="5902">75</cx:pt>
          <cx:pt idx="5903">75</cx:pt>
          <cx:pt idx="5904">102</cx:pt>
          <cx:pt idx="5905">49.799999999999997</cx:pt>
          <cx:pt idx="5906">175</cx:pt>
          <cx:pt idx="5907">37</cx:pt>
          <cx:pt idx="5908">45</cx:pt>
          <cx:pt idx="5909">38</cx:pt>
          <cx:pt idx="5910">100</cx:pt>
          <cx:pt idx="5911">145</cx:pt>
          <cx:pt idx="5912">107</cx:pt>
          <cx:pt idx="5913">43.600000000000001</cx:pt>
          <cx:pt idx="5914">48</cx:pt>
          <cx:pt idx="5915">49</cx:pt>
          <cx:pt idx="5916">65</cx:pt>
          <cx:pt idx="5917">66</cx:pt>
          <cx:pt idx="5918">240</cx:pt>
          <cx:pt idx="5919">165</cx:pt>
          <cx:pt idx="5920">125</cx:pt>
          <cx:pt idx="5921">60</cx:pt>
          <cx:pt idx="5922">37.829999999999998</cx:pt>
          <cx:pt idx="5923">60</cx:pt>
          <cx:pt idx="5924">66.5</cx:pt>
          <cx:pt idx="5925">52.5</cx:pt>
          <cx:pt idx="5926">80.260000000000005</cx:pt>
          <cx:pt idx="5927">92</cx:pt>
          <cx:pt idx="5928">67.400000000000006</cx:pt>
          <cx:pt idx="5929">250</cx:pt>
          <cx:pt idx="5930">195</cx:pt>
          <cx:pt idx="5931">70.650000000000006</cx:pt>
          <cx:pt idx="5932">38</cx:pt>
          <cx:pt idx="5933">79</cx:pt>
          <cx:pt idx="5934">50</cx:pt>
          <cx:pt idx="5935">140</cx:pt>
          <cx:pt idx="5936">47</cx:pt>
          <cx:pt idx="5937">51.5</cx:pt>
          <cx:pt idx="5938">92</cx:pt>
          <cx:pt idx="5939">67</cx:pt>
          <cx:pt idx="5940">140</cx:pt>
          <cx:pt idx="5941">53</cx:pt>
          <cx:pt idx="5942">190</cx:pt>
          <cx:pt idx="5943">75</cx:pt>
          <cx:pt idx="5944">60</cx:pt>
          <cx:pt idx="5945">93</cx:pt>
          <cx:pt idx="5946">75</cx:pt>
          <cx:pt idx="5947">120</cx:pt>
          <cx:pt idx="5948">34.5</cx:pt>
          <cx:pt idx="5949">51.979999999999997</cx:pt>
          <cx:pt idx="5950">70.390000000000001</cx:pt>
          <cx:pt idx="5951">35</cx:pt>
          <cx:pt idx="5952">65</cx:pt>
          <cx:pt idx="5953">56</cx:pt>
          <cx:pt idx="5954">122</cx:pt>
          <cx:pt idx="5955">84</cx:pt>
          <cx:pt idx="5956">16</cx:pt>
          <cx:pt idx="5957">60</cx:pt>
          <cx:pt idx="5958">54</cx:pt>
          <cx:pt idx="5959">45</cx:pt>
          <cx:pt idx="5960">54</cx:pt>
          <cx:pt idx="5961">41.159999999999997</cx:pt>
          <cx:pt idx="5962">50</cx:pt>
          <cx:pt idx="5963">33</cx:pt>
          <cx:pt idx="5964">45</cx:pt>
          <cx:pt idx="5965">42.5</cx:pt>
          <cx:pt idx="5966">37</cx:pt>
          <cx:pt idx="5967">55.5</cx:pt>
          <cx:pt idx="5968">70.209999999999994</cx:pt>
          <cx:pt idx="5969">69</cx:pt>
          <cx:pt idx="5970">95</cx:pt>
          <cx:pt idx="5971">58</cx:pt>
          <cx:pt idx="5972">57.899999999999999</cx:pt>
          <cx:pt idx="5973">57</cx:pt>
          <cx:pt idx="5974">31.949999999999999</cx:pt>
          <cx:pt idx="5975">55</cx:pt>
          <cx:pt idx="5976">51</cx:pt>
          <cx:pt idx="5977">55</cx:pt>
          <cx:pt idx="5978">32</cx:pt>
          <cx:pt idx="5979">16.449999999999999</cx:pt>
          <cx:pt idx="5980">36</cx:pt>
          <cx:pt idx="5981">43.200000000000003</cx:pt>
          <cx:pt idx="5982">65</cx:pt>
          <cx:pt idx="5983">42</cx:pt>
          <cx:pt idx="5984">75</cx:pt>
          <cx:pt idx="5985">50</cx:pt>
          <cx:pt idx="5986">80</cx:pt>
          <cx:pt idx="5987">41.100000000000001</cx:pt>
          <cx:pt idx="5988">90</cx:pt>
          <cx:pt idx="5989">65.5</cx:pt>
          <cx:pt idx="5990">63.5</cx:pt>
          <cx:pt idx="5991">88</cx:pt>
          <cx:pt idx="5992">102</cx:pt>
          <cx:pt idx="5993">45</cx:pt>
          <cx:pt idx="5994">240</cx:pt>
          <cx:pt idx="5995">49</cx:pt>
          <cx:pt idx="5996">29.949999999999999</cx:pt>
          <cx:pt idx="5997">85</cx:pt>
          <cx:pt idx="5998">47</cx:pt>
          <cx:pt idx="5999">66</cx:pt>
          <cx:pt idx="6000">120</cx:pt>
          <cx:pt idx="6001">115</cx:pt>
          <cx:pt idx="6002">46.100000000000001</cx:pt>
          <cx:pt idx="6003">50.125</cx:pt>
          <cx:pt idx="6004">129</cx:pt>
          <cx:pt idx="6005">135</cx:pt>
          <cx:pt idx="6006">38</cx:pt>
          <cx:pt idx="6007">125</cx:pt>
          <cx:pt idx="6008">47</cx:pt>
          <cx:pt idx="6009">45</cx:pt>
          <cx:pt idx="6010">60</cx:pt>
          <cx:pt idx="6011">65</cx:pt>
          <cx:pt idx="6012">88</cx:pt>
          <cx:pt idx="6013">30</cx:pt>
          <cx:pt idx="6014">83.870000000000005</cx:pt>
          <cx:pt idx="6015">45</cx:pt>
          <cx:pt idx="6016">68</cx:pt>
          <cx:pt idx="6017">135</cx:pt>
          <cx:pt idx="6018">90</cx:pt>
          <cx:pt idx="6019">43.159999999999997</cx:pt>
          <cx:pt idx="6020">47.590000000000003</cx:pt>
          <cx:pt idx="6021">60</cx:pt>
          <cx:pt idx="6022">29.969999999999999</cx:pt>
          <cx:pt idx="6023">50</cx:pt>
          <cx:pt idx="6024">78</cx:pt>
          <cx:pt idx="6025">50</cx:pt>
          <cx:pt idx="6026">52</cx:pt>
          <cx:pt idx="6027">72</cx:pt>
          <cx:pt idx="6028">180</cx:pt>
          <cx:pt idx="6029">48.600000000000001</cx:pt>
          <cx:pt idx="6030">47</cx:pt>
          <cx:pt idx="6031">115</cx:pt>
          <cx:pt idx="6032">61</cx:pt>
          <cx:pt idx="6033">65</cx:pt>
          <cx:pt idx="6034">160</cx:pt>
          <cx:pt idx="6035">130</cx:pt>
          <cx:pt idx="6036">70</cx:pt>
          <cx:pt idx="6037">45</cx:pt>
          <cx:pt idx="6038">85</cx:pt>
          <cx:pt idx="6039">62</cx:pt>
          <cx:pt idx="6040">60</cx:pt>
          <cx:pt idx="6041">74</cx:pt>
          <cx:pt idx="6042">52</cx:pt>
          <cx:pt idx="6043">70</cx:pt>
          <cx:pt idx="6044">50</cx:pt>
          <cx:pt idx="6045">38</cx:pt>
          <cx:pt idx="6046">105</cx:pt>
          <cx:pt idx="6047">165</cx:pt>
          <cx:pt idx="6048">130</cx:pt>
          <cx:pt idx="6049">76</cx:pt>
          <cx:pt idx="6050">45</cx:pt>
          <cx:pt idx="6051">90</cx:pt>
          <cx:pt idx="6052">52.850000000000001</cx:pt>
          <cx:pt idx="6053">105</cx:pt>
          <cx:pt idx="6054">52</cx:pt>
          <cx:pt idx="6055">58</cx:pt>
          <cx:pt idx="6056">60</cx:pt>
          <cx:pt idx="6057">48.789999999999999</cx:pt>
          <cx:pt idx="6058">44.399999999999999</cx:pt>
          <cx:pt idx="6059">135</cx:pt>
          <cx:pt idx="6060">105</cx:pt>
          <cx:pt idx="6061">55</cx:pt>
          <cx:pt idx="6062">42</cx:pt>
          <cx:pt idx="6063">63</cx:pt>
          <cx:pt idx="6064">53.990000000000002</cx:pt>
          <cx:pt idx="6065">35</cx:pt>
          <cx:pt idx="6066">120</cx:pt>
          <cx:pt idx="6067">60</cx:pt>
          <cx:pt idx="6068">46</cx:pt>
          <cx:pt idx="6069">175</cx:pt>
          <cx:pt idx="6070">65.939999999999998</cx:pt>
          <cx:pt idx="6071">68</cx:pt>
          <cx:pt idx="6072">40</cx:pt>
          <cx:pt idx="6073">52</cx:pt>
          <cx:pt idx="6074">180</cx:pt>
          <cx:pt idx="6075">68.75</cx:pt>
          <cx:pt idx="6076">37.619999999999997</cx:pt>
          <cx:pt idx="6077">85</cx:pt>
          <cx:pt idx="6078">90</cx:pt>
          <cx:pt idx="6079">55</cx:pt>
          <cx:pt idx="6080">60</cx:pt>
          <cx:pt idx="6081">175</cx:pt>
          <cx:pt idx="6082">55</cx:pt>
          <cx:pt idx="6083">140</cx:pt>
          <cx:pt idx="6084">69</cx:pt>
          <cx:pt idx="6085">65</cx:pt>
          <cx:pt idx="6086">49.299999999999997</cx:pt>
          <cx:pt idx="6087">65</cx:pt>
          <cx:pt idx="6088">45</cx:pt>
          <cx:pt idx="6089">47</cx:pt>
          <cx:pt idx="6090">87</cx:pt>
          <cx:pt idx="6091">67.299999999999997</cx:pt>
          <cx:pt idx="6092">55</cx:pt>
          <cx:pt idx="6093">73.900000000000006</cx:pt>
          <cx:pt idx="6094">46</cx:pt>
          <cx:pt idx="6095">79.900000000000006</cx:pt>
          <cx:pt idx="6096">90</cx:pt>
          <cx:pt idx="6097">70</cx:pt>
          <cx:pt idx="6098">22</cx:pt>
          <cx:pt idx="6099">51.890000000000001</cx:pt>
          <cx:pt idx="6100">95</cx:pt>
          <cx:pt idx="6101">50</cx:pt>
          <cx:pt idx="6102">46</cx:pt>
          <cx:pt idx="6103">32</cx:pt>
          <cx:pt idx="6104">83</cx:pt>
          <cx:pt idx="6105">88.200000000000003</cx:pt>
          <cx:pt idx="6106">70</cx:pt>
          <cx:pt idx="6107">55</cx:pt>
          <cx:pt idx="6108">58</cx:pt>
          <cx:pt idx="6109">210</cx:pt>
          <cx:pt idx="6110">50</cx:pt>
          <cx:pt idx="6111">130</cx:pt>
          <cx:pt idx="6112">66</cx:pt>
          <cx:pt idx="6113">166</cx:pt>
          <cx:pt idx="6114">58</cx:pt>
          <cx:pt idx="6115">74.230000000000004</cx:pt>
          <cx:pt idx="6116">115</cx:pt>
          <cx:pt idx="6117">70</cx:pt>
          <cx:pt idx="6118">35.530000000000001</cx:pt>
          <cx:pt idx="6119">31.77</cx:pt>
          <cx:pt idx="6120">37</cx:pt>
          <cx:pt idx="6121">150</cx:pt>
          <cx:pt idx="6122">32.490000000000002</cx:pt>
          <cx:pt idx="6123">55</cx:pt>
          <cx:pt idx="6124">89</cx:pt>
          <cx:pt idx="6125">75</cx:pt>
          <cx:pt idx="6126">125</cx:pt>
          <cx:pt idx="6127">103</cx:pt>
          <cx:pt idx="6128">58</cx:pt>
          <cx:pt idx="6129">68</cx:pt>
          <cx:pt idx="6130">48</cx:pt>
          <cx:pt idx="6131">72</cx:pt>
          <cx:pt idx="6132">57</cx:pt>
          <cx:pt idx="6133">160</cx:pt>
          <cx:pt idx="6134">74.180000000000007</cx:pt>
          <cx:pt idx="6135">55</cx:pt>
          <cx:pt idx="6136">184</cx:pt>
          <cx:pt idx="6137">74</cx:pt>
          <cx:pt idx="6138">42.810000000000002</cx:pt>
          <cx:pt idx="6139">61</cx:pt>
          <cx:pt idx="6140">37.829999999999998</cx:pt>
          <cx:pt idx="6141">55</cx:pt>
          <cx:pt idx="6142">100</cx:pt>
          <cx:pt idx="6143">120</cx:pt>
          <cx:pt idx="6144">75.969999999999999</cx:pt>
          <cx:pt idx="6145">60</cx:pt>
          <cx:pt idx="6146">34</cx:pt>
          <cx:pt idx="6147">46.390000000000001</cx:pt>
          <cx:pt idx="6148">89</cx:pt>
          <cx:pt idx="6149">80</cx:pt>
          <cx:pt idx="6150">65</cx:pt>
          <cx:pt idx="6151">67</cx:pt>
          <cx:pt idx="6152">70</cx:pt>
          <cx:pt idx="6153">48</cx:pt>
          <cx:pt idx="6154">98.180000000000007</cx:pt>
          <cx:pt idx="6155">68</cx:pt>
          <cx:pt idx="6156">90</cx:pt>
          <cx:pt idx="6157">48</cx:pt>
          <cx:pt idx="6158">68.590000000000003</cx:pt>
          <cx:pt idx="6159">39.689999999999998</cx:pt>
          <cx:pt idx="6160">41.299999999999997</cx:pt>
          <cx:pt idx="6161">100</cx:pt>
          <cx:pt idx="6162">75</cx:pt>
          <cx:pt idx="6163">56</cx:pt>
          <cx:pt idx="6164">10</cx:pt>
          <cx:pt idx="6165">60</cx:pt>
          <cx:pt idx="6166">160</cx:pt>
          <cx:pt idx="6167">30.350000000000001</cx:pt>
          <cx:pt idx="6168">109</cx:pt>
          <cx:pt idx="6169">71.420000000000002</cx:pt>
          <cx:pt idx="6170">58</cx:pt>
          <cx:pt idx="6171">128</cx:pt>
          <cx:pt idx="6172">50</cx:pt>
          <cx:pt idx="6173">125</cx:pt>
          <cx:pt idx="6174">150</cx:pt>
          <cx:pt idx="6175">118</cx:pt>
          <cx:pt idx="6176">98</cx:pt>
          <cx:pt idx="6177">155</cx:pt>
          <cx:pt idx="6178">154</cx:pt>
          <cx:pt idx="6179">72</cx:pt>
          <cx:pt idx="6180">55.329999999999998</cx:pt>
          <cx:pt idx="6181">47.240000000000002</cx:pt>
          <cx:pt idx="6182">140</cx:pt>
          <cx:pt idx="6183">79</cx:pt>
          <cx:pt idx="6184">35</cx:pt>
          <cx:pt idx="6185">59</cx:pt>
          <cx:pt idx="6186">150</cx:pt>
          <cx:pt idx="6187">90</cx:pt>
          <cx:pt idx="6188">140</cx:pt>
          <cx:pt idx="6189">45.5</cx:pt>
          <cx:pt idx="6190">80</cx:pt>
          <cx:pt idx="6191">56</cx:pt>
          <cx:pt idx="6192">52</cx:pt>
          <cx:pt idx="6193">164</cx:pt>
          <cx:pt idx="6194">120</cx:pt>
          <cx:pt idx="6195">120</cx:pt>
          <cx:pt idx="6196">108</cx:pt>
          <cx:pt idx="6197">120</cx:pt>
          <cx:pt idx="6198">75</cx:pt>
          <cx:pt idx="6199">168</cx:pt>
          <cx:pt idx="6200">55</cx:pt>
          <cx:pt idx="6201">19.899999999999999</cx:pt>
          <cx:pt idx="6202">65</cx:pt>
          <cx:pt idx="6203">44.5</cx:pt>
          <cx:pt idx="6204">29</cx:pt>
          <cx:pt idx="6205">75</cx:pt>
          <cx:pt idx="6206">83</cx:pt>
          <cx:pt idx="6207">60</cx:pt>
          <cx:pt idx="6208">36</cx:pt>
          <cx:pt idx="6209">220</cx:pt>
          <cx:pt idx="6210">63</cx:pt>
          <cx:pt idx="6211">47.25</cx:pt>
          <cx:pt idx="6212">52</cx:pt>
          <cx:pt idx="6213">85</cx:pt>
          <cx:pt idx="6214">26.25</cx:pt>
          <cx:pt idx="6215">61</cx:pt>
          <cx:pt idx="6216">67</cx:pt>
          <cx:pt idx="6217">201</cx:pt>
          <cx:pt idx="6218">70</cx:pt>
          <cx:pt idx="6219">51.200000000000003</cx:pt>
          <cx:pt idx="6220">33.079999999999998</cx:pt>
          <cx:pt idx="6221">25.84</cx:pt>
          <cx:pt idx="6222">150</cx:pt>
          <cx:pt idx="6223">125</cx:pt>
          <cx:pt idx="6224">34</cx:pt>
          <cx:pt idx="6225">62</cx:pt>
          <cx:pt idx="6226">160</cx:pt>
          <cx:pt idx="6227">80</cx:pt>
          <cx:pt idx="6228">67</cx:pt>
          <cx:pt idx="6229">50</cx:pt>
          <cx:pt idx="6230">150</cx:pt>
          <cx:pt idx="6231">50</cx:pt>
          <cx:pt idx="6232">45</cx:pt>
          <cx:pt idx="6233">62</cx:pt>
          <cx:pt idx="6234">57.899999999999999</cx:pt>
          <cx:pt idx="6235">54</cx:pt>
          <cx:pt idx="6236">75</cx:pt>
          <cx:pt idx="6237">50</cx:pt>
          <cx:pt idx="6238">33.700000000000003</cx:pt>
          <cx:pt idx="6239">49.75</cx:pt>
          <cx:pt idx="6240">115</cx:pt>
          <cx:pt idx="6241">77</cx:pt>
          <cx:pt idx="6242">55</cx:pt>
          <cx:pt idx="6243">150</cx:pt>
          <cx:pt idx="6244">50</cx:pt>
          <cx:pt idx="6245">80</cx:pt>
          <cx:pt idx="6246">90</cx:pt>
          <cx:pt idx="6247">74.310000000000002</cx:pt>
          <cx:pt idx="6248">58</cx:pt>
          <cx:pt idx="6249">32</cx:pt>
          <cx:pt idx="6250">58</cx:pt>
          <cx:pt idx="6251">70</cx:pt>
          <cx:pt idx="6252">53.509999999999998</cx:pt>
          <cx:pt idx="6253">200</cx:pt>
          <cx:pt idx="6254">69</cx:pt>
          <cx:pt idx="6255">130</cx:pt>
          <cx:pt idx="6256">250</cx:pt>
          <cx:pt idx="6257">32</cx:pt>
          <cx:pt idx="6258">48.719999999999999</cx:pt>
          <cx:pt idx="6259">111</cx:pt>
          <cx:pt idx="6260">200</cx:pt>
          <cx:pt idx="6261">49</cx:pt>
          <cx:pt idx="6262">85</cx:pt>
          <cx:pt idx="6263">65</cx:pt>
          <cx:pt idx="6264">125</cx:pt>
          <cx:pt idx="6265">125</cx:pt>
          <cx:pt idx="6266">83</cx:pt>
          <cx:pt idx="6267">138</cx:pt>
          <cx:pt idx="6268">28</cx:pt>
          <cx:pt idx="6269">120</cx:pt>
          <cx:pt idx="6270">70</cx:pt>
          <cx:pt idx="6271">90</cx:pt>
          <cx:pt idx="6272">60.75</cx:pt>
          <cx:pt idx="6273">90</cx:pt>
          <cx:pt idx="6274">50</cx:pt>
          <cx:pt idx="6275">80</cx:pt>
          <cx:pt idx="6276">24.879999999999999</cx:pt>
          <cx:pt idx="6277">90</cx:pt>
          <cx:pt idx="6278">55</cx:pt>
          <cx:pt idx="6279">33</cx:pt>
          <cx:pt idx="6280">72</cx:pt>
          <cx:pt idx="6281">113</cx:pt>
          <cx:pt idx="6282">52</cx:pt>
          <cx:pt idx="6283">50</cx:pt>
          <cx:pt idx="6284">105</cx:pt>
          <cx:pt idx="6285">100</cx:pt>
          <cx:pt idx="6286">54</cx:pt>
          <cx:pt idx="6287">55</cx:pt>
          <cx:pt idx="6288">39.899999999999999</cx:pt>
          <cx:pt idx="6289">45</cx:pt>
          <cx:pt idx="6290">115</cx:pt>
          <cx:pt idx="6291">78</cx:pt>
          <cx:pt idx="6292">33.280000000000001</cx:pt>
          <cx:pt idx="6293">82</cx:pt>
          <cx:pt idx="6294">58.170000000000002</cx:pt>
          <cx:pt idx="6295">94.549999999999997</cx:pt>
          <cx:pt idx="6296">69</cx:pt>
          <cx:pt idx="6297">95</cx:pt>
          <cx:pt idx="6298">45</cx:pt>
          <cx:pt idx="6299">75</cx:pt>
          <cx:pt idx="6300">32</cx:pt>
          <cx:pt idx="6301">41.590000000000003</cx:pt>
          <cx:pt idx="6302">36.939999999999998</cx:pt>
          <cx:pt idx="6303">59</cx:pt>
          <cx:pt idx="6304">98</cx:pt>
          <cx:pt idx="6305">43</cx:pt>
          <cx:pt idx="6306">125</cx:pt>
          <cx:pt idx="6307">75</cx:pt>
          <cx:pt idx="6308">110</cx:pt>
          <cx:pt idx="6309">57.840000000000003</cx:pt>
          <cx:pt idx="6310">51.149999999999999</cx:pt>
          <cx:pt idx="6311">100</cx:pt>
          <cx:pt idx="6312">121</cx:pt>
          <cx:pt idx="6313">25</cx:pt>
          <cx:pt idx="6314">60</cx:pt>
          <cx:pt idx="6315">100</cx:pt>
          <cx:pt idx="6316">35.284999999999997</cx:pt>
          <cx:pt idx="6317">36.799999999999997</cx:pt>
          <cx:pt idx="6318">85</cx:pt>
          <cx:pt idx="6319">42</cx:pt>
          <cx:pt idx="6320">40.079999999999998</cx:pt>
          <cx:pt idx="6321">36.210000000000001</cx:pt>
          <cx:pt idx="6322">35.219999999999999</cx:pt>
          <cx:pt idx="6323">40.079999999999998</cx:pt>
          <cx:pt idx="6324">89.040000000000006</cx:pt>
          <cx:pt idx="6325">69.599999999999994</cx:pt>
          <cx:pt idx="6326">44</cx:pt>
          <cx:pt idx="6327">65</cx:pt>
          <cx:pt idx="6328">53.869999999999997</cx:pt>
          <cx:pt idx="6329">84</cx:pt>
          <cx:pt idx="6330">30</cx:pt>
          <cx:pt idx="6331">123</cx:pt>
          <cx:pt idx="6332">70</cx:pt>
          <cx:pt idx="6333">90</cx:pt>
          <cx:pt idx="6334">48.950000000000003</cx:pt>
          <cx:pt idx="6335">56</cx:pt>
          <cx:pt idx="6336">82.890000000000001</cx:pt>
          <cx:pt idx="6337">125</cx:pt>
          <cx:pt idx="6338">67</cx:pt>
          <cx:pt idx="6339">36.25</cx:pt>
          <cx:pt idx="6340">80</cx:pt>
          <cx:pt idx="6341">41</cx:pt>
          <cx:pt idx="6342">92</cx:pt>
          <cx:pt idx="6343">73</cx:pt>
          <cx:pt idx="6344">251</cx:pt>
          <cx:pt idx="6345">67</cx:pt>
          <cx:pt idx="6346">90</cx:pt>
          <cx:pt idx="6347">95</cx:pt>
          <cx:pt idx="6348">142</cx:pt>
          <cx:pt idx="6349">90</cx:pt>
          <cx:pt idx="6350">150</cx:pt>
          <cx:pt idx="6351">26</cx:pt>
          <cx:pt idx="6352">66</cx:pt>
          <cx:pt idx="6353">47</cx:pt>
          <cx:pt idx="6354">59.5</cx:pt>
          <cx:pt idx="6355">55</cx:pt>
          <cx:pt idx="6356">43</cx:pt>
          <cx:pt idx="6357">240</cx:pt>
          <cx:pt idx="6358">85</cx:pt>
          <cx:pt idx="6359">61</cx:pt>
          <cx:pt idx="6360">34.490000000000002</cx:pt>
          <cx:pt idx="6361">55</cx:pt>
          <cx:pt idx="6362">85</cx:pt>
          <cx:pt idx="6363">126</cx:pt>
          <cx:pt idx="6364">110</cx:pt>
          <cx:pt idx="6365">100</cx:pt>
          <cx:pt idx="6366">150</cx:pt>
          <cx:pt idx="6367">35</cx:pt>
          <cx:pt idx="6368">38.534999999999997</cx:pt>
          <cx:pt idx="6369">70</cx:pt>
          <cx:pt idx="6370">120</cx:pt>
          <cx:pt idx="6371">54</cx:pt>
          <cx:pt idx="6372">55</cx:pt>
          <cx:pt idx="6373">32.920000000000002</cx:pt>
          <cx:pt idx="6374">45</cx:pt>
          <cx:pt idx="6375">203</cx:pt>
          <cx:pt idx="6376">35.5</cx:pt>
          <cx:pt idx="6377">32</cx:pt>
          <cx:pt idx="6378">110</cx:pt>
          <cx:pt idx="6379">47</cx:pt>
          <cx:pt idx="6380">50</cx:pt>
          <cx:pt idx="6381">95</cx:pt>
          <cx:pt idx="6382">52</cx:pt>
          <cx:pt idx="6383">44</cx:pt>
          <cx:pt idx="6384">76</cx:pt>
          <cx:pt idx="6385">88</cx:pt>
          <cx:pt idx="6386">79.150000000000006</cx:pt>
          <cx:pt idx="6387">48.270000000000003</cx:pt>
          <cx:pt idx="6388">53.5</cx:pt>
          <cx:pt idx="6389">35</cx:pt>
          <cx:pt idx="6390">125</cx:pt>
          <cx:pt idx="6391">55</cx:pt>
          <cx:pt idx="6392">37.280000000000001</cx:pt>
          <cx:pt idx="6393">145</cx:pt>
          <cx:pt idx="6394">36.5</cx:pt>
          <cx:pt idx="6395">35</cx:pt>
          <cx:pt idx="6396">54.299999999999997</cx:pt>
          <cx:pt idx="6397">74</cx:pt>
          <cx:pt idx="6398">52</cx:pt>
          <cx:pt idx="6399">65</cx:pt>
          <cx:pt idx="6400">46</cx:pt>
          <cx:pt idx="6401">122</cx:pt>
          <cx:pt idx="6402">69</cx:pt>
          <cx:pt idx="6403">98</cx:pt>
          <cx:pt idx="6404">81.5</cx:pt>
          <cx:pt idx="6405">54.920000000000002</cx:pt>
          <cx:pt idx="6406">115</cx:pt>
          <cx:pt idx="6407">68</cx:pt>
          <cx:pt idx="6408">80</cx:pt>
          <cx:pt idx="6409">60.979999999999997</cx:pt>
          <cx:pt idx="6410">37</cx:pt>
          <cx:pt idx="6411">118</cx:pt>
          <cx:pt idx="6412">56.799999999999997</cx:pt>
          <cx:pt idx="6413">40</cx:pt>
          <cx:pt idx="6414">35</cx:pt>
          <cx:pt idx="6415">100</cx:pt>
          <cx:pt idx="6416">60.420000000000002</cx:pt>
          <cx:pt idx="6417">55</cx:pt>
          <cx:pt idx="6418">152</cx:pt>
          <cx:pt idx="6419">58.579999999999998</cx:pt>
          <cx:pt idx="6420">98.909999999999997</cx:pt>
          <cx:pt idx="6421">89</cx:pt>
          <cx:pt idx="6422">88</cx:pt>
          <cx:pt idx="6423">310</cx:pt>
          <cx:pt idx="6424">62</cx:pt>
          <cx:pt idx="6425">65</cx:pt>
          <cx:pt idx="6426">73</cx:pt>
          <cx:pt idx="6427">60</cx:pt>
          <cx:pt idx="6428">95</cx:pt>
          <cx:pt idx="6429">45.5</cx:pt>
          <cx:pt idx="6430">45</cx:pt>
          <cx:pt idx="6431">180</cx:pt>
          <cx:pt idx="6432">95</cx:pt>
          <cx:pt idx="6433">131</cx:pt>
          <cx:pt idx="6434">190</cx:pt>
          <cx:pt idx="6435">15</cx:pt>
          <cx:pt idx="6436">40</cx:pt>
          <cx:pt idx="6437">111</cx:pt>
          <cx:pt idx="6438">80</cx:pt>
          <cx:pt idx="6439">63</cx:pt>
          <cx:pt idx="6440">100</cx:pt>
          <cx:pt idx="6441">39.5</cx:pt>
          <cx:pt idx="6442">78.5</cx:pt>
          <cx:pt idx="6443">100</cx:pt>
          <cx:pt idx="6444">170</cx:pt>
          <cx:pt idx="6445">82</cx:pt>
          <cx:pt idx="6446">60</cx:pt>
          <cx:pt idx="6447">57.600000000000001</cx:pt>
          <cx:pt idx="6448">19.829999999999998</cx:pt>
          <cx:pt idx="6449">71.379999999999995</cx:pt>
          <cx:pt idx="6450">62</cx:pt>
          <cx:pt idx="6451">70</cx:pt>
          <cx:pt idx="6452">18</cx:pt>
          <cx:pt idx="6453">57</cx:pt>
          <cx:pt idx="6454">104</cx:pt>
          <cx:pt idx="6455">90</cx:pt>
          <cx:pt idx="6456">38</cx:pt>
          <cx:pt idx="6457">120</cx:pt>
          <cx:pt idx="6458">26</cx:pt>
          <cx:pt idx="6459">138</cx:pt>
          <cx:pt idx="6460">93</cx:pt>
          <cx:pt idx="6461">40</cx:pt>
          <cx:pt idx="6462">46</cx:pt>
          <cx:pt idx="6463">80.480000000000004</cx:pt>
          <cx:pt idx="6464">41</cx:pt>
          <cx:pt idx="6465">50</cx:pt>
          <cx:pt idx="6466">97</cx:pt>
          <cx:pt idx="6467">33</cx:pt>
          <cx:pt idx="6468">70</cx:pt>
          <cx:pt idx="6469">42.5</cx:pt>
          <cx:pt idx="6470">80</cx:pt>
          <cx:pt idx="6471">90</cx:pt>
          <cx:pt idx="6472">45.119999999999997</cx:pt>
          <cx:pt idx="6473">35.469999999999999</cx:pt>
          <cx:pt idx="6474">72</cx:pt>
          <cx:pt idx="6475">68</cx:pt>
          <cx:pt idx="6476">192</cx:pt>
          <cx:pt idx="6477">52.759999999999998</cx:pt>
          <cx:pt idx="6478">49</cx:pt>
          <cx:pt idx="6479">82</cx:pt>
          <cx:pt idx="6480">60</cx:pt>
          <cx:pt idx="6481">69</cx:pt>
          <cx:pt idx="6482">145</cx:pt>
          <cx:pt idx="6483">197</cx:pt>
          <cx:pt idx="6484">56.119999999999997</cx:pt>
          <cx:pt idx="6485">45</cx:pt>
          <cx:pt idx="6486">97</cx:pt>
          <cx:pt idx="6487">14</cx:pt>
          <cx:pt idx="6488">68.379999999999995</cx:pt>
          <cx:pt idx="6489">43</cx:pt>
          <cx:pt idx="6490">47.880000000000003</cx:pt>
          <cx:pt idx="6491">45</cx:pt>
          <cx:pt idx="6492">49</cx:pt>
          <cx:pt idx="6493">27</cx:pt>
          <cx:pt idx="6494">84.859999999999999</cx:pt>
          <cx:pt idx="6495">38.5</cx:pt>
          <cx:pt idx="6496">96</cx:pt>
          <cx:pt idx="6497">59</cx:pt>
          <cx:pt idx="6498">52</cx:pt>
          <cx:pt idx="6499">50</cx:pt>
          <cx:pt idx="6500">61</cx:pt>
          <cx:pt idx="6501">104</cx:pt>
          <cx:pt idx="6502">18</cx:pt>
          <cx:pt idx="6503">34.799999999999997</cx:pt>
          <cx:pt idx="6504">85.125</cx:pt>
          <cx:pt idx="6505">125</cx:pt>
          <cx:pt idx="6506">85</cx:pt>
          <cx:pt idx="6507">100</cx:pt>
          <cx:pt idx="6508">132</cx:pt>
          <cx:pt idx="6509">75</cx:pt>
          <cx:pt idx="6510">58.109999999999999</cx:pt>
          <cx:pt idx="6511">48.719999999999999</cx:pt>
          <cx:pt idx="6512">43.549999999999997</cx:pt>
          <cx:pt idx="6513">175</cx:pt>
          <cx:pt idx="6514">68.5</cx:pt>
          <cx:pt idx="6515">19.870000000000001</cx:pt>
          <cx:pt idx="6516">150</cx:pt>
          <cx:pt idx="6517">200</cx:pt>
          <cx:pt idx="6518">40</cx:pt>
          <cx:pt idx="6519">63.850000000000001</cx:pt>
          <cx:pt idx="6520">51.350000000000001</cx:pt>
          <cx:pt idx="6521">60</cx:pt>
          <cx:pt idx="6522">28</cx:pt>
          <cx:pt idx="6523">67.769999999999996</cx:pt>
          <cx:pt idx="6524">45</cx:pt>
          <cx:pt idx="6525">70</cx:pt>
          <cx:pt idx="6526">90</cx:pt>
          <cx:pt idx="6527">90</cx:pt>
          <cx:pt idx="6528">64</cx:pt>
          <cx:pt idx="6529">70</cx:pt>
          <cx:pt idx="6530">117</cx:pt>
          <cx:pt idx="6531">75</cx:pt>
          <cx:pt idx="6532">150</cx:pt>
          <cx:pt idx="6533">73</cx:pt>
          <cx:pt idx="6534">68</cx:pt>
          <cx:pt idx="6535">40</cx:pt>
          <cx:pt idx="6536">78</cx:pt>
          <cx:pt idx="6537">55</cx:pt>
          <cx:pt idx="6538">30</cx:pt>
          <cx:pt idx="6539">40</cx:pt>
          <cx:pt idx="6540">85</cx:pt>
          <cx:pt idx="6541">43.479999999999997</cx:pt>
          <cx:pt idx="6542">109</cx:pt>
          <cx:pt idx="6543">90</cx:pt>
          <cx:pt idx="6544">135</cx:pt>
          <cx:pt idx="6545">150</cx:pt>
          <cx:pt idx="6546">90</cx:pt>
          <cx:pt idx="6547">78</cx:pt>
          <cx:pt idx="6548">57</cx:pt>
          <cx:pt idx="6549">37.5</cx:pt>
          <cx:pt idx="6550">13.31</cx:pt>
          <cx:pt idx="6551">150</cx:pt>
          <cx:pt idx="6552">160</cx:pt>
          <cx:pt idx="6553">53</cx:pt>
          <cx:pt idx="6554">45</cx:pt>
          <cx:pt idx="6555">38</cx:pt>
          <cx:pt idx="6556">340</cx:pt>
          <cx:pt idx="6557">78</cx:pt>
          <cx:pt idx="6558">93</cx:pt>
          <cx:pt idx="6559">120</cx:pt>
          <cx:pt idx="6560">60</cx:pt>
          <cx:pt idx="6561">39.25</cx:pt>
          <cx:pt idx="6562">61</cx:pt>
          <cx:pt idx="6563">19.899999999999999</cx:pt>
          <cx:pt idx="6564">60</cx:pt>
          <cx:pt idx="6565">56.119999999999997</cx:pt>
          <cx:pt idx="6566">52</cx:pt>
          <cx:pt idx="6567">120</cx:pt>
          <cx:pt idx="6568">45</cx:pt>
          <cx:pt idx="6569">35.109999999999999</cx:pt>
          <cx:pt idx="6570">175</cx:pt>
          <cx:pt idx="6571">77.269999999999996</cx:pt>
          <cx:pt idx="6572">29.350000000000001</cx:pt>
          <cx:pt idx="6573">115</cx:pt>
          <cx:pt idx="6574">142</cx:pt>
          <cx:pt idx="6575">95</cx:pt>
          <cx:pt idx="6576">97</cx:pt>
          <cx:pt idx="6577">45</cx:pt>
          <cx:pt idx="6578">160</cx:pt>
          <cx:pt idx="6579">53.399999999999999</cx:pt>
          <cx:pt idx="6580">229</cx:pt>
          <cx:pt idx="6581">100</cx:pt>
          <cx:pt idx="6582">60</cx:pt>
          <cx:pt idx="6583">41</cx:pt>
          <cx:pt idx="6584">32</cx:pt>
          <cx:pt idx="6585">13.5</cx:pt>
          <cx:pt idx="6586">40</cx:pt>
          <cx:pt idx="6587">145</cx:pt>
          <cx:pt idx="6588">33.530000000000001</cx:pt>
          <cx:pt idx="6589">160</cx:pt>
          <cx:pt idx="6590">159</cx:pt>
          <cx:pt idx="6591">50</cx:pt>
          <cx:pt idx="6592">43.5</cx:pt>
          <cx:pt idx="6593">155</cx:pt>
          <cx:pt idx="6594">89</cx:pt>
          <cx:pt idx="6595">50</cx:pt>
          <cx:pt idx="6596">53</cx:pt>
          <cx:pt idx="6597">45</cx:pt>
          <cx:pt idx="6598">60</cx:pt>
          <cx:pt idx="6599">45</cx:pt>
          <cx:pt idx="6600">94.709999999999994</cx:pt>
          <cx:pt idx="6601">60</cx:pt>
          <cx:pt idx="6602">40</cx:pt>
          <cx:pt idx="6603">62.890000000000001</cx:pt>
          <cx:pt idx="6604">240</cx:pt>
          <cx:pt idx="6605">35</cx:pt>
          <cx:pt idx="6606">50</cx:pt>
          <cx:pt idx="6607">40.43</cx:pt>
          <cx:pt idx="6608">98</cx:pt>
          <cx:pt idx="6609">65</cx:pt>
          <cx:pt idx="6610">98.484999999999999</cx:pt>
          <cx:pt idx="6611">55</cx:pt>
          <cx:pt idx="6612">119</cx:pt>
          <cx:pt idx="6613">20</cx:pt>
          <cx:pt idx="6614">77</cx:pt>
          <cx:pt idx="6615">68</cx:pt>
          <cx:pt idx="6616">89</cx:pt>
          <cx:pt idx="6617">125</cx:pt>
          <cx:pt idx="6618">55</cx:pt>
          <cx:pt idx="6619">46</cx:pt>
          <cx:pt idx="6620">77</cx:pt>
          <cx:pt idx="6621">40</cx:pt>
          <cx:pt idx="6622">60.159999999999997</cx:pt>
          <cx:pt idx="6623">48</cx:pt>
          <cx:pt idx="6624">44</cx:pt>
          <cx:pt idx="6625">130</cx:pt>
          <cx:pt idx="6626">64.799999999999997</cx:pt>
          <cx:pt idx="6627">37.799999999999997</cx:pt>
          <cx:pt idx="6628">90</cx:pt>
          <cx:pt idx="6629">40.539999999999999</cx:pt>
          <cx:pt idx="6630">180</cx:pt>
          <cx:pt idx="6631">41</cx:pt>
          <cx:pt idx="6632">87</cx:pt>
          <cx:pt idx="6633">49</cx:pt>
          <cx:pt idx="6634">65</cx:pt>
          <cx:pt idx="6635">45.399999999999999</cx:pt>
          <cx:pt idx="6636">75</cx:pt>
          <cx:pt idx="6637">34</cx:pt>
          <cx:pt idx="6638">26.629999999999999</cx:pt>
          <cx:pt idx="6639">97</cx:pt>
          <cx:pt idx="6640">45</cx:pt>
          <cx:pt idx="6641">86</cx:pt>
          <cx:pt idx="6642">48.450000000000003</cx:pt>
          <cx:pt idx="6643">85</cx:pt>
          <cx:pt idx="6644">170</cx:pt>
          <cx:pt idx="6645">39.850000000000001</cx:pt>
          <cx:pt idx="6646">55</cx:pt>
          <cx:pt idx="6647">142</cx:pt>
          <cx:pt idx="6648">62.630000000000003</cx:pt>
          <cx:pt idx="6649">30.84</cx:pt>
          <cx:pt idx="6650">70</cx:pt>
          <cx:pt idx="6651">47</cx:pt>
          <cx:pt idx="6652">35</cx:pt>
          <cx:pt idx="6653">67.480000000000004</cx:pt>
          <cx:pt idx="6654">34</cx:pt>
          <cx:pt idx="6655">49.969999999999999</cx:pt>
          <cx:pt idx="6656">60</cx:pt>
          <cx:pt idx="6657">50</cx:pt>
          <cx:pt idx="6658">180</cx:pt>
          <cx:pt idx="6659">86</cx:pt>
          <cx:pt idx="6660">81</cx:pt>
          <cx:pt idx="6661">48.600000000000001</cx:pt>
          <cx:pt idx="6662">42</cx:pt>
          <cx:pt idx="6663">40</cx:pt>
          <cx:pt idx="6664">33.600000000000001</cx:pt>
          <cx:pt idx="6665">19.550000000000001</cx:pt>
          <cx:pt idx="6666">80</cx:pt>
          <cx:pt idx="6667">36</cx:pt>
          <cx:pt idx="6668">88</cx:pt>
          <cx:pt idx="6669">300</cx:pt>
          <cx:pt idx="6670">90</cx:pt>
          <cx:pt idx="6671">46</cx:pt>
          <cx:pt idx="6672">130</cx:pt>
          <cx:pt idx="6673">71.549999999999997</cx:pt>
          <cx:pt idx="6674">41.210000000000001</cx:pt>
          <cx:pt idx="6675">75</cx:pt>
          <cx:pt idx="6676">60</cx:pt>
          <cx:pt idx="6677">201</cx:pt>
          <cx:pt idx="6678">175</cx:pt>
          <cx:pt idx="6679">40.539999999999999</cx:pt>
          <cx:pt idx="6680">90</cx:pt>
          <cx:pt idx="6681">47.57</cx:pt>
          <cx:pt idx="6682">72</cx:pt>
          <cx:pt idx="6683">47</cx:pt>
          <cx:pt idx="6684">110</cx:pt>
          <cx:pt idx="6685">100</cx:pt>
          <cx:pt idx="6686">48</cx:pt>
          <cx:pt idx="6687">60.649999999999999</cx:pt>
          <cx:pt idx="6688">45</cx:pt>
          <cx:pt idx="6689">53.579999999999998</cx:pt>
          <cx:pt idx="6690">100</cx:pt>
          <cx:pt idx="6691">113</cx:pt>
          <cx:pt idx="6692">83</cx:pt>
          <cx:pt idx="6693">60</cx:pt>
          <cx:pt idx="6694">50</cx:pt>
          <cx:pt idx="6695">77.989999999999995</cx:pt>
          <cx:pt idx="6696">94.840000000000003</cx:pt>
          <cx:pt idx="6697">103</cx:pt>
          <cx:pt idx="6698">20</cx:pt>
          <cx:pt idx="6699">100</cx:pt>
          <cx:pt idx="6700">51.770000000000003</cx:pt>
          <cx:pt idx="6701">23.5</cx:pt>
          <cx:pt idx="6702">65</cx:pt>
          <cx:pt idx="6703">110</cx:pt>
          <cx:pt idx="6704">55</cx:pt>
          <cx:pt idx="6705">55</cx:pt>
          <cx:pt idx="6706">128</cx:pt>
          <cx:pt idx="6707">160</cx:pt>
          <cx:pt idx="6708">59</cx:pt>
          <cx:pt idx="6709">110</cx:pt>
          <cx:pt idx="6710">30.469999999999999</cx:pt>
          <cx:pt idx="6711">65</cx:pt>
          <cx:pt idx="6712">75</cx:pt>
          <cx:pt idx="6713">50</cx:pt>
          <cx:pt idx="6714">45</cx:pt>
          <cx:pt idx="6715">32.799999999999997</cx:pt>
          <cx:pt idx="6716">60</cx:pt>
          <cx:pt idx="6717">85</cx:pt>
          <cx:pt idx="6718">60</cx:pt>
          <cx:pt idx="6719">55</cx:pt>
          <cx:pt idx="6720">108</cx:pt>
          <cx:pt idx="6721">130</cx:pt>
          <cx:pt idx="6722">35.880000000000003</cx:pt>
          <cx:pt idx="6723">75</cx:pt>
          <cx:pt idx="6724">45</cx:pt>
          <cx:pt idx="6725">55.990000000000002</cx:pt>
          <cx:pt idx="6726">70</cx:pt>
          <cx:pt idx="6727">95</cx:pt>
          <cx:pt idx="6728">47.649999999999999</cx:pt>
          <cx:pt idx="6729">38.369999999999997</cx:pt>
          <cx:pt idx="6730">60</cx:pt>
          <cx:pt idx="6731">77.590000000000003</cx:pt>
          <cx:pt idx="6732">115</cx:pt>
          <cx:pt idx="6733">56</cx:pt>
          <cx:pt idx="6734">48</cx:pt>
          <cx:pt idx="6735">54</cx:pt>
          <cx:pt idx="6736">123</cx:pt>
          <cx:pt idx="6737">55</cx:pt>
          <cx:pt idx="6738">175</cx:pt>
          <cx:pt idx="6739">90</cx:pt>
          <cx:pt idx="6740">70</cx:pt>
          <cx:pt idx="6741">93</cx:pt>
          <cx:pt idx="6742">95</cx:pt>
          <cx:pt idx="6743">100</cx:pt>
          <cx:pt idx="6744">55</cx:pt>
          <cx:pt idx="6745">90</cx:pt>
          <cx:pt idx="6746">61.990000000000002</cx:pt>
          <cx:pt idx="6747">65</cx:pt>
          <cx:pt idx="6748">67</cx:pt>
          <cx:pt idx="6749">120</cx:pt>
          <cx:pt idx="6750">52.5</cx:pt>
          <cx:pt idx="6751">27.375</cx:pt>
          <cx:pt idx="6752">39</cx:pt>
          <cx:pt idx="6753">48</cx:pt>
          <cx:pt idx="6754">77.25</cx:pt>
          <cx:pt idx="6755">15</cx:pt>
          <cx:pt idx="6756">30</cx:pt>
          <cx:pt idx="6757">52</cx:pt>
          <cx:pt idx="6758">43.600000000000001</cx:pt>
          <cx:pt idx="6759">59</cx:pt>
          <cx:pt idx="6760">68</cx:pt>
          <cx:pt idx="6761">50.789999999999999</cx:pt>
          <cx:pt idx="6762">123</cx:pt>
          <cx:pt idx="6763">95</cx:pt>
          <cx:pt idx="6764">242</cx:pt>
          <cx:pt idx="6765">78</cx:pt>
          <cx:pt idx="6766">44</cx:pt>
          <cx:pt idx="6767">154</cx:pt>
          <cx:pt idx="6768">47.600000000000001</cx:pt>
          <cx:pt idx="6769">49</cx:pt>
          <cx:pt idx="6770">60</cx:pt>
          <cx:pt idx="6771">45</cx:pt>
          <cx:pt idx="6772">51</cx:pt>
          <cx:pt idx="6773">104</cx:pt>
          <cx:pt idx="6774">55.5</cx:pt>
          <cx:pt idx="6775">83</cx:pt>
          <cx:pt idx="6776">70</cx:pt>
          <cx:pt idx="6777">125</cx:pt>
          <cx:pt idx="6778">35.399999999999999</cx:pt>
          <cx:pt idx="6779">58</cx:pt>
          <cx:pt idx="6780">72</cx:pt>
          <cx:pt idx="6781">29.379999999999999</cx:pt>
          <cx:pt idx="6782">43.100000000000001</cx:pt>
          <cx:pt idx="6783">44.100000000000001</cx:pt>
          <cx:pt idx="6784">29.25</cx:pt>
          <cx:pt idx="6785">117</cx:pt>
          <cx:pt idx="6786">35</cx:pt>
          <cx:pt idx="6787">51</cx:pt>
          <cx:pt idx="6788">80</cx:pt>
          <cx:pt idx="6789">60</cx:pt>
          <cx:pt idx="6790">80</cx:pt>
          <cx:pt idx="6791">63.219999999999999</cx:pt>
          <cx:pt idx="6792">73</cx:pt>
          <cx:pt idx="6793">35.359999999999999</cx:pt>
          <cx:pt idx="6794">74.5</cx:pt>
          <cx:pt idx="6795">41.145000000000003</cx:pt>
          <cx:pt idx="6796">44.549999999999997</cx:pt>
          <cx:pt idx="6797">147</cx:pt>
          <cx:pt idx="6798">72</cx:pt>
          <cx:pt idx="6799">132</cx:pt>
          <cx:pt idx="6800">55</cx:pt>
          <cx:pt idx="6801">56.119999999999997</cx:pt>
          <cx:pt idx="6802">46.789999999999999</cx:pt>
          <cx:pt idx="6803">91.060000000000002</cx:pt>
          <cx:pt idx="6804">87</cx:pt>
          <cx:pt idx="6805">88.5</cx:pt>
          <cx:pt idx="6806">66</cx:pt>
          <cx:pt idx="6807">145</cx:pt>
          <cx:pt idx="6808">32</cx:pt>
          <cx:pt idx="6809">49.340000000000003</cx:pt>
          <cx:pt idx="6810">120</cx:pt>
          <cx:pt idx="6811">66</cx:pt>
          <cx:pt idx="6812">57.5</cx:pt>
          <cx:pt idx="6813">42.789999999999999</cx:pt>
          <cx:pt idx="6814">72</cx:pt>
          <cx:pt idx="6815">35.409999999999997</cx:pt>
          <cx:pt idx="6816">31.315000000000001</cx:pt>
          <cx:pt idx="6817">100</cx:pt>
          <cx:pt idx="6818">175</cx:pt>
          <cx:pt idx="6819">34</cx:pt>
          <cx:pt idx="6820">95</cx:pt>
          <cx:pt idx="6821">42</cx:pt>
          <cx:pt idx="6822">65</cx:pt>
          <cx:pt idx="6823">97</cx:pt>
          <cx:pt idx="6824">96</cx:pt>
          <cx:pt idx="6825">100</cx:pt>
          <cx:pt idx="6826">50</cx:pt>
          <cx:pt idx="6827">68</cx:pt>
          <cx:pt idx="6828">39.770000000000003</cx:pt>
          <cx:pt idx="6829">80</cx:pt>
          <cx:pt idx="6830">77</cx:pt>
          <cx:pt idx="6831">53</cx:pt>
          <cx:pt idx="6832">56.340000000000003</cx:pt>
          <cx:pt idx="6833">56</cx:pt>
          <cx:pt idx="6834">40.100000000000001</cx:pt>
          <cx:pt idx="6835">110</cx:pt>
          <cx:pt idx="6836">52</cx:pt>
          <cx:pt idx="6837">145</cx:pt>
          <cx:pt idx="6838">81</cx:pt>
          <cx:pt idx="6839">69</cx:pt>
          <cx:pt idx="6840">27.43</cx:pt>
          <cx:pt idx="6841">90.329999999999998</cx:pt>
          <cx:pt idx="6842">185</cx:pt>
          <cx:pt idx="6843">95</cx:pt>
          <cx:pt idx="6844">75</cx:pt>
          <cx:pt idx="6845">38.119999999999997</cx:pt>
          <cx:pt idx="6846">29.699999999999999</cx:pt>
          <cx:pt idx="6847">58</cx:pt>
          <cx:pt idx="6848">44.5</cx:pt>
          <cx:pt idx="6849">18</cx:pt>
          <cx:pt idx="6850">52.229999999999997</cx:pt>
          <cx:pt idx="6851">93</cx:pt>
          <cx:pt idx="6852">63.859999999999999</cx:pt>
          <cx:pt idx="6853">175</cx:pt>
          <cx:pt idx="6854">55</cx:pt>
          <cx:pt idx="6855">83.049999999999997</cx:pt>
          <cx:pt idx="6856">90</cx:pt>
          <cx:pt idx="6857">142</cx:pt>
          <cx:pt idx="6858">63</cx:pt>
          <cx:pt idx="6859">46.390000000000001</cx:pt>
          <cx:pt idx="6860">58.229999999999997</cx:pt>
          <cx:pt idx="6861">45</cx:pt>
          <cx:pt idx="6862">80</cx:pt>
          <cx:pt idx="6863">143</cx:pt>
          <cx:pt idx="6864">65</cx:pt>
          <cx:pt idx="6865">42</cx:pt>
          <cx:pt idx="6866">117</cx:pt>
          <cx:pt idx="6867">48</cx:pt>
          <cx:pt idx="6868">67</cx:pt>
          <cx:pt idx="6869">115</cx:pt>
          <cx:pt idx="6870">60</cx:pt>
          <cx:pt idx="6871">38.600000000000001</cx:pt>
          <cx:pt idx="6872">33</cx:pt>
          <cx:pt idx="6873">53.579999999999998</cx:pt>
          <cx:pt idx="6874">70</cx:pt>
          <cx:pt idx="6875">56</cx:pt>
          <cx:pt idx="6876">85</cx:pt>
          <cx:pt idx="6877">35</cx:pt>
          <cx:pt idx="6878">125</cx:pt>
          <cx:pt idx="6879">235</cx:pt>
          <cx:pt idx="6880">46</cx:pt>
          <cx:pt idx="6881">49</cx:pt>
          <cx:pt idx="6882">64</cx:pt>
          <cx:pt idx="6883">108</cx:pt>
          <cx:pt idx="6884">100</cx:pt>
          <cx:pt idx="6885">125</cx:pt>
          <cx:pt idx="6886">103</cx:pt>
          <cx:pt idx="6887">31</cx:pt>
          <cx:pt idx="6888">48</cx:pt>
          <cx:pt idx="6889">40</cx:pt>
          <cx:pt idx="6890">38.5</cx:pt>
          <cx:pt idx="6891">55</cx:pt>
          <cx:pt idx="6892">150</cx:pt>
          <cx:pt idx="6893">81</cx:pt>
          <cx:pt idx="6894">125</cx:pt>
          <cx:pt idx="6895">36</cx:pt>
          <cx:pt idx="6896">68</cx:pt>
          <cx:pt idx="6897">300</cx:pt>
          <cx:pt idx="6898">80</cx:pt>
          <cx:pt idx="6899">56</cx:pt>
          <cx:pt idx="6900">95</cx:pt>
          <cx:pt idx="6901">70</cx:pt>
          <cx:pt idx="6902">116</cx:pt>
          <cx:pt idx="6903">35</cx:pt>
          <cx:pt idx="6904">39</cx:pt>
          <cx:pt idx="6905">31.48</cx:pt>
          <cx:pt idx="6906">82</cx:pt>
          <cx:pt idx="6907">153</cx:pt>
          <cx:pt idx="6908">65</cx:pt>
          <cx:pt idx="6909">62</cx:pt>
          <cx:pt idx="6910">49</cx:pt>
          <cx:pt idx="6911">22</cx:pt>
          <cx:pt idx="6912">200</cx:pt>
          <cx:pt idx="6913">140</cx:pt>
          <cx:pt idx="6914">45</cx:pt>
          <cx:pt idx="6915">115</cx:pt>
          <cx:pt idx="6916">25</cx:pt>
          <cx:pt idx="6917">11.5</cx:pt>
          <cx:pt idx="6918">36.799999999999997</cx:pt>
          <cx:pt idx="6919">47</cx:pt>
          <cx:pt idx="6920">56.700000000000003</cx:pt>
          <cx:pt idx="6921">90</cx:pt>
          <cx:pt idx="6922">85</cx:pt>
          <cx:pt idx="6923">47</cx:pt>
          <cx:pt idx="6924">50</cx:pt>
          <cx:pt idx="6925">50</cx:pt>
          <cx:pt idx="6926">88</cx:pt>
          <cx:pt idx="6927">40.25</cx:pt>
          <cx:pt idx="6928">31.370000000000001</cx:pt>
          <cx:pt idx="6929">335</cx:pt>
          <cx:pt idx="6930">130</cx:pt>
          <cx:pt idx="6931">41.5</cx:pt>
          <cx:pt idx="6932">65</cx:pt>
          <cx:pt idx="6933">56</cx:pt>
          <cx:pt idx="6934">103</cx:pt>
          <cx:pt idx="6935">88</cx:pt>
          <cx:pt idx="6936">95</cx:pt>
          <cx:pt idx="6937">90.75</cx:pt>
          <cx:pt idx="6938">48.700000000000003</cx:pt>
          <cx:pt idx="6939">110</cx:pt>
          <cx:pt idx="6940">95</cx:pt>
          <cx:pt idx="6941">56.57</cx:pt>
          <cx:pt idx="6942">50</cx:pt>
          <cx:pt idx="6943">50</cx:pt>
          <cx:pt idx="6944">170</cx:pt>
          <cx:pt idx="6945">60</cx:pt>
          <cx:pt idx="6946">100</cx:pt>
          <cx:pt idx="6947">165</cx:pt>
          <cx:pt idx="6948">95</cx:pt>
          <cx:pt idx="6949">240</cx:pt>
          <cx:pt idx="6950">80</cx:pt>
          <cx:pt idx="6951">52</cx:pt>
          <cx:pt idx="6952">45</cx:pt>
          <cx:pt idx="6953">35.880000000000003</cx:pt>
          <cx:pt idx="6954">80.590000000000003</cx:pt>
          <cx:pt idx="6955">56</cx:pt>
          <cx:pt idx="6956">75</cx:pt>
          <cx:pt idx="6957">39.990000000000002</cx:pt>
          <cx:pt idx="6958">119</cx:pt>
          <cx:pt idx="6959">50</cx:pt>
          <cx:pt idx="6960">27</cx:pt>
          <cx:pt idx="6961">87</cx:pt>
          <cx:pt idx="6962">40</cx:pt>
          <cx:pt idx="6963">33</cx:pt>
          <cx:pt idx="6964">65</cx:pt>
          <cx:pt idx="6965">29</cx:pt>
          <cx:pt idx="6966">295</cx:pt>
          <cx:pt idx="6967">95</cx:pt>
          <cx:pt idx="6968">132</cx:pt>
          <cx:pt idx="6969">100</cx:pt>
          <cx:pt idx="6970">50</cx:pt>
          <cx:pt idx="6971">69.439999999999998</cx:pt>
          <cx:pt idx="6972">85</cx:pt>
          <cx:pt idx="6973">210</cx:pt>
          <cx:pt idx="6974">65</cx:pt>
          <cx:pt idx="6975">91</cx:pt>
          <cx:pt idx="6976">111</cx:pt>
          <cx:pt idx="6977">48</cx:pt>
          <cx:pt idx="6978">170</cx:pt>
          <cx:pt idx="6979">34.18</cx:pt>
          <cx:pt idx="6980">52.079999999999998</cx:pt>
          <cx:pt idx="6981">41.600000000000001</cx:pt>
          <cx:pt idx="6982">115</cx:pt>
          <cx:pt idx="6983">45.909999999999997</cx:pt>
          <cx:pt idx="6984">38.649999999999999</cx:pt>
          <cx:pt idx="6985">54</cx:pt>
          <cx:pt idx="6986">19</cx:pt>
          <cx:pt idx="6987">75</cx:pt>
          <cx:pt idx="6988">45</cx:pt>
          <cx:pt idx="6989">39</cx:pt>
          <cx:pt idx="6990">72.5</cx:pt>
          <cx:pt idx="6991">93</cx:pt>
          <cx:pt idx="6992">47</cx:pt>
          <cx:pt idx="6993">75</cx:pt>
          <cx:pt idx="6994">35</cx:pt>
          <cx:pt idx="6995">38.25</cx:pt>
          <cx:pt idx="6996">83</cx:pt>
          <cx:pt idx="6997">75</cx:pt>
          <cx:pt idx="6998">54.5</cx:pt>
          <cx:pt idx="6999">13</cx:pt>
          <cx:pt idx="7000">75</cx:pt>
          <cx:pt idx="7001">85</cx:pt>
          <cx:pt idx="7002">32</cx:pt>
          <cx:pt idx="7003">29</cx:pt>
          <cx:pt idx="7004">88.5</cx:pt>
          <cx:pt idx="7005">61</cx:pt>
          <cx:pt idx="7006">58</cx:pt>
          <cx:pt idx="7007">65.099999999999994</cx:pt>
          <cx:pt idx="7008">130</cx:pt>
          <cx:pt idx="7009">75</cx:pt>
          <cx:pt idx="7010">60</cx:pt>
          <cx:pt idx="7011">31.5</cx:pt>
          <cx:pt idx="7012">65</cx:pt>
          <cx:pt idx="7013">101</cx:pt>
          <cx:pt idx="7014">84</cx:pt>
          <cx:pt idx="7015">31.050000000000001</cx:pt>
          <cx:pt idx="7016">101</cx:pt>
          <cx:pt idx="7017">65</cx:pt>
          <cx:pt idx="7018">65.579999999999998</cx:pt>
          <cx:pt idx="7019">38.549999999999997</cx:pt>
          <cx:pt idx="7020">58.560000000000002</cx:pt>
          <cx:pt idx="7021">39</cx:pt>
          <cx:pt idx="7022">43.57</cx:pt>
          <cx:pt idx="7023">38</cx:pt>
          <cx:pt idx="7024">75</cx:pt>
          <cx:pt idx="7025">140</cx:pt>
          <cx:pt idx="7026">75</cx:pt>
          <cx:pt idx="7027">85</cx:pt>
          <cx:pt idx="7028">65</cx:pt>
          <cx:pt idx="7029">65</cx:pt>
          <cx:pt idx="7030">195</cx:pt>
          <cx:pt idx="7031">97.599999999999994</cx:pt>
          <cx:pt idx="7032">62</cx:pt>
          <cx:pt idx="7033">49.060000000000002</cx:pt>
          <cx:pt idx="7034">35</cx:pt>
          <cx:pt idx="7035">62.350000000000001</cx:pt>
          <cx:pt idx="7036">32.5</cx:pt>
          <cx:pt idx="7037">36</cx:pt>
          <cx:pt idx="7038">110</cx:pt>
          <cx:pt idx="7039">45</cx:pt>
          <cx:pt idx="7040">34</cx:pt>
          <cx:pt idx="7041">82</cx:pt>
          <cx:pt idx="7042">65</cx:pt>
          <cx:pt idx="7043">65</cx:pt>
          <cx:pt idx="7044">115</cx:pt>
          <cx:pt idx="7045">43</cx:pt>
          <cx:pt idx="7046">88</cx:pt>
          <cx:pt idx="7047">120</cx:pt>
          <cx:pt idx="7048">103</cx:pt>
          <cx:pt idx="7049">65</cx:pt>
          <cx:pt idx="7050">89</cx:pt>
          <cx:pt idx="7051">78.450000000000003</cx:pt>
          <cx:pt idx="7052">61.170000000000002</cx:pt>
          <cx:pt idx="7053">52.5</cx:pt>
          <cx:pt idx="7054">9</cx:pt>
          <cx:pt idx="7055">45</cx:pt>
          <cx:pt idx="7056">76</cx:pt>
          <cx:pt idx="7057">100</cx:pt>
          <cx:pt idx="7058">48.5</cx:pt>
          <cx:pt idx="7059">58.990000000000002</cx:pt>
          <cx:pt idx="7060">25.399999999999999</cx:pt>
          <cx:pt idx="7061">26.649999999999999</cx:pt>
          <cx:pt idx="7062">45</cx:pt>
          <cx:pt idx="7063">70</cx:pt>
          <cx:pt idx="7064">74</cx:pt>
          <cx:pt idx="7065">125</cx:pt>
          <cx:pt idx="7066">82</cx:pt>
          <cx:pt idx="7067">83.870000000000005</cx:pt>
          <cx:pt idx="7068">84</cx:pt>
          <cx:pt idx="7069">130</cx:pt>
          <cx:pt idx="7070">45</cx:pt>
          <cx:pt idx="7071">96.200000000000003</cx:pt>
          <cx:pt idx="7072">67</cx:pt>
          <cx:pt idx="7073">52</cx:pt>
          <cx:pt idx="7074">47</cx:pt>
          <cx:pt idx="7075">56</cx:pt>
          <cx:pt idx="7076">45</cx:pt>
          <cx:pt idx="7077">70</cx:pt>
          <cx:pt idx="7078">57</cx:pt>
          <cx:pt idx="7079">64.700000000000003</cx:pt>
          <cx:pt idx="7080">86</cx:pt>
          <cx:pt idx="7081">55.469999999999999</cx:pt>
          <cx:pt idx="7082">95</cx:pt>
          <cx:pt idx="7083">152</cx:pt>
          <cx:pt idx="7084">240</cx:pt>
          <cx:pt idx="7085">35</cx:pt>
          <cx:pt idx="7086">33.280000000000001</cx:pt>
          <cx:pt idx="7087">48</cx:pt>
          <cx:pt idx="7088">90</cx:pt>
          <cx:pt idx="7089">160</cx:pt>
          <cx:pt idx="7090">26</cx:pt>
          <cx:pt idx="7091">54</cx:pt>
          <cx:pt idx="7092">22.800000000000001</cx:pt>
          <cx:pt idx="7093">72.989999999999995</cx:pt>
          <cx:pt idx="7094">25.989999999999998</cx:pt>
          <cx:pt idx="7095">60</cx:pt>
          <cx:pt idx="7096">150</cx:pt>
          <cx:pt idx="7097">36</cx:pt>
          <cx:pt idx="7098">60</cx:pt>
          <cx:pt idx="7099">50</cx:pt>
          <cx:pt idx="7100">62.93</cx:pt>
          <cx:pt idx="7101">40</cx:pt>
          <cx:pt idx="7102">100</cx:pt>
          <cx:pt idx="7103">10.5</cx:pt>
          <cx:pt idx="7104">157</cx:pt>
          <cx:pt idx="7105">51.100000000000001</cx:pt>
          <cx:pt idx="7106">35</cx:pt>
          <cx:pt idx="7107">52.07</cx:pt>
          <cx:pt idx="7108">35</cx:pt>
          <cx:pt idx="7109">66</cx:pt>
          <cx:pt idx="7110">38</cx:pt>
          <cx:pt idx="7111">50</cx:pt>
          <cx:pt idx="7112">150</cx:pt>
          <cx:pt idx="7113">30.84</cx:pt>
          <cx:pt idx="7114">51</cx:pt>
          <cx:pt idx="7115">350</cx:pt>
          <cx:pt idx="7116">63</cx:pt>
          <cx:pt idx="7117">45</cx:pt>
          <cx:pt idx="7118">80</cx:pt>
          <cx:pt idx="7119">54</cx:pt>
          <cx:pt idx="7120">50</cx:pt>
          <cx:pt idx="7121">70</cx:pt>
          <cx:pt idx="7122">62</cx:pt>
          <cx:pt idx="7123">65</cx:pt>
          <cx:pt idx="7124">68</cx:pt>
          <cx:pt idx="7125">125</cx:pt>
          <cx:pt idx="7126">32</cx:pt>
          <cx:pt idx="7127">125</cx:pt>
          <cx:pt idx="7128">45.479999999999997</cx:pt>
          <cx:pt idx="7129">100</cx:pt>
          <cx:pt idx="7130">115</cx:pt>
          <cx:pt idx="7131">75</cx:pt>
          <cx:pt idx="7132">55</cx:pt>
          <cx:pt idx="7133">53</cx:pt>
          <cx:pt idx="7134">90</cx:pt>
          <cx:pt idx="7135">53</cx:pt>
          <cx:pt idx="7136">25.260000000000002</cx:pt>
          <cx:pt idx="7137">53</cx:pt>
          <cx:pt idx="7138">39.729999999999997</cx:pt>
          <cx:pt idx="7139">49</cx:pt>
          <cx:pt idx="7140">47</cx:pt>
          <cx:pt idx="7141">75</cx:pt>
          <cx:pt idx="7142">170</cx:pt>
          <cx:pt idx="7143">52</cx:pt>
          <cx:pt idx="7144">46</cx:pt>
          <cx:pt idx="7145">75</cx:pt>
          <cx:pt idx="7146">57</cx:pt>
          <cx:pt idx="7147">120</cx:pt>
          <cx:pt idx="7148">76</cx:pt>
          <cx:pt idx="7149">115</cx:pt>
          <cx:pt idx="7150">65</cx:pt>
          <cx:pt idx="7151">81.989999999999995</cx:pt>
          <cx:pt idx="7152">54.890000000000001</cx:pt>
          <cx:pt idx="7153">50</cx:pt>
          <cx:pt idx="7154">40</cx:pt>
          <cx:pt idx="7155">28</cx:pt>
          <cx:pt idx="7156">39</cx:pt>
          <cx:pt idx="7157">35</cx:pt>
          <cx:pt idx="7158">89</cx:pt>
          <cx:pt idx="7159">55</cx:pt>
          <cx:pt idx="7160">59</cx:pt>
          <cx:pt idx="7161">36.689999999999998</cx:pt>
          <cx:pt idx="7162">72</cx:pt>
          <cx:pt idx="7163">65</cx:pt>
          <cx:pt idx="7164">13.26</cx:pt>
          <cx:pt idx="7165">11.5</cx:pt>
          <cx:pt idx="7166">50</cx:pt>
          <cx:pt idx="7167">55</cx:pt>
          <cx:pt idx="7168">60.469999999999999</cx:pt>
          <cx:pt idx="7169">66</cx:pt>
          <cx:pt idx="7170">130</cx:pt>
          <cx:pt idx="7171">163</cx:pt>
          <cx:pt idx="7172">55</cx:pt>
          <cx:pt idx="7173">49.880000000000003</cx:pt>
          <cx:pt idx="7174">70</cx:pt>
          <cx:pt idx="7175">34</cx:pt>
          <cx:pt idx="7176">38</cx:pt>
          <cx:pt idx="7177">47.240000000000002</cx:pt>
          <cx:pt idx="7178">180</cx:pt>
          <cx:pt idx="7179">90</cx:pt>
          <cx:pt idx="7180">45</cx:pt>
          <cx:pt idx="7181">34.270000000000003</cx:pt>
          <cx:pt idx="7182">103</cx:pt>
          <cx:pt idx="7183">120</cx:pt>
          <cx:pt idx="7184">180</cx:pt>
          <cx:pt idx="7185">57</cx:pt>
          <cx:pt idx="7186">46.75</cx:pt>
          <cx:pt idx="7187">135</cx:pt>
          <cx:pt idx="7188">95</cx:pt>
          <cx:pt idx="7189">139</cx:pt>
          <cx:pt idx="7190">65</cx:pt>
          <cx:pt idx="7191">75</cx:pt>
          <cx:pt idx="7192">63.509999999999998</cx:pt>
          <cx:pt idx="7193">72</cx:pt>
          <cx:pt idx="7194">56</cx:pt>
          <cx:pt idx="7195">39</cx:pt>
          <cx:pt idx="7196">140</cx:pt>
          <cx:pt idx="7197">55</cx:pt>
          <cx:pt idx="7198">65</cx:pt>
          <cx:pt idx="7199">207</cx:pt>
          <cx:pt idx="7200">23</cx:pt>
          <cx:pt idx="7201">150</cx:pt>
          <cx:pt idx="7202">48</cx:pt>
          <cx:pt idx="7203">83</cx:pt>
          <cx:pt idx="7204">86.799999999999997</cx:pt>
          <cx:pt idx="7205">70</cx:pt>
          <cx:pt idx="7206">68</cx:pt>
          <cx:pt idx="7207">29</cx:pt>
          <cx:pt idx="7208">54</cx:pt>
          <cx:pt idx="7209">45</cx:pt>
          <cx:pt idx="7210">78</cx:pt>
          <cx:pt idx="7211">46.100000000000001</cx:pt>
          <cx:pt idx="7212">135</cx:pt>
          <cx:pt idx="7213">80</cx:pt>
          <cx:pt idx="7214">120</cx:pt>
          <cx:pt idx="7215">60.549999999999997</cx:pt>
          <cx:pt idx="7216">73</cx:pt>
          <cx:pt idx="7217">49</cx:pt>
          <cx:pt idx="7218">45</cx:pt>
          <cx:pt idx="7219">25</cx:pt>
          <cx:pt idx="7220">52.359999999999999</cx:pt>
          <cx:pt idx="7221">250</cx:pt>
          <cx:pt idx="7222">32</cx:pt>
          <cx:pt idx="7223">45</cx:pt>
          <cx:pt idx="7224">75</cx:pt>
          <cx:pt idx="7225">75</cx:pt>
          <cx:pt idx="7226">171</cx:pt>
          <cx:pt idx="7227">80.430000000000007</cx:pt>
          <cx:pt idx="7228">65</cx:pt>
          <cx:pt idx="7229">65</cx:pt>
          <cx:pt idx="7230">106</cx:pt>
          <cx:pt idx="7231">75</cx:pt>
          <cx:pt idx="7232">33</cx:pt>
          <cx:pt idx="7233">95</cx:pt>
          <cx:pt idx="7234">28</cx:pt>
          <cx:pt idx="7235">54.710000000000001</cx:pt>
          <cx:pt idx="7236">55</cx:pt>
          <cx:pt idx="7237">48</cx:pt>
          <cx:pt idx="7238">65.400000000000006</cx:pt>
          <cx:pt idx="7239">54</cx:pt>
          <cx:pt idx="7240">62.380000000000003</cx:pt>
          <cx:pt idx="7241">105</cx:pt>
          <cx:pt idx="7242">120</cx:pt>
          <cx:pt idx="7243">29</cx:pt>
          <cx:pt idx="7244">68</cx:pt>
          <cx:pt idx="7245">15</cx:pt>
          <cx:pt idx="7246">55</cx:pt>
          <cx:pt idx="7247">78</cx:pt>
          <cx:pt idx="7248">42</cx:pt>
          <cx:pt idx="7249">40.390000000000001</cx:pt>
          <cx:pt idx="7250">42</cx:pt>
          <cx:pt idx="7251">62.399999999999999</cx:pt>
          <cx:pt idx="7252">130</cx:pt>
          <cx:pt idx="7253">46</cx:pt>
          <cx:pt idx="7254">68</cx:pt>
          <cx:pt idx="7255">83</cx:pt>
          <cx:pt idx="7256">74.400000000000006</cx:pt>
          <cx:pt idx="7257">66</cx:pt>
          <cx:pt idx="7258">88</cx:pt>
          <cx:pt idx="7259">74</cx:pt>
          <cx:pt idx="7260">20</cx:pt>
          <cx:pt idx="7261">39.200000000000003</cx:pt>
          <cx:pt idx="7262">60</cx:pt>
          <cx:pt idx="7263">200</cx:pt>
          <cx:pt idx="7264">68</cx:pt>
          <cx:pt idx="7265">75.969999999999999</cx:pt>
          <cx:pt idx="7266">200</cx:pt>
          <cx:pt idx="7267">70</cx:pt>
          <cx:pt idx="7268">42</cx:pt>
          <cx:pt idx="7269">43.899999999999999</cx:pt>
          <cx:pt idx="7270">55.5</cx:pt>
          <cx:pt idx="7271">39</cx:pt>
          <cx:pt idx="7272">138</cx:pt>
          <cx:pt idx="7273">47.25</cx:pt>
          <cx:pt idx="7274">23.5</cx:pt>
          <cx:pt idx="7275">116</cx:pt>
          <cx:pt idx="7276">40</cx:pt>
          <cx:pt idx="7277">29.449999999999999</cx:pt>
          <cx:pt idx="7278">81</cx:pt>
          <cx:pt idx="7279">45</cx:pt>
          <cx:pt idx="7280">65</cx:pt>
          <cx:pt idx="7281">32</cx:pt>
          <cx:pt idx="7282">36</cx:pt>
          <cx:pt idx="7283">49.490000000000002</cx:pt>
          <cx:pt idx="7284">71.049999999999997</cx:pt>
          <cx:pt idx="7285">140</cx:pt>
          <cx:pt idx="7286">15</cx:pt>
          <cx:pt idx="7287">90</cx:pt>
          <cx:pt idx="7288">80</cx:pt>
          <cx:pt idx="7289">49</cx:pt>
          <cx:pt idx="7290">42</cx:pt>
          <cx:pt idx="7291">85</cx:pt>
          <cx:pt idx="7292">134</cx:pt>
          <cx:pt idx="7293">95</cx:pt>
          <cx:pt idx="7294">56.899999999999999</cx:pt>
          <cx:pt idx="7295">26.489999999999998</cx:pt>
          <cx:pt idx="7296">115</cx:pt>
          <cx:pt idx="7297">34.100000000000001</cx:pt>
          <cx:pt idx="7298">118</cx:pt>
          <cx:pt idx="7299">91.855000000000004</cx:pt>
          <cx:pt idx="7300">52</cx:pt>
          <cx:pt idx="7301">28.879999999999999</cx:pt>
          <cx:pt idx="7302">105</cx:pt>
          <cx:pt idx="7303">140</cx:pt>
          <cx:pt idx="7304">64.469999999999999</cx:pt>
          <cx:pt idx="7305">105</cx:pt>
          <cx:pt idx="7306">82</cx:pt>
          <cx:pt idx="7307">38</cx:pt>
          <cx:pt idx="7308">100</cx:pt>
          <cx:pt idx="7309">34</cx:pt>
          <cx:pt idx="7310">83.739999999999995</cx:pt>
          <cx:pt idx="7311">84.030000000000001</cx:pt>
          <cx:pt idx="7312">28</cx:pt>
          <cx:pt idx="7313">200</cx:pt>
          <cx:pt idx="7314">55</cx:pt>
          <cx:pt idx="7315">210</cx:pt>
          <cx:pt idx="7316">49</cx:pt>
          <cx:pt idx="7317">74.900000000000006</cx:pt>
          <cx:pt idx="7318">65</cx:pt>
          <cx:pt idx="7319">72.900000000000006</cx:pt>
          <cx:pt idx="7320">65</cx:pt>
          <cx:pt idx="7321">168</cx:pt>
          <cx:pt idx="7322">70</cx:pt>
          <cx:pt idx="7323">55</cx:pt>
          <cx:pt idx="7324">245</cx:pt>
          <cx:pt idx="7325">120</cx:pt>
          <cx:pt idx="7326">145</cx:pt>
          <cx:pt idx="7327">30</cx:pt>
          <cx:pt idx="7328">66</cx:pt>
          <cx:pt idx="7329">72.5</cx:pt>
          <cx:pt idx="7330">50</cx:pt>
          <cx:pt idx="7331">70</cx:pt>
          <cx:pt idx="7332">54</cx:pt>
          <cx:pt idx="7333">76.180000000000007</cx:pt>
          <cx:pt idx="7334">64.790000000000006</cx:pt>
          <cx:pt idx="7335">59.469999999999999</cx:pt>
          <cx:pt idx="7336">130</cx:pt>
          <cx:pt idx="7337">42</cx:pt>
          <cx:pt idx="7338">98</cx:pt>
          <cx:pt idx="7339">95</cx:pt>
          <cx:pt idx="7340">42.869999999999997</cx:pt>
          <cx:pt idx="7341">21</cx:pt>
          <cx:pt idx="7342">46</cx:pt>
          <cx:pt idx="7343">86</cx:pt>
          <cx:pt idx="7344">20</cx:pt>
          <cx:pt idx="7345">235</cx:pt>
          <cx:pt idx="7346">54.509999999999998</cx:pt>
          <cx:pt idx="7347">40</cx:pt>
          <cx:pt idx="7348">100</cx:pt>
          <cx:pt idx="7349">69</cx:pt>
          <cx:pt idx="7350">115</cx:pt>
          <cx:pt idx="7351">34.710000000000001</cx:pt>
          <cx:pt idx="7352">34</cx:pt>
          <cx:pt idx="7353">125</cx:pt>
          <cx:pt idx="7354">61</cx:pt>
          <cx:pt idx="7355">56</cx:pt>
          <cx:pt idx="7356">35</cx:pt>
          <cx:pt idx="7357">110</cx:pt>
          <cx:pt idx="7358">64.079999999999998</cx:pt>
          <cx:pt idx="7359">65</cx:pt>
          <cx:pt idx="7360">60</cx:pt>
          <cx:pt idx="7361">78</cx:pt>
          <cx:pt idx="7362">180</cx:pt>
          <cx:pt idx="7363">48.450000000000003</cx:pt>
          <cx:pt idx="7364">78</cx:pt>
          <cx:pt idx="7365">100</cx:pt>
          <cx:pt idx="7366">43.549999999999997</cx:pt>
          <cx:pt idx="7367">82</cx:pt>
          <cx:pt idx="7368">50</cx:pt>
          <cx:pt idx="7369">95</cx:pt>
          <cx:pt idx="7370">75</cx:pt>
          <cx:pt idx="7371">160</cx:pt>
          <cx:pt idx="7372">90</cx:pt>
          <cx:pt idx="7373">58</cx:pt>
          <cx:pt idx="7374">56</cx:pt>
          <cx:pt idx="7375">69.450000000000003</cx:pt>
          <cx:pt idx="7376">73</cx:pt>
          <cx:pt idx="7377">120</cx:pt>
          <cx:pt idx="7378">121</cx:pt>
          <cx:pt idx="7379">120</cx:pt>
          <cx:pt idx="7380">103</cx:pt>
          <cx:pt idx="7381">60</cx:pt>
          <cx:pt idx="7382">86.799999999999997</cx:pt>
          <cx:pt idx="7383">65</cx:pt>
          <cx:pt idx="7384">53.119999999999997</cx:pt>
          <cx:pt idx="7385">120</cx:pt>
          <cx:pt idx="7386">88</cx:pt>
          <cx:pt idx="7387">70</cx:pt>
          <cx:pt idx="7388">110</cx:pt>
          <cx:pt idx="7389">56</cx:pt>
          <cx:pt idx="7390">68</cx:pt>
          <cx:pt idx="7391">62</cx:pt>
          <cx:pt idx="7392">68</cx:pt>
          <cx:pt idx="7393">120</cx:pt>
          <cx:pt idx="7394">199</cx:pt>
          <cx:pt idx="7395">42.25</cx:pt>
          <cx:pt idx="7396">46</cx:pt>
          <cx:pt idx="7397">37.490000000000002</cx:pt>
          <cx:pt idx="7398">52</cx:pt>
          <cx:pt idx="7399">45.899999999999999</cx:pt>
          <cx:pt idx="7400">18</cx:pt>
          <cx:pt idx="7401">55</cx:pt>
          <cx:pt idx="7402">33.640000000000001</cx:pt>
          <cx:pt idx="7403">57</cx:pt>
          <cx:pt idx="7404">120</cx:pt>
          <cx:pt idx="7405">35</cx:pt>
          <cx:pt idx="7406">66</cx:pt>
          <cx:pt idx="7407">41</cx:pt>
          <cx:pt idx="7408">100</cx:pt>
          <cx:pt idx="7409">47</cx:pt>
          <cx:pt idx="7410">43.5</cx:pt>
          <cx:pt idx="7411">53</cx:pt>
          <cx:pt idx="7412">115</cx:pt>
          <cx:pt idx="7413">35</cx:pt>
          <cx:pt idx="7414">50</cx:pt>
          <cx:pt idx="7415">51</cx:pt>
          <cx:pt idx="7416">35</cx:pt>
          <cx:pt idx="7417">28.879999999999999</cx:pt>
          <cx:pt idx="7418">83</cx:pt>
          <cx:pt idx="7419">16</cx:pt>
          <cx:pt idx="7420">53</cx:pt>
          <cx:pt idx="7421">49</cx:pt>
          <cx:pt idx="7422">47.32</cx:pt>
          <cx:pt idx="7423">34</cx:pt>
          <cx:pt idx="7424">78</cx:pt>
          <cx:pt idx="7425">51.039999999999999</cx:pt>
          <cx:pt idx="7426">51.149999999999999</cx:pt>
          <cx:pt idx="7427">125</cx:pt>
          <cx:pt idx="7428">105</cx:pt>
          <cx:pt idx="7429">47</cx:pt>
          <cx:pt idx="7430">60</cx:pt>
          <cx:pt idx="7431">126</cx:pt>
          <cx:pt idx="7432">38</cx:pt>
          <cx:pt idx="7433">180</cx:pt>
          <cx:pt idx="7434">43.899999999999999</cx:pt>
          <cx:pt idx="7435">46.5</cx:pt>
          <cx:pt idx="7436">45</cx:pt>
          <cx:pt idx="7437">46</cx:pt>
          <cx:pt idx="7438">105</cx:pt>
          <cx:pt idx="7439">65</cx:pt>
          <cx:pt idx="7440">35</cx:pt>
          <cx:pt idx="7441">130</cx:pt>
          <cx:pt idx="7442">40</cx:pt>
          <cx:pt idx="7443">35</cx:pt>
          <cx:pt idx="7444">36</cx:pt>
          <cx:pt idx="7445">160</cx:pt>
          <cx:pt idx="7446">79.465000000000003</cx:pt>
          <cx:pt idx="7447">75</cx:pt>
          <cx:pt idx="7448">47.590000000000003</cx:pt>
          <cx:pt idx="7449">265</cx:pt>
          <cx:pt idx="7450">64</cx:pt>
          <cx:pt idx="7451">40.399999999999999</cx:pt>
          <cx:pt idx="7452">95</cx:pt>
          <cx:pt idx="7453">61</cx:pt>
          <cx:pt idx="7454">92</cx:pt>
          <cx:pt idx="7455">41.380000000000003</cx:pt>
          <cx:pt idx="7456">36</cx:pt>
          <cx:pt idx="7457">65</cx:pt>
          <cx:pt idx="7458">43</cx:pt>
          <cx:pt idx="7459">45</cx:pt>
          <cx:pt idx="7460">29</cx:pt>
          <cx:pt idx="7461">47</cx:pt>
          <cx:pt idx="7462">45</cx:pt>
          <cx:pt idx="7463">27</cx:pt>
          <cx:pt idx="7464">35</cx:pt>
          <cx:pt idx="7465">60</cx:pt>
          <cx:pt idx="7466">29.449999999999999</cx:pt>
          <cx:pt idx="7467">64</cx:pt>
          <cx:pt idx="7468">130</cx:pt>
          <cx:pt idx="7469">48</cx:pt>
          <cx:pt idx="7470">50</cx:pt>
          <cx:pt idx="7471">99</cx:pt>
          <cx:pt idx="7472">103</cx:pt>
          <cx:pt idx="7473">72</cx:pt>
          <cx:pt idx="7474">110</cx:pt>
          <cx:pt idx="7475">42.810000000000002</cx:pt>
          <cx:pt idx="7476">69.890000000000001</cx:pt>
          <cx:pt idx="7477">47.590000000000003</cx:pt>
          <cx:pt idx="7478">67</cx:pt>
          <cx:pt idx="7479">58</cx:pt>
          <cx:pt idx="7480">127</cx:pt>
          <cx:pt idx="7481">75</cx:pt>
          <cx:pt idx="7482">140</cx:pt>
          <cx:pt idx="7483">33.990000000000002</cx:pt>
          <cx:pt idx="7484">100</cx:pt>
          <cx:pt idx="7485">42</cx:pt>
          <cx:pt idx="7486">62.82</cx:pt>
          <cx:pt idx="7487">32.719999999999999</cx:pt>
          <cx:pt idx="7488">88</cx:pt>
          <cx:pt idx="7489">65</cx:pt>
          <cx:pt idx="7490">63</cx:pt>
          <cx:pt idx="7491">42</cx:pt>
          <cx:pt idx="7492">11.5</cx:pt>
          <cx:pt idx="7493">63.219999999999999</cx:pt>
          <cx:pt idx="7494">92</cx:pt>
          <cx:pt idx="7495">65</cx:pt>
          <cx:pt idx="7496">75</cx:pt>
          <cx:pt idx="7497">53.759999999999998</cx:pt>
          <cx:pt idx="7498">66</cx:pt>
          <cx:pt idx="7499">60</cx:pt>
          <cx:pt idx="7500">57</cx:pt>
          <cx:pt idx="7501">142</cx:pt>
          <cx:pt idx="7502">130</cx:pt>
          <cx:pt idx="7503">80</cx:pt>
          <cx:pt idx="7504">35</cx:pt>
          <cx:pt idx="7505">75</cx:pt>
          <cx:pt idx="7506">57</cx:pt>
          <cx:pt idx="7507">65.930000000000007</cx:pt>
          <cx:pt idx="7508">60</cx:pt>
          <cx:pt idx="7509">37</cx:pt>
          <cx:pt idx="7510">33.82</cx:pt>
          <cx:pt idx="7511">165</cx:pt>
          <cx:pt idx="7512">110</cx:pt>
          <cx:pt idx="7513">56.579999999999998</cx:pt>
          <cx:pt idx="7514">30.27</cx:pt>
          <cx:pt idx="7515">249</cx:pt>
          <cx:pt idx="7516">83.299999999999997</cx:pt>
          <cx:pt idx="7517">140</cx:pt>
          <cx:pt idx="7518">55</cx:pt>
          <cx:pt idx="7519">46.549999999999997</cx:pt>
          <cx:pt idx="7520">32</cx:pt>
          <cx:pt idx="7521">40.539999999999999</cx:pt>
          <cx:pt idx="7522">29.5</cx:pt>
          <cx:pt idx="7523">60</cx:pt>
          <cx:pt idx="7524">55</cx:pt>
          <cx:pt idx="7525">68</cx:pt>
          <cx:pt idx="7526">198</cx:pt>
          <cx:pt idx="7527">90</cx:pt>
          <cx:pt idx="7528">111</cx:pt>
          <cx:pt idx="7529">72</cx:pt>
          <cx:pt idx="7530">50</cx:pt>
          <cx:pt idx="7531">89.450000000000003</cx:pt>
          <cx:pt idx="7532">90</cx:pt>
          <cx:pt idx="7533">55.975000000000001</cx:pt>
          <cx:pt idx="7534">69.099999999999994</cx:pt>
          <cx:pt idx="7535">241</cx:pt>
          <cx:pt idx="7536">36.229999999999997</cx:pt>
          <cx:pt idx="7537">85.5</cx:pt>
          <cx:pt idx="7538">120</cx:pt>
          <cx:pt idx="7539">85</cx:pt>
          <cx:pt idx="7540">25</cx:pt>
          <cx:pt idx="7541">115</cx:pt>
          <cx:pt idx="7542">79</cx:pt>
          <cx:pt idx="7543">40.539999999999999</cx:pt>
          <cx:pt idx="7544">110</cx:pt>
          <cx:pt idx="7545">52.590000000000003</cx:pt>
          <cx:pt idx="7546">105</cx:pt>
          <cx:pt idx="7547">71.194999999999993</cx:pt>
          <cx:pt idx="7548">125</cx:pt>
          <cx:pt idx="7549">75</cx:pt>
          <cx:pt idx="7550">52.810000000000002</cx:pt>
          <cx:pt idx="7551">72</cx:pt>
          <cx:pt idx="7552">42</cx:pt>
          <cx:pt idx="7553">45</cx:pt>
          <cx:pt idx="7554">206</cx:pt>
          <cx:pt idx="7555">57</cx:pt>
          <cx:pt idx="7556">48.5</cx:pt>
          <cx:pt idx="7557">58.25</cx:pt>
          <cx:pt idx="7558">86.689999999999998</cx:pt>
          <cx:pt idx="7559">64.079999999999998</cx:pt>
          <cx:pt idx="7560">38.664999999999999</cx:pt>
          <cx:pt idx="7561">107</cx:pt>
          <cx:pt idx="7562">29.449999999999999</cx:pt>
          <cx:pt idx="7563">95</cx:pt>
          <cx:pt idx="7564">58</cx:pt>
          <cx:pt idx="7565">55.850000000000001</cx:pt>
          <cx:pt idx="7566">98</cx:pt>
          <cx:pt idx="7567">68</cx:pt>
          <cx:pt idx="7568">65</cx:pt>
          <cx:pt idx="7569">122</cx:pt>
          <cx:pt idx="7570">45</cx:pt>
          <cx:pt idx="7571">119</cx:pt>
          <cx:pt idx="7572">125</cx:pt>
          <cx:pt idx="7573">91.915000000000006</cx:pt>
          <cx:pt idx="7574">63</cx:pt>
          <cx:pt idx="7575">160</cx:pt>
          <cx:pt idx="7576">86</cx:pt>
          <cx:pt idx="7577">60</cx:pt>
          <cx:pt idx="7578">80</cx:pt>
          <cx:pt idx="7579">49.899999999999999</cx:pt>
          <cx:pt idx="7580">89.900000000000006</cx:pt>
          <cx:pt idx="7581">130</cx:pt>
          <cx:pt idx="7582">160</cx:pt>
          <cx:pt idx="7583">78</cx:pt>
          <cx:pt idx="7584">98.969999999999999</cx:pt>
          <cx:pt idx="7585">45</cx:pt>
          <cx:pt idx="7586">107</cx:pt>
          <cx:pt idx="7587">93</cx:pt>
          <cx:pt idx="7588">56.5</cx:pt>
          <cx:pt idx="7589">35</cx:pt>
          <cx:pt idx="7590">51.829999999999998</cx:pt>
          <cx:pt idx="7591">194</cx:pt>
          <cx:pt idx="7592">38</cx:pt>
          <cx:pt idx="7593">95</cx:pt>
          <cx:pt idx="7594">56</cx:pt>
          <cx:pt idx="7595">45</cx:pt>
          <cx:pt idx="7596">39.140000000000001</cx:pt>
          <cx:pt idx="7597">44</cx:pt>
          <cx:pt idx="7598">35</cx:pt>
          <cx:pt idx="7599">40</cx:pt>
          <cx:pt idx="7600">89</cx:pt>
          <cx:pt idx="7601">75</cx:pt>
          <cx:pt idx="7602">40</cx:pt>
          <cx:pt idx="7603">110</cx:pt>
          <cx:pt idx="7604">44</cx:pt>
          <cx:pt idx="7605">218</cx:pt>
          <cx:pt idx="7606">104</cx:pt>
          <cx:pt idx="7607">40</cx:pt>
          <cx:pt idx="7608">27</cx:pt>
          <cx:pt idx="7609">89</cx:pt>
          <cx:pt idx="7610">77.890000000000001</cx:pt>
          <cx:pt idx="7611">67</cx:pt>
          <cx:pt idx="7612">15</cx:pt>
          <cx:pt idx="7613">85</cx:pt>
          <cx:pt idx="7614">60</cx:pt>
          <cx:pt idx="7615">175</cx:pt>
          <cx:pt idx="7616">54.789999999999999</cx:pt>
          <cx:pt idx="7617">90</cx:pt>
          <cx:pt idx="7618">52</cx:pt>
          <cx:pt idx="7619">68</cx:pt>
          <cx:pt idx="7620">130</cx:pt>
          <cx:pt idx="7621">66</cx:pt>
          <cx:pt idx="7622">80</cx:pt>
          <cx:pt idx="7623">59.5</cx:pt>
          <cx:pt idx="7624">108</cx:pt>
          <cx:pt idx="7625">30</cx:pt>
          <cx:pt idx="7626">69</cx:pt>
          <cx:pt idx="7627">37.149999999999999</cx:pt>
          <cx:pt idx="7628">41</cx:pt>
          <cx:pt idx="7629">95</cx:pt>
          <cx:pt idx="7630">37.840000000000003</cx:pt>
          <cx:pt idx="7631">98</cx:pt>
          <cx:pt idx="7632">150</cx:pt>
          <cx:pt idx="7633">55</cx:pt>
          <cx:pt idx="7634">148</cx:pt>
          <cx:pt idx="7635">75</cx:pt>
          <cx:pt idx="7636">43</cx:pt>
          <cx:pt idx="7637">55</cx:pt>
          <cx:pt idx="7638">47</cx:pt>
          <cx:pt idx="7639">105</cx:pt>
          <cx:pt idx="7640">56.719999999999999</cx:pt>
          <cx:pt idx="7641">28.274999999999999</cx:pt>
          <cx:pt idx="7642">79</cx:pt>
          <cx:pt idx="7643">52</cx:pt>
          <cx:pt idx="7644">45</cx:pt>
          <cx:pt idx="7645">46</cx:pt>
          <cx:pt idx="7646">130</cx:pt>
          <cx:pt idx="7647">60</cx:pt>
          <cx:pt idx="7648">120</cx:pt>
          <cx:pt idx="7649">36.840000000000003</cx:pt>
          <cx:pt idx="7650">85</cx:pt>
          <cx:pt idx="7651">47</cx:pt>
          <cx:pt idx="7652">44</cx:pt>
          <cx:pt idx="7653">42.295000000000002</cx:pt>
          <cx:pt idx="7654">52</cx:pt>
          <cx:pt idx="7655">48</cx:pt>
          <cx:pt idx="7656">25.5</cx:pt>
          <cx:pt idx="7657">65</cx:pt>
          <cx:pt idx="7658">260</cx:pt>
          <cx:pt idx="7659">98</cx:pt>
          <cx:pt idx="7660">38</cx:pt>
          <cx:pt idx="7661">54.200000000000003</cx:pt>
          <cx:pt idx="7662">54</cx:pt>
          <cx:pt idx="7663">56</cx:pt>
          <cx:pt idx="7664">67.489999999999995</cx:pt>
          <cx:pt idx="7665">15</cx:pt>
          <cx:pt idx="7666">125</cx:pt>
          <cx:pt idx="7667">245</cx:pt>
          <cx:pt idx="7668">37.490000000000002</cx:pt>
          <cx:pt idx="7669">32</cx:pt>
          <cx:pt idx="7670">71.219999999999999</cx:pt>
          <cx:pt idx="7671">29.5</cx:pt>
          <cx:pt idx="7672">49.5</cx:pt>
          <cx:pt idx="7673">42.5</cx:pt>
          <cx:pt idx="7674">75</cx:pt>
          <cx:pt idx="7675">190</cx:pt>
          <cx:pt idx="7676">49.43</cx:pt>
          <cx:pt idx="7677">42</cx:pt>
          <cx:pt idx="7678">47.390000000000001</cx:pt>
          <cx:pt idx="7679">77.469999999999999</cx:pt>
          <cx:pt idx="7680">85</cx:pt>
          <cx:pt idx="7681">80</cx:pt>
          <cx:pt idx="7682">65</cx:pt>
          <cx:pt idx="7683">34</cx:pt>
          <cx:pt idx="7684">55</cx:pt>
          <cx:pt idx="7685">76.129999999999995</cx:pt>
          <cx:pt idx="7686">69</cx:pt>
          <cx:pt idx="7687">61.450000000000003</cx:pt>
          <cx:pt idx="7688">110</cx:pt>
          <cx:pt idx="7689">88</cx:pt>
          <cx:pt idx="7690">47</cx:pt>
          <cx:pt idx="7691">75</cx:pt>
          <cx:pt idx="7692">44</cx:pt>
          <cx:pt idx="7693">70</cx:pt>
          <cx:pt idx="7694">126</cx:pt>
          <cx:pt idx="7695">80</cx:pt>
          <cx:pt idx="7696">50</cx:pt>
          <cx:pt idx="7697">264</cx:pt>
          <cx:pt idx="7698">51</cx:pt>
          <cx:pt idx="7699">110</cx:pt>
          <cx:pt idx="7700">52.32</cx:pt>
          <cx:pt idx="7701">36.369999999999997</cx:pt>
          <cx:pt idx="7702">42.039999999999999</cx:pt>
          <cx:pt idx="7703">78</cx:pt>
          <cx:pt idx="7704">90</cx:pt>
          <cx:pt idx="7705">80</cx:pt>
          <cx:pt idx="7706">42</cx:pt>
          <cx:pt idx="7707">77.299999999999997</cx:pt>
          <cx:pt idx="7708">38.770000000000003</cx:pt>
          <cx:pt idx="7709">19.649999999999999</cx:pt>
          <cx:pt idx="7710">45</cx:pt>
          <cx:pt idx="7711">135</cx:pt>
          <cx:pt idx="7712">59</cx:pt>
          <cx:pt idx="7713">65</cx:pt>
          <cx:pt idx="7714">67</cx:pt>
          <cx:pt idx="7715">39</cx:pt>
          <cx:pt idx="7716">68</cx:pt>
          <cx:pt idx="7717">42</cx:pt>
          <cx:pt idx="7718">62</cx:pt>
          <cx:pt idx="7719">102</cx:pt>
          <cx:pt idx="7720">124</cx:pt>
          <cx:pt idx="7721">55</cx:pt>
          <cx:pt idx="7722">225</cx:pt>
          <cx:pt idx="7723">120</cx:pt>
          <cx:pt idx="7724">17.5</cx:pt>
          <cx:pt idx="7725">75</cx:pt>
          <cx:pt idx="7726">64</cx:pt>
          <cx:pt idx="7727">27</cx:pt>
          <cx:pt idx="7728">36</cx:pt>
          <cx:pt idx="7729">25.399999999999999</cx:pt>
          <cx:pt idx="7730">100</cx:pt>
          <cx:pt idx="7731">30</cx:pt>
          <cx:pt idx="7732">122</cx:pt>
          <cx:pt idx="7733">35</cx:pt>
          <cx:pt idx="7734">75</cx:pt>
          <cx:pt idx="7735">100</cx:pt>
          <cx:pt idx="7736">56.740000000000002</cx:pt>
          <cx:pt idx="7737">160</cx:pt>
          <cx:pt idx="7738">170</cx:pt>
          <cx:pt idx="7739">72.599999999999994</cx:pt>
          <cx:pt idx="7740">125</cx:pt>
          <cx:pt idx="7741">34.460000000000001</cx:pt>
          <cx:pt idx="7742">115</cx:pt>
          <cx:pt idx="7743">300</cx:pt>
          <cx:pt idx="7744">37</cx:pt>
          <cx:pt idx="7745">142</cx:pt>
          <cx:pt idx="7746">101</cx:pt>
          <cx:pt idx="7747">59</cx:pt>
          <cx:pt idx="7748">68</cx:pt>
          <cx:pt idx="7749">39</cx:pt>
          <cx:pt idx="7750">35</cx:pt>
          <cx:pt idx="7751">42</cx:pt>
          <cx:pt idx="7752">69.25</cx:pt>
          <cx:pt idx="7753">175</cx:pt>
          <cx:pt idx="7754">73.430000000000007</cx:pt>
          <cx:pt idx="7755">60</cx:pt>
          <cx:pt idx="7756">150</cx:pt>
          <cx:pt idx="7757">63</cx:pt>
          <cx:pt idx="7758">105</cx:pt>
          <cx:pt idx="7759">83</cx:pt>
          <cx:pt idx="7760">65</cx:pt>
          <cx:pt idx="7761">46.5</cx:pt>
          <cx:pt idx="7762">52.079999999999998</cx:pt>
          <cx:pt idx="7763">290</cx:pt>
          <cx:pt idx="7764">49</cx:pt>
          <cx:pt idx="7765">45.82</cx:pt>
          <cx:pt idx="7766">112</cx:pt>
          <cx:pt idx="7767">80</cx:pt>
          <cx:pt idx="7768">125</cx:pt>
          <cx:pt idx="7769">29.969999999999999</cx:pt>
          <cx:pt idx="7770">45.329999999999998</cx:pt>
          <cx:pt idx="7771">49.490000000000002</cx:pt>
          <cx:pt idx="7772">88</cx:pt>
          <cx:pt idx="7773">83</cx:pt>
          <cx:pt idx="7774">170</cx:pt>
          <cx:pt idx="7775">101</cx:pt>
          <cx:pt idx="7776">59</cx:pt>
          <cx:pt idx="7777">53.5</cx:pt>
          <cx:pt idx="7778">32.539999999999999</cx:pt>
          <cx:pt idx="7779">48</cx:pt>
          <cx:pt idx="7780">88</cx:pt>
          <cx:pt idx="7781">62</cx:pt>
          <cx:pt idx="7782">28.5</cx:pt>
          <cx:pt idx="7783">55.079999999999998</cx:pt>
          <cx:pt idx="7784">36</cx:pt>
          <cx:pt idx="7785">225</cx:pt>
          <cx:pt idx="7786">94</cx:pt>
          <cx:pt idx="7787">120</cx:pt>
          <cx:pt idx="7788">67</cx:pt>
          <cx:pt idx="7789">52.759999999999998</cx:pt>
          <cx:pt idx="7790">45.600000000000001</cx:pt>
          <cx:pt idx="7791">75</cx:pt>
          <cx:pt idx="7792">46.329999999999998</cx:pt>
          <cx:pt idx="7793">72</cx:pt>
          <cx:pt idx="7794">64</cx:pt>
          <cx:pt idx="7795">85</cx:pt>
          <cx:pt idx="7796">65</cx:pt>
          <cx:pt idx="7797">75.969999999999999</cx:pt>
          <cx:pt idx="7798">40</cx:pt>
          <cx:pt idx="7799">107</cx:pt>
          <cx:pt idx="7800">110</cx:pt>
          <cx:pt idx="7801">59</cx:pt>
          <cx:pt idx="7802">35</cx:pt>
          <cx:pt idx="7803">100</cx:pt>
          <cx:pt idx="7804">49.969999999999999</cx:pt>
          <cx:pt idx="7805">63</cx:pt>
          <cx:pt idx="7806">42.649999999999999</cx:pt>
          <cx:pt idx="7807">40.5</cx:pt>
          <cx:pt idx="7808">88</cx:pt>
          <cx:pt idx="7809">40</cx:pt>
          <cx:pt idx="7810">181</cx:pt>
          <cx:pt idx="7811">49.5</cx:pt>
          <cx:pt idx="7812">55</cx:pt>
          <cx:pt idx="7813">33.509999999999998</cx:pt>
          <cx:pt idx="7814">55</cx:pt>
          <cx:pt idx="7815">95</cx:pt>
          <cx:pt idx="7816">50</cx:pt>
          <cx:pt idx="7817">145</cx:pt>
          <cx:pt idx="7818">101</cx:pt>
          <cx:pt idx="7819">62.710000000000001</cx:pt>
          <cx:pt idx="7820">42.810000000000002</cx:pt>
          <cx:pt idx="7821">50.920000000000002</cx:pt>
          <cx:pt idx="7822">64</cx:pt>
          <cx:pt idx="7823">63</cx:pt>
          <cx:pt idx="7824">87.799999999999997</cx:pt>
          <cx:pt idx="7825">90</cx:pt>
          <cx:pt idx="7826">34.219999999999999</cx:pt>
          <cx:pt idx="7827">45.880000000000003</cx:pt>
          <cx:pt idx="7828">62</cx:pt>
          <cx:pt idx="7829">47</cx:pt>
          <cx:pt idx="7830">56</cx:pt>
          <cx:pt idx="7831">105</cx:pt>
          <cx:pt idx="7832">189</cx:pt>
          <cx:pt idx="7833">90</cx:pt>
          <cx:pt idx="7834">275</cx:pt>
          <cx:pt idx="7835">75</cx:pt>
          <cx:pt idx="7836">41</cx:pt>
          <cx:pt idx="7837">60</cx:pt>
          <cx:pt idx="7838">300</cx:pt>
          <cx:pt idx="7839">32.369999999999997</cx:pt>
          <cx:pt idx="7840">50</cx:pt>
          <cx:pt idx="7841">51</cx:pt>
          <cx:pt idx="7842">165</cx:pt>
          <cx:pt idx="7843">38</cx:pt>
          <cx:pt idx="7844">200</cx:pt>
          <cx:pt idx="7845">200</cx:pt>
          <cx:pt idx="7846">43</cx:pt>
          <cx:pt idx="7847">75</cx:pt>
          <cx:pt idx="7848">85</cx:pt>
          <cx:pt idx="7849">75</cx:pt>
          <cx:pt idx="7850">41</cx:pt>
          <cx:pt idx="7851">110</cx:pt>
          <cx:pt idx="7852">36.280000000000001</cx:pt>
          <cx:pt idx="7853">76.180000000000007</cx:pt>
          <cx:pt idx="7854">30</cx:pt>
          <cx:pt idx="7855">27.98</cx:pt>
          <cx:pt idx="7856">74</cx:pt>
          <cx:pt idx="7857">44.799999999999997</cx:pt>
          <cx:pt idx="7858">75</cx:pt>
          <cx:pt idx="7859">39</cx:pt>
          <cx:pt idx="7860">16</cx:pt>
          <cx:pt idx="7861">55</cx:pt>
          <cx:pt idx="7862">77</cx:pt>
          <cx:pt idx="7863">90</cx:pt>
          <cx:pt idx="7864">58</cx:pt>
          <cx:pt idx="7865">100</cx:pt>
          <cx:pt idx="7866">60</cx:pt>
          <cx:pt idx="7867">38.359999999999999</cx:pt>
          <cx:pt idx="7868">112</cx:pt>
          <cx:pt idx="7869">49.5</cx:pt>
          <cx:pt idx="7870">87.540000000000006</cx:pt>
          <cx:pt idx="7871">76</cx:pt>
          <cx:pt idx="7872">45</cx:pt>
          <cx:pt idx="7873">135</cx:pt>
          <cx:pt idx="7874">103</cx:pt>
          <cx:pt idx="7875">90</cx:pt>
          <cx:pt idx="7876">60</cx:pt>
          <cx:pt idx="7877">74.030000000000001</cx:pt>
          <cx:pt idx="7878">78.569999999999993</cx:pt>
          <cx:pt idx="7879">80</cx:pt>
          <cx:pt idx="7880">120</cx:pt>
          <cx:pt idx="7881">24</cx:pt>
          <cx:pt idx="7882">32</cx:pt>
          <cx:pt idx="7883">50</cx:pt>
          <cx:pt idx="7884">197</cx:pt>
          <cx:pt idx="7885">75</cx:pt>
          <cx:pt idx="7886">75</cx:pt>
          <cx:pt idx="7887">102</cx:pt>
          <cx:pt idx="7888">106</cx:pt>
          <cx:pt idx="7889">249</cx:pt>
          <cx:pt idx="7890">35</cx:pt>
          <cx:pt idx="7891">98</cx:pt>
          <cx:pt idx="7892">44</cx:pt>
          <cx:pt idx="7893">85</cx:pt>
          <cx:pt idx="7894">54</cx:pt>
          <cx:pt idx="7895">81.549999999999997</cx:pt>
          <cx:pt idx="7896">50</cx:pt>
          <cx:pt idx="7897">72</cx:pt>
          <cx:pt idx="7898">74</cx:pt>
          <cx:pt idx="7899">65</cx:pt>
          <cx:pt idx="7900">125</cx:pt>
          <cx:pt idx="7901">70</cx:pt>
          <cx:pt idx="7902">50</cx:pt>
          <cx:pt idx="7903">61.359999999999999</cx:pt>
          <cx:pt idx="7904">30</cx:pt>
          <cx:pt idx="7905">11.5</cx:pt>
          <cx:pt idx="7906">45</cx:pt>
          <cx:pt idx="7907">301</cx:pt>
          <cx:pt idx="7908">60</cx:pt>
          <cx:pt idx="7909">52</cx:pt>
          <cx:pt idx="7910">42.829999999999998</cx:pt>
          <cx:pt idx="7911">65</cx:pt>
          <cx:pt idx="7912">54.799999999999997</cx:pt>
          <cx:pt idx="7913">40.530000000000001</cx:pt>
          <cx:pt idx="7914">50</cx:pt>
          <cx:pt idx="7915">138</cx:pt>
          <cx:pt idx="7916">52</cx:pt>
          <cx:pt idx="7917">32</cx:pt>
          <cx:pt idx="7918">125</cx:pt>
          <cx:pt idx="7919">69</cx:pt>
          <cx:pt idx="7920">40</cx:pt>
          <cx:pt idx="7921">110</cx:pt>
          <cx:pt idx="7922">48</cx:pt>
          <cx:pt idx="7923">295</cx:pt>
          <cx:pt idx="7924">94.859999999999999</cx:pt>
          <cx:pt idx="7925">75</cx:pt>
          <cx:pt idx="7926">82</cx:pt>
          <cx:pt idx="7927">51</cx:pt>
          <cx:pt idx="7928">49.609999999999999</cx:pt>
          <cx:pt idx="7929">155</cx:pt>
          <cx:pt idx="7930">35.799999999999997</cx:pt>
          <cx:pt idx="7931">20</cx:pt>
          <cx:pt idx="7932">62</cx:pt>
          <cx:pt idx="7933">126</cx:pt>
          <cx:pt idx="7934">55</cx:pt>
          <cx:pt idx="7935">66</cx:pt>
          <cx:pt idx="7936">75</cx:pt>
          <cx:pt idx="7937">104</cx:pt>
          <cx:pt idx="7938">55</cx:pt>
          <cx:pt idx="7939">22</cx:pt>
          <cx:pt idx="7940">115</cx:pt>
          <cx:pt idx="7941">79</cx:pt>
          <cx:pt idx="7942">96</cx:pt>
          <cx:pt idx="7943">70</cx:pt>
          <cx:pt idx="7944">40</cx:pt>
          <cx:pt idx="7945">204</cx:pt>
          <cx:pt idx="7946">42.600000000000001</cx:pt>
          <cx:pt idx="7947">48.380000000000003</cx:pt>
          <cx:pt idx="7948">31</cx:pt>
          <cx:pt idx="7949">42.789999999999999</cx:pt>
          <cx:pt idx="7950">56</cx:pt>
          <cx:pt idx="7951">150</cx:pt>
          <cx:pt idx="7952">120</cx:pt>
          <cx:pt idx="7953">64</cx:pt>
          <cx:pt idx="7954">170</cx:pt>
          <cx:pt idx="7955">43.5</cx:pt>
          <cx:pt idx="7956">78</cx:pt>
          <cx:pt idx="7957">73.799999999999997</cx:pt>
          <cx:pt idx="7958">55</cx:pt>
          <cx:pt idx="7959">69.969999999999999</cx:pt>
          <cx:pt idx="7960">65</cx:pt>
          <cx:pt idx="7961">68.900000000000006</cx:pt>
          <cx:pt idx="7962">107</cx:pt>
          <cx:pt idx="7963">45</cx:pt>
          <cx:pt idx="7964">42</cx:pt>
          <cx:pt idx="7965">32.990000000000002</cx:pt>
          <cx:pt idx="7966">46.5</cx:pt>
          <cx:pt idx="7967">65</cx:pt>
          <cx:pt idx="7968">31</cx:pt>
          <cx:pt idx="7969">69</cx:pt>
          <cx:pt idx="7970">51.770000000000003</cx:pt>
          <cx:pt idx="7971">42</cx:pt>
          <cx:pt idx="7972">46</cx:pt>
          <cx:pt idx="7973">37.75</cx:pt>
          <cx:pt idx="7974">64</cx:pt>
          <cx:pt idx="7975">38</cx:pt>
          <cx:pt idx="7976">110</cx:pt>
          <cx:pt idx="7977">78</cx:pt>
          <cx:pt idx="7978">80</cx:pt>
          <cx:pt idx="7979">42</cx:pt>
          <cx:pt idx="7980">48</cx:pt>
          <cx:pt idx="7981">45</cx:pt>
          <cx:pt idx="7982">25.120000000000001</cx:pt>
          <cx:pt idx="7983">56.700000000000003</cx:pt>
          <cx:pt idx="7984">95</cx:pt>
          <cx:pt idx="7985">150</cx:pt>
          <cx:pt idx="7986">185</cx:pt>
          <cx:pt idx="7987">246</cx:pt>
          <cx:pt idx="7988">49.109999999999999</cx:pt>
          <cx:pt idx="7989">79</cx:pt>
          <cx:pt idx="7990">48.020000000000003</cx:pt>
          <cx:pt idx="7991">45</cx:pt>
          <cx:pt idx="7992">38</cx:pt>
          <cx:pt idx="7993">55.469999999999999</cx:pt>
          <cx:pt idx="7994">80</cx:pt>
          <cx:pt idx="7995">164</cx:pt>
          <cx:pt idx="7996">46</cx:pt>
          <cx:pt idx="7997">140</cx:pt>
          <cx:pt idx="7998">120</cx:pt>
          <cx:pt idx="7999">60</cx:pt>
          <cx:pt idx="8000">73</cx:pt>
          <cx:pt idx="8001">93</cx:pt>
          <cx:pt idx="8002">62</cx:pt>
          <cx:pt idx="8003">55</cx:pt>
          <cx:pt idx="8004">75</cx:pt>
          <cx:pt idx="8005">28</cx:pt>
          <cx:pt idx="8006">87</cx:pt>
          <cx:pt idx="8007">34.200000000000003</cx:pt>
          <cx:pt idx="8008">250</cx:pt>
          <cx:pt idx="8009">59.399999999999999</cx:pt>
          <cx:pt idx="8010">70.5</cx:pt>
          <cx:pt idx="8011">41</cx:pt>
          <cx:pt idx="8012">69</cx:pt>
          <cx:pt idx="8013">68</cx:pt>
          <cx:pt idx="8014">97.799999999999997</cx:pt>
          <cx:pt idx="8015">33.645000000000003</cx:pt>
          <cx:pt idx="8016">101</cx:pt>
          <cx:pt idx="8017">80</cx:pt>
          <cx:pt idx="8018">72</cx:pt>
          <cx:pt idx="8019">38.399999999999999</cx:pt>
          <cx:pt idx="8020">80</cx:pt>
          <cx:pt idx="8021">65</cx:pt>
          <cx:pt idx="8022">65</cx:pt>
          <cx:pt idx="8023">105</cx:pt>
          <cx:pt idx="8024">20</cx:pt>
          <cx:pt idx="8025">35</cx:pt>
          <cx:pt idx="8026">46.799999999999997</cx:pt>
          <cx:pt idx="8027">48</cx:pt>
          <cx:pt idx="8028">32.490000000000002</cx:pt>
          <cx:pt idx="8029">32.490000000000002</cx:pt>
          <cx:pt idx="8030">85</cx:pt>
          <cx:pt idx="8031">77.609999999999999</cx:pt>
          <cx:pt idx="8032">85</cx:pt>
          <cx:pt idx="8033">34.649999999999999</cx:pt>
          <cx:pt idx="8034">120</cx:pt>
          <cx:pt idx="8035">135</cx:pt>
          <cx:pt idx="8036">35.840000000000003</cx:pt>
          <cx:pt idx="8037">67</cx:pt>
          <cx:pt idx="8038">45</cx:pt>
          <cx:pt idx="8039">65</cx:pt>
          <cx:pt idx="8040">250</cx:pt>
          <cx:pt idx="8041">85</cx:pt>
          <cx:pt idx="8042">259</cx:pt>
          <cx:pt idx="8043">98</cx:pt>
          <cx:pt idx="8044">94</cx:pt>
          <cx:pt idx="8045">130</cx:pt>
          <cx:pt idx="8046">75</cx:pt>
          <cx:pt idx="8047">60</cx:pt>
          <cx:pt idx="8048">50</cx:pt>
          <cx:pt idx="8049">73</cx:pt>
          <cx:pt idx="8050">52.200000000000003</cx:pt>
          <cx:pt idx="8051">67</cx:pt>
          <cx:pt idx="8052">21</cx:pt>
          <cx:pt idx="8053">78</cx:pt>
          <cx:pt idx="8054">29</cx:pt>
          <cx:pt idx="8055">50</cx:pt>
          <cx:pt idx="8056">58</cx:pt>
          <cx:pt idx="8057">48.950000000000003</cx:pt>
          <cx:pt idx="8058">34</cx:pt>
          <cx:pt idx="8059">42</cx:pt>
          <cx:pt idx="8060">105</cx:pt>
          <cx:pt idx="8061">35.200000000000003</cx:pt>
          <cx:pt idx="8062">69</cx:pt>
          <cx:pt idx="8063">45</cx:pt>
          <cx:pt idx="8064">200</cx:pt>
          <cx:pt idx="8065">72</cx:pt>
          <cx:pt idx="8066">80</cx:pt>
          <cx:pt idx="8067">175</cx:pt>
          <cx:pt idx="8068">95</cx:pt>
          <cx:pt idx="8069">135</cx:pt>
          <cx:pt idx="8070">290</cx:pt>
          <cx:pt idx="8071">95</cx:pt>
          <cx:pt idx="8072">46.549999999999997</cx:pt>
          <cx:pt idx="8073">130</cx:pt>
          <cx:pt idx="8074">55</cx:pt>
          <cx:pt idx="8075">50</cx:pt>
          <cx:pt idx="8076">45</cx:pt>
          <cx:pt idx="8077">35</cx:pt>
          <cx:pt idx="8078">50</cx:pt>
          <cx:pt idx="8079">188</cx:pt>
          <cx:pt idx="8080">48</cx:pt>
          <cx:pt idx="8081">198</cx:pt>
          <cx:pt idx="8082">80</cx:pt>
          <cx:pt idx="8083">54</cx:pt>
          <cx:pt idx="8084">110</cx:pt>
          <cx:pt idx="8085">57.5</cx:pt>
          <cx:pt idx="8086">70</cx:pt>
          <cx:pt idx="8087">125</cx:pt>
          <cx:pt idx="8088">55</cx:pt>
          <cx:pt idx="8089">18.5</cx:pt>
          <cx:pt idx="8090">177</cx:pt>
          <cx:pt idx="8091">130</cx:pt>
          <cx:pt idx="8092">93.5</cx:pt>
          <cx:pt idx="8093">150</cx:pt>
          <cx:pt idx="8094">105</cx:pt>
          <cx:pt idx="8095">100</cx:pt>
          <cx:pt idx="8096">95</cx:pt>
          <cx:pt idx="8097">115</cx:pt>
          <cx:pt idx="8098">22.34</cx:pt>
          <cx:pt idx="8099">73</cx:pt>
          <cx:pt idx="8100">53</cx:pt>
          <cx:pt idx="8101">56</cx:pt>
          <cx:pt idx="8102">27.68</cx:pt>
          <cx:pt idx="8103">95</cx:pt>
          <cx:pt idx="8104">88.599999999999994</cx:pt>
          <cx:pt idx="8105">110</cx:pt>
          <cx:pt idx="8106">180</cx:pt>
          <cx:pt idx="8107">50</cx:pt>
          <cx:pt idx="8108">50</cx:pt>
          <cx:pt idx="8109">34</cx:pt>
          <cx:pt idx="8110">32</cx:pt>
          <cx:pt idx="8111">45.899999999999999</cx:pt>
          <cx:pt idx="8112">86</cx:pt>
          <cx:pt idx="8113">47</cx:pt>
          <cx:pt idx="8114">105</cx:pt>
          <cx:pt idx="8115">85</cx:pt>
          <cx:pt idx="8116">36</cx:pt>
          <cx:pt idx="8117">75</cx:pt>
          <cx:pt idx="8118">77</cx:pt>
          <cx:pt idx="8119">98</cx:pt>
          <cx:pt idx="8120">55.25</cx:pt>
          <cx:pt idx="8121">72</cx:pt>
          <cx:pt idx="8122">75</cx:pt>
          <cx:pt idx="8123">197</cx:pt>
          <cx:pt idx="8124">95</cx:pt>
          <cx:pt idx="8125">70.5</cx:pt>
          <cx:pt idx="8126">112</cx:pt>
          <cx:pt idx="8127">62</cx:pt>
          <cx:pt idx="8128">130</cx:pt>
          <cx:pt idx="8129">70</cx:pt>
          <cx:pt idx="8130">58</cx:pt>
          <cx:pt idx="8131">60</cx:pt>
          <cx:pt idx="8132">190</cx:pt>
          <cx:pt idx="8133">234</cx:pt>
          <cx:pt idx="8134">97</cx:pt>
          <cx:pt idx="8135">66</cx:pt>
          <cx:pt idx="8136">44.950000000000003</cx:pt>
          <cx:pt idx="8137">47</cx:pt>
          <cx:pt idx="8138">33.840000000000003</cx:pt>
          <cx:pt idx="8139">52</cx:pt>
          <cx:pt idx="8140">57</cx:pt>
          <cx:pt idx="8141">50</cx:pt>
          <cx:pt idx="8142">110</cx:pt>
          <cx:pt idx="8143">131</cx:pt>
          <cx:pt idx="8144">65</cx:pt>
          <cx:pt idx="8145">80</cx:pt>
          <cx:pt idx="8146">70</cx:pt>
          <cx:pt idx="8147">69.180000000000007</cx:pt>
          <cx:pt idx="8148">38</cx:pt>
          <cx:pt idx="8149">72</cx:pt>
          <cx:pt idx="8150">113</cx:pt>
          <cx:pt idx="8151">50</cx:pt>
          <cx:pt idx="8152">36</cx:pt>
          <cx:pt idx="8153">66</cx:pt>
          <cx:pt idx="8154">70</cx:pt>
          <cx:pt idx="8155">65</cx:pt>
          <cx:pt idx="8156">58</cx:pt>
          <cx:pt idx="8157">55.25</cx:pt>
          <cx:pt idx="8158">45</cx:pt>
          <cx:pt idx="8159">69</cx:pt>
          <cx:pt idx="8160">52</cx:pt>
          <cx:pt idx="8161">50</cx:pt>
          <cx:pt idx="8162">80</cx:pt>
          <cx:pt idx="8163">175</cx:pt>
          <cx:pt idx="8164">90</cx:pt>
          <cx:pt idx="8165">42.670000000000002</cx:pt>
          <cx:pt idx="8166">275</cx:pt>
          <cx:pt idx="8167">125</cx:pt>
          <cx:pt idx="8168">44</cx:pt>
          <cx:pt idx="8169">71</cx:pt>
          <cx:pt idx="8170">48</cx:pt>
          <cx:pt idx="8171">49</cx:pt>
          <cx:pt idx="8172">75</cx:pt>
          <cx:pt idx="8173">48</cx:pt>
          <cx:pt idx="8174">34.219999999999999</cx:pt>
          <cx:pt idx="8175">43.82</cx:pt>
          <cx:pt idx="8176">55</cx:pt>
          <cx:pt idx="8177">28</cx:pt>
          <cx:pt idx="8178">45</cx:pt>
          <cx:pt idx="8179">54.049999999999997</cx:pt>
          <cx:pt idx="8180">50</cx:pt>
          <cx:pt idx="8181">25</cx:pt>
          <cx:pt idx="8182">75</cx:pt>
          <cx:pt idx="8183">90</cx:pt>
          <cx:pt idx="8184">99</cx:pt>
          <cx:pt idx="8185">43.659999999999997</cx:pt>
          <cx:pt idx="8186">130</cx:pt>
          <cx:pt idx="8187">28</cx:pt>
          <cx:pt idx="8188">69.230000000000004</cx:pt>
          <cx:pt idx="8189">68</cx:pt>
          <cx:pt idx="8190">28.93</cx:pt>
          <cx:pt idx="8191">64</cx:pt>
          <cx:pt idx="8192">48</cx:pt>
          <cx:pt idx="8193">38</cx:pt>
          <cx:pt idx="8194">72</cx:pt>
          <cx:pt idx="8195">252</cx:pt>
          <cx:pt idx="8196">41.939999999999998</cx:pt>
          <cx:pt idx="8197">85.200000000000003</cx:pt>
          <cx:pt idx="8198">70</cx:pt>
          <cx:pt idx="8199">40</cx:pt>
          <cx:pt idx="8200">70</cx:pt>
          <cx:pt idx="8201">40.770000000000003</cx:pt>
          <cx:pt idx="8202">118</cx:pt>
          <cx:pt idx="8203">95</cx:pt>
          <cx:pt idx="8204">70</cx:pt>
          <cx:pt idx="8205">125</cx:pt>
          <cx:pt idx="8206">46.700000000000003</cx:pt>
          <cx:pt idx="8207">115</cx:pt>
          <cx:pt idx="8208">205</cx:pt>
          <cx:pt idx="8209">110</cx:pt>
          <cx:pt idx="8210">40</cx:pt>
          <cx:pt idx="8211">68</cx:pt>
          <cx:pt idx="8212">145</cx:pt>
          <cx:pt idx="8213">85</cx:pt>
          <cx:pt idx="8214">100</cx:pt>
          <cx:pt idx="8215">53</cx:pt>
          <cx:pt idx="8216">50</cx:pt>
          <cx:pt idx="8217">97</cx:pt>
          <cx:pt idx="8218">60</cx:pt>
          <cx:pt idx="8219">65</cx:pt>
          <cx:pt idx="8220">57</cx:pt>
          <cx:pt idx="8221">50</cx:pt>
          <cx:pt idx="8222">52.969999999999999</cx:pt>
          <cx:pt idx="8223">103</cx:pt>
          <cx:pt idx="8224">55</cx:pt>
          <cx:pt idx="8225">116</cx:pt>
          <cx:pt idx="8226">220</cx:pt>
          <cx:pt idx="8227">93.010000000000005</cx:pt>
          <cx:pt idx="8228">111</cx:pt>
          <cx:pt idx="8229">95</cx:pt>
          <cx:pt idx="8230">102</cx:pt>
          <cx:pt idx="8231">48.509999999999998</cx:pt>
          <cx:pt idx="8232">95</cx:pt>
          <cx:pt idx="8233">65</cx:pt>
          <cx:pt idx="8234">27.5</cx:pt>
          <cx:pt idx="8235">83.870000000000005</cx:pt>
          <cx:pt idx="8236">62</cx:pt>
          <cx:pt idx="8237">41.130000000000003</cx:pt>
          <cx:pt idx="8238">139</cx:pt>
          <cx:pt idx="8239">145</cx:pt>
          <cx:pt idx="8240">150</cx:pt>
          <cx:pt idx="8241">75</cx:pt>
          <cx:pt idx="8242">59</cx:pt>
          <cx:pt idx="8243">49.859999999999999</cx:pt>
          <cx:pt idx="8244">133</cx:pt>
          <cx:pt idx="8245">299</cx:pt>
          <cx:pt idx="8246">56</cx:pt>
          <cx:pt idx="8247">100</cx:pt>
          <cx:pt idx="8248">67</cx:pt>
          <cx:pt idx="8249">78</cx:pt>
          <cx:pt idx="8250">55.549999999999997</cx:pt>
          <cx:pt idx="8251">41.68</cx:pt>
          <cx:pt idx="8252">57.600000000000001</cx:pt>
          <cx:pt idx="8253">120</cx:pt>
          <cx:pt idx="8254">56.450000000000003</cx:pt>
          <cx:pt idx="8255">165</cx:pt>
          <cx:pt idx="8256">71</cx:pt>
          <cx:pt idx="8257">89</cx:pt>
          <cx:pt idx="8258">100</cx:pt>
          <cx:pt idx="8259">60</cx:pt>
          <cx:pt idx="8260">62</cx:pt>
          <cx:pt idx="8261">66.329999999999998</cx:pt>
          <cx:pt idx="8262">76</cx:pt>
          <cx:pt idx="8263">76</cx:pt>
          <cx:pt idx="8264">59.899999999999999</cx:pt>
          <cx:pt idx="8265">65.450000000000003</cx:pt>
          <cx:pt idx="8266">55</cx:pt>
          <cx:pt idx="8267">90</cx:pt>
          <cx:pt idx="8268">53</cx:pt>
          <cx:pt idx="8269">90</cx:pt>
          <cx:pt idx="8270">65</cx:pt>
          <cx:pt idx="8271">240</cx:pt>
          <cx:pt idx="8272">65</cx:pt>
          <cx:pt idx="8273">77.439999999999998</cx:pt>
          <cx:pt idx="8274">49.5</cx:pt>
          <cx:pt idx="8275">140</cx:pt>
          <cx:pt idx="8276">95</cx:pt>
          <cx:pt idx="8277">70.180000000000007</cx:pt>
          <cx:pt idx="8278">40</cx:pt>
          <cx:pt idx="8279">85</cx:pt>
          <cx:pt idx="8280">75</cx:pt>
          <cx:pt idx="8281">40</cx:pt>
          <cx:pt idx="8282">66</cx:pt>
          <cx:pt idx="8283">120</cx:pt>
          <cx:pt idx="8284">130</cx:pt>
          <cx:pt idx="8285">92</cx:pt>
          <cx:pt idx="8286">105</cx:pt>
          <cx:pt idx="8287">40</cx:pt>
          <cx:pt idx="8288">55</cx:pt>
          <cx:pt idx="8289">45</cx:pt>
          <cx:pt idx="8290">67</cx:pt>
          <cx:pt idx="8291">95</cx:pt>
          <cx:pt idx="8292">55</cx:pt>
          <cx:pt idx="8293">60</cx:pt>
          <cx:pt idx="8294">29.469999999999999</cx:pt>
          <cx:pt idx="8295">65</cx:pt>
          <cx:pt idx="8296">26.010000000000002</cx:pt>
          <cx:pt idx="8297">56</cx:pt>
          <cx:pt idx="8298">33</cx:pt>
          <cx:pt idx="8299">91</cx:pt>
          <cx:pt idx="8300">55</cx:pt>
          <cx:pt idx="8301">55</cx:pt>
          <cx:pt idx="8302">60.799999999999997</cx:pt>
          <cx:pt idx="8303">44</cx:pt>
          <cx:pt idx="8304">28</cx:pt>
          <cx:pt idx="8305">46.450000000000003</cx:pt>
          <cx:pt idx="8306">275</cx:pt>
          <cx:pt idx="8307">46</cx:pt>
          <cx:pt idx="8308">100</cx:pt>
          <cx:pt idx="8309">72</cx:pt>
          <cx:pt idx="8310">56</cx:pt>
          <cx:pt idx="8311">30.75</cx:pt>
          <cx:pt idx="8312">66.879999999999995</cx:pt>
          <cx:pt idx="8313">59</cx:pt>
          <cx:pt idx="8314">44.799999999999997</cx:pt>
          <cx:pt idx="8315">44</cx:pt>
          <cx:pt idx="8316">57.149999999999999</cx:pt>
          <cx:pt idx="8317">39</cx:pt>
          <cx:pt idx="8318">48.600000000000001</cx:pt>
          <cx:pt idx="8319">20</cx:pt>
          <cx:pt idx="8320">77</cx:pt>
          <cx:pt idx="8321">33.509999999999998</cx:pt>
          <cx:pt idx="8322">139</cx:pt>
          <cx:pt idx="8323">100</cx:pt>
          <cx:pt idx="8324">52</cx:pt>
          <cx:pt idx="8325">129</cx:pt>
          <cx:pt idx="8326">32</cx:pt>
          <cx:pt idx="8327">124</cx:pt>
          <cx:pt idx="8328">77.25</cx:pt>
          <cx:pt idx="8329">84</cx:pt>
          <cx:pt idx="8330">56</cx:pt>
          <cx:pt idx="8331">85</cx:pt>
          <cx:pt idx="8332">49.5</cx:pt>
          <cx:pt idx="8333">64.620000000000005</cx:pt>
          <cx:pt idx="8334">132</cx:pt>
          <cx:pt idx="8335">35</cx:pt>
          <cx:pt idx="8336">70</cx:pt>
          <cx:pt idx="8337">114</cx:pt>
          <cx:pt idx="8338">154</cx:pt>
          <cx:pt idx="8339">125</cx:pt>
          <cx:pt idx="8340">79.5</cx:pt>
          <cx:pt idx="8341">89</cx:pt>
          <cx:pt idx="8342">46</cx:pt>
          <cx:pt idx="8343">40.5</cx:pt>
          <cx:pt idx="8344">72</cx:pt>
          <cx:pt idx="8345">80</cx:pt>
          <cx:pt idx="8346">28.5</cx:pt>
          <cx:pt idx="8347">69.569999999999993</cx:pt>
          <cx:pt idx="8348">65</cx:pt>
          <cx:pt idx="8349">36</cx:pt>
          <cx:pt idx="8350">75</cx:pt>
          <cx:pt idx="8351">56</cx:pt>
          <cx:pt idx="8352">66</cx:pt>
          <cx:pt idx="8353">73</cx:pt>
          <cx:pt idx="8354">46</cx:pt>
          <cx:pt idx="8355">115</cx:pt>
          <cx:pt idx="8356">55</cx:pt>
          <cx:pt idx="8357">105</cx:pt>
          <cx:pt idx="8358">45</cx:pt>
          <cx:pt idx="8359">100</cx:pt>
          <cx:pt idx="8360">35.25</cx:pt>
          <cx:pt idx="8361">35</cx:pt>
          <cx:pt idx="8362">39</cx:pt>
          <cx:pt idx="8363">89.5</cx:pt>
          <cx:pt idx="8364">85</cx:pt>
          <cx:pt idx="8365">150</cx:pt>
          <cx:pt idx="8366">32.600000000000001</cx:pt>
          <cx:pt idx="8367">97</cx:pt>
          <cx:pt idx="8368">165</cx:pt>
          <cx:pt idx="8369">46</cx:pt>
          <cx:pt idx="8370">51.5</cx:pt>
          <cx:pt idx="8371">69</cx:pt>
          <cx:pt idx="8372">58</cx:pt>
          <cx:pt idx="8373">60.549999999999997</cx:pt>
          <cx:pt idx="8374">38</cx:pt>
          <cx:pt idx="8375">76</cx:pt>
          <cx:pt idx="8376">91.480000000000004</cx:pt>
          <cx:pt idx="8377">85</cx:pt>
          <cx:pt idx="8378">25</cx:pt>
          <cx:pt idx="8379">115</cx:pt>
          <cx:pt idx="8380">66</cx:pt>
          <cx:pt idx="8381">60</cx:pt>
          <cx:pt idx="8382">44</cx:pt>
          <cx:pt idx="8383">77.930000000000007</cx:pt>
          <cx:pt idx="8384">100</cx:pt>
          <cx:pt idx="8385">68</cx:pt>
          <cx:pt idx="8386">80.040000000000006</cx:pt>
          <cx:pt idx="8387">56</cx:pt>
          <cx:pt idx="8388">79</cx:pt>
          <cx:pt idx="8389">85</cx:pt>
          <cx:pt idx="8390">27</cx:pt>
          <cx:pt idx="8391">98</cx:pt>
          <cx:pt idx="8392">99.390000000000001</cx:pt>
          <cx:pt idx="8393">135</cx:pt>
          <cx:pt idx="8394">64.079999999999998</cx:pt>
          <cx:pt idx="8395">25</cx:pt>
          <cx:pt idx="8396">135</cx:pt>
          <cx:pt idx="8397">52.5</cx:pt>
          <cx:pt idx="8398">50</cx:pt>
          <cx:pt idx="8399">58</cx:pt>
          <cx:pt idx="8400">39</cx:pt>
          <cx:pt idx="8401">37</cx:pt>
          <cx:pt idx="8402">59</cx:pt>
          <cx:pt idx="8403">135</cx:pt>
          <cx:pt idx="8404">45</cx:pt>
          <cx:pt idx="8405">68</cx:pt>
          <cx:pt idx="8406">46</cx:pt>
          <cx:pt idx="8407">85</cx:pt>
          <cx:pt idx="8408">130</cx:pt>
          <cx:pt idx="8409">112</cx:pt>
          <cx:pt idx="8410">90</cx:pt>
          <cx:pt idx="8411">72</cx:pt>
          <cx:pt idx="8412">51</cx:pt>
          <cx:pt idx="8413">60.479999999999997</cx:pt>
          <cx:pt idx="8414">28.18</cx:pt>
          <cx:pt idx="8415">175</cx:pt>
          <cx:pt idx="8416">52</cx:pt>
          <cx:pt idx="8417">46</cx:pt>
          <cx:pt idx="8418">36.100000000000001</cx:pt>
          <cx:pt idx="8419">60</cx:pt>
          <cx:pt idx="8420">59</cx:pt>
          <cx:pt idx="8421">58</cx:pt>
          <cx:pt idx="8422">118</cx:pt>
          <cx:pt idx="8423">37</cx:pt>
          <cx:pt idx="8424">77.989999999999995</cx:pt>
          <cx:pt idx="8425">250</cx:pt>
          <cx:pt idx="8426">85</cx:pt>
          <cx:pt idx="8427">68</cx:pt>
          <cx:pt idx="8428">53</cx:pt>
          <cx:pt idx="8429">19.899999999999999</cx:pt>
          <cx:pt idx="8430">70</cx:pt>
          <cx:pt idx="8431">115</cx:pt>
          <cx:pt idx="8432">40.450000000000003</cx:pt>
          <cx:pt idx="8433">48.75</cx:pt>
          <cx:pt idx="8434">30.760000000000002</cx:pt>
          <cx:pt idx="8435">90</cx:pt>
          <cx:pt idx="8436">50</cx:pt>
          <cx:pt idx="8437">110</cx:pt>
          <cx:pt idx="8438">47</cx:pt>
          <cx:pt idx="8439">33.43</cx:pt>
          <cx:pt idx="8440">52</cx:pt>
          <cx:pt idx="8441">75</cx:pt>
          <cx:pt idx="8442">35</cx:pt>
          <cx:pt idx="8443">44</cx:pt>
          <cx:pt idx="8444">71</cx:pt>
          <cx:pt idx="8445">53.5</cx:pt>
          <cx:pt idx="8446">62</cx:pt>
          <cx:pt idx="8447">40.210000000000001</cx:pt>
          <cx:pt idx="8448">120</cx:pt>
          <cx:pt idx="8449">120</cx:pt>
          <cx:pt idx="8450">58</cx:pt>
          <cx:pt idx="8451">81</cx:pt>
          <cx:pt idx="8452">45</cx:pt>
          <cx:pt idx="8453">55.600000000000001</cx:pt>
          <cx:pt idx="8454">95</cx:pt>
          <cx:pt idx="8455">85</cx:pt>
          <cx:pt idx="8456">40</cx:pt>
          <cx:pt idx="8457">33.700000000000003</cx:pt>
          <cx:pt idx="8458">60</cx:pt>
          <cx:pt idx="8459">185</cx:pt>
          <cx:pt idx="8460">142</cx:pt>
          <cx:pt idx="8461">92.689999999999998</cx:pt>
          <cx:pt idx="8462">125</cx:pt>
          <cx:pt idx="8463">95</cx:pt>
          <cx:pt idx="8464">77</cx:pt>
          <cx:pt idx="8465">120</cx:pt>
          <cx:pt idx="8466">80</cx:pt>
          <cx:pt idx="8467">31.100000000000001</cx:pt>
          <cx:pt idx="8468">78</cx:pt>
          <cx:pt idx="8469">96</cx:pt>
          <cx:pt idx="8470">65</cx:pt>
          <cx:pt idx="8471">220</cx:pt>
          <cx:pt idx="8472">48.659999999999997</cx:pt>
          <cx:pt idx="8473">58</cx:pt>
          <cx:pt idx="8474">185</cx:pt>
          <cx:pt idx="8475">81</cx:pt>
          <cx:pt idx="8476">70.989999999999995</cx:pt>
          <cx:pt idx="8477">45.509999999999998</cx:pt>
          <cx:pt idx="8478">75</cx:pt>
          <cx:pt idx="8479">89</cx:pt>
          <cx:pt idx="8480">55.780000000000001</cx:pt>
          <cx:pt idx="8481">59</cx:pt>
          <cx:pt idx="8482">70</cx:pt>
          <cx:pt idx="8483">108</cx:pt>
          <cx:pt idx="8484">38</cx:pt>
          <cx:pt idx="8485">29.609999999999999</cx:pt>
          <cx:pt idx="8486">67.480000000000004</cx:pt>
          <cx:pt idx="8487">34.770000000000003</cx:pt>
          <cx:pt idx="8488">45</cx:pt>
          <cx:pt idx="8489">65</cx:pt>
          <cx:pt idx="8490">52</cx:pt>
          <cx:pt idx="8491">60</cx:pt>
          <cx:pt idx="8492">230</cx:pt>
          <cx:pt idx="8493">122</cx:pt>
          <cx:pt idx="8494">70</cx:pt>
          <cx:pt idx="8495">70</cx:pt>
          <cx:pt idx="8496">27.565000000000001</cx:pt>
          <cx:pt idx="8497">70</cx:pt>
          <cx:pt idx="8498">57</cx:pt>
          <cx:pt idx="8499">48</cx:pt>
          <cx:pt idx="8500">150</cx:pt>
          <cx:pt idx="8501">103</cx:pt>
          <cx:pt idx="8502">47.420000000000002</cx:pt>
          <cx:pt idx="8503">69</cx:pt>
          <cx:pt idx="8504">230</cx:pt>
          <cx:pt idx="8505">39.979999999999997</cx:pt>
          <cx:pt idx="8506">92</cx:pt>
          <cx:pt idx="8507">76</cx:pt>
          <cx:pt idx="8508">225</cx:pt>
          <cx:pt idx="8509">120</cx:pt>
          <cx:pt idx="8510">55</cx:pt>
          <cx:pt idx="8511">51</cx:pt>
          <cx:pt idx="8512">25.399999999999999</cx:pt>
          <cx:pt idx="8513">115</cx:pt>
          <cx:pt idx="8514">72</cx:pt>
          <cx:pt idx="8515">40</cx:pt>
          <cx:pt idx="8516">30.350000000000001</cx:pt>
          <cx:pt idx="8517">68</cx:pt>
          <cx:pt idx="8518">105</cx:pt>
          <cx:pt idx="8519">182</cx:pt>
          <cx:pt idx="8520">31.899999999999999</cx:pt>
          <cx:pt idx="8521">67</cx:pt>
          <cx:pt idx="8522">145</cx:pt>
          <cx:pt idx="8523">109</cx:pt>
          <cx:pt idx="8524">32</cx:pt>
          <cx:pt idx="8525">58</cx:pt>
          <cx:pt idx="8526">75</cx:pt>
          <cx:pt idx="8527">50</cx:pt>
          <cx:pt idx="8528">25.989999999999998</cx:pt>
          <cx:pt idx="8529">42</cx:pt>
          <cx:pt idx="8530">48.100000000000001</cx:pt>
          <cx:pt idx="8531">62</cx:pt>
          <cx:pt idx="8532">63</cx:pt>
          <cx:pt idx="8533">24.899999999999999</cx:pt>
          <cx:pt idx="8534">30.129999999999999</cx:pt>
          <cx:pt idx="8535">115</cx:pt>
          <cx:pt idx="8536">112</cx:pt>
          <cx:pt idx="8537">45</cx:pt>
          <cx:pt idx="8538">80</cx:pt>
          <cx:pt idx="8539">65</cx:pt>
          <cx:pt idx="8540">93.25</cx:pt>
          <cx:pt idx="8541">145</cx:pt>
          <cx:pt idx="8542">138</cx:pt>
          <cx:pt idx="8543">45</cx:pt>
          <cx:pt idx="8544">69.840000000000003</cx:pt>
          <cx:pt idx="8545">69</cx:pt>
          <cx:pt idx="8546">65</cx:pt>
          <cx:pt idx="8547">35</cx:pt>
          <cx:pt idx="8548">33.509999999999998</cx:pt>
          <cx:pt idx="8549">61.950000000000003</cx:pt>
          <cx:pt idx="8550">85</cx:pt>
          <cx:pt idx="8551">41</cx:pt>
          <cx:pt idx="8552">182</cx:pt>
          <cx:pt idx="8553">58</cx:pt>
          <cx:pt idx="8554">145</cx:pt>
          <cx:pt idx="8555">135</cx:pt>
          <cx:pt idx="8556">65</cx:pt>
          <cx:pt idx="8557">25</cx:pt>
          <cx:pt idx="8558">60</cx:pt>
          <cx:pt idx="8559">71.730000000000004</cx:pt>
          <cx:pt idx="8560">40</cx:pt>
          <cx:pt idx="8561">27.600000000000001</cx:pt>
          <cx:pt idx="8562">56.700000000000003</cx:pt>
          <cx:pt idx="8563">65</cx:pt>
          <cx:pt idx="8564">38.950000000000003</cx:pt>
          <cx:pt idx="8565">29.5</cx:pt>
          <cx:pt idx="8566">40.450000000000003</cx:pt>
          <cx:pt idx="8567">145</cx:pt>
          <cx:pt idx="8568">16.5</cx:pt>
          <cx:pt idx="8569">18</cx:pt>
          <cx:pt idx="8570">120</cx:pt>
          <cx:pt idx="8571">55.43</cx:pt>
          <cx:pt idx="8572">67.549999999999997</cx:pt>
          <cx:pt idx="8573">189</cx:pt>
          <cx:pt idx="8574">63</cx:pt>
          <cx:pt idx="8575">129</cx:pt>
          <cx:pt idx="8576">73.870000000000005</cx:pt>
          <cx:pt idx="8577">64.079999999999998</cx:pt>
          <cx:pt idx="8578">73</cx:pt>
          <cx:pt idx="8579">42</cx:pt>
          <cx:pt idx="8580">53.109999999999999</cx:pt>
          <cx:pt idx="8581">62</cx:pt>
          <cx:pt idx="8582">45</cx:pt>
          <cx:pt idx="8583">75</cx:pt>
          <cx:pt idx="8584">76</cx:pt>
          <cx:pt idx="8585">26.850000000000001</cx:pt>
          <cx:pt idx="8586">48</cx:pt>
          <cx:pt idx="8587">134</cx:pt>
          <cx:pt idx="8588">55</cx:pt>
          <cx:pt idx="8589">65</cx:pt>
          <cx:pt idx="8590">36</cx:pt>
          <cx:pt idx="8591">33</cx:pt>
          <cx:pt idx="8592">85</cx:pt>
          <cx:pt idx="8593">75</cx:pt>
          <cx:pt idx="8594">30</cx:pt>
          <cx:pt idx="8595">115</cx:pt>
          <cx:pt idx="8596">35</cx:pt>
          <cx:pt idx="8597">33</cx:pt>
          <cx:pt idx="8598">153.5</cx:pt>
          <cx:pt idx="8599">140</cx:pt>
          <cx:pt idx="8600">37.5</cx:pt>
          <cx:pt idx="8601">80</cx:pt>
          <cx:pt idx="8602">51</cx:pt>
          <cx:pt idx="8603">75</cx:pt>
          <cx:pt idx="8604">87</cx:pt>
          <cx:pt idx="8605">25.879999999999999</cx:pt>
          <cx:pt idx="8606">90</cx:pt>
          <cx:pt idx="8607">155</cx:pt>
          <cx:pt idx="8608">40</cx:pt>
          <cx:pt idx="8609">46</cx:pt>
          <cx:pt idx="8610">92.129999999999995</cx:pt>
          <cx:pt idx="8611">67.379999999999995</cx:pt>
          <cx:pt idx="8612">31.48</cx:pt>
          <cx:pt idx="8613">51.100000000000001</cx:pt>
          <cx:pt idx="8614">145</cx:pt>
          <cx:pt idx="8615">52</cx:pt>
          <cx:pt idx="8616">42</cx:pt>
          <cx:pt idx="8617">65</cx:pt>
          <cx:pt idx="8618">40.5</cx:pt>
          <cx:pt idx="8619">51.659999999999997</cx:pt>
          <cx:pt idx="8620">131</cx:pt>
          <cx:pt idx="8621">55</cx:pt>
          <cx:pt idx="8622">60</cx:pt>
          <cx:pt idx="8623">36.100000000000001</cx:pt>
          <cx:pt idx="8624">80</cx:pt>
          <cx:pt idx="8625">37.799999999999997</cx:pt>
          <cx:pt idx="8626">50</cx:pt>
          <cx:pt idx="8627">35</cx:pt>
          <cx:pt idx="8628">50</cx:pt>
          <cx:pt idx="8629">127</cx:pt>
          <cx:pt idx="8630">20</cx:pt>
          <cx:pt idx="8631">252</cx:pt>
          <cx:pt idx="8632">38.369999999999997</cx:pt>
          <cx:pt idx="8633">55</cx:pt>
          <cx:pt idx="8634">157</cx:pt>
          <cx:pt idx="8635">42.149999999999999</cx:pt>
          <cx:pt idx="8636">47.359999999999999</cx:pt>
          <cx:pt idx="8637">85</cx:pt>
          <cx:pt idx="8638">32.899999999999999</cx:pt>
          <cx:pt idx="8639">85.5</cx:pt>
          <cx:pt idx="8640">72</cx:pt>
          <cx:pt idx="8641">180</cx:pt>
          <cx:pt idx="8642">69</cx:pt>
          <cx:pt idx="8643">150</cx:pt>
          <cx:pt idx="8644">8</cx:pt>
          <cx:pt idx="8645">14</cx:pt>
          <cx:pt idx="8646">68</cx:pt>
          <cx:pt idx="8647">44.960000000000001</cx:pt>
          <cx:pt idx="8648">51</cx:pt>
          <cx:pt idx="8649">92</cx:pt>
          <cx:pt idx="8650">65</cx:pt>
          <cx:pt idx="8651">175</cx:pt>
          <cx:pt idx="8652">211</cx:pt>
          <cx:pt idx="8653">31.149999999999999</cx:pt>
          <cx:pt idx="8654">120</cx:pt>
          <cx:pt idx="8655">46.25</cx:pt>
          <cx:pt idx="8656">33.659999999999997</cx:pt>
          <cx:pt idx="8657">90</cx:pt>
          <cx:pt idx="8658">65</cx:pt>
          <cx:pt idx="8659">55</cx:pt>
          <cx:pt idx="8660">80</cx:pt>
          <cx:pt idx="8661">70</cx:pt>
          <cx:pt idx="8662">35</cx:pt>
          <cx:pt idx="8663">121</cx:pt>
          <cx:pt idx="8664">68.319999999999993</cx:pt>
          <cx:pt idx="8665">46</cx:pt>
          <cx:pt idx="8666">73</cx:pt>
          <cx:pt idx="8667">48.899999999999999</cx:pt>
          <cx:pt idx="8668">29</cx:pt>
          <cx:pt idx="8669">245</cx:pt>
          <cx:pt idx="8670">90</cx:pt>
          <cx:pt idx="8671">45.909999999999997</cx:pt>
          <cx:pt idx="8672">50.170000000000002</cx:pt>
          <cx:pt idx="8673">161</cx:pt>
          <cx:pt idx="8674">60</cx:pt>
          <cx:pt idx="8675">130</cx:pt>
          <cx:pt idx="8676">44.420000000000002</cx:pt>
          <cx:pt idx="8677">86</cx:pt>
          <cx:pt idx="8678">62.424999999999997</cx:pt>
          <cx:pt idx="8679">86.650000000000006</cx:pt>
          <cx:pt idx="8680">85.5</cx:pt>
          <cx:pt idx="8681">87</cx:pt>
          <cx:pt idx="8682">85</cx:pt>
          <cx:pt idx="8683">32.920000000000002</cx:pt>
          <cx:pt idx="8684">27</cx:pt>
          <cx:pt idx="8685">83</cx:pt>
          <cx:pt idx="8686">39</cx:pt>
          <cx:pt idx="8687">149</cx:pt>
          <cx:pt idx="8688">100</cx:pt>
          <cx:pt idx="8689">80</cx:pt>
          <cx:pt idx="8690">40</cx:pt>
          <cx:pt idx="8691">90</cx:pt>
          <cx:pt idx="8692">130</cx:pt>
          <cx:pt idx="8693">31.989999999999998</cx:pt>
          <cx:pt idx="8694">53</cx:pt>
          <cx:pt idx="8695">50</cx:pt>
          <cx:pt idx="8696">61</cx:pt>
          <cx:pt idx="8697">188</cx:pt>
          <cx:pt idx="8698">162</cx:pt>
          <cx:pt idx="8699">160</cx:pt>
          <cx:pt idx="8700">150</cx:pt>
          <cx:pt idx="8701">52.859999999999999</cx:pt>
          <cx:pt idx="8702">45</cx:pt>
          <cx:pt idx="8703">50.75</cx:pt>
          <cx:pt idx="8704">131</cx:pt>
          <cx:pt idx="8705">71</cx:pt>
          <cx:pt idx="8706">195</cx:pt>
          <cx:pt idx="8707">70</cx:pt>
          <cx:pt idx="8708">35</cx:pt>
          <cx:pt idx="8709">47.25</cx:pt>
          <cx:pt idx="8710">27</cx:pt>
          <cx:pt idx="8711">110</cx:pt>
          <cx:pt idx="8712">36.850000000000001</cx:pt>
          <cx:pt idx="8713">110</cx:pt>
          <cx:pt idx="8714">95</cx:pt>
          <cx:pt idx="8715">92</cx:pt>
          <cx:pt idx="8716">54</cx:pt>
          <cx:pt idx="8717">39.079999999999998</cx:pt>
          <cx:pt idx="8718">60</cx:pt>
          <cx:pt idx="8719">51.5</cx:pt>
          <cx:pt idx="8720">255</cx:pt>
          <cx:pt idx="8721">46</cx:pt>
          <cx:pt idx="8722">80</cx:pt>
          <cx:pt idx="8723">95</cx:pt>
          <cx:pt idx="8724">31</cx:pt>
          <cx:pt idx="8725">72</cx:pt>
          <cx:pt idx="8726">160</cx:pt>
          <cx:pt idx="8727">60</cx:pt>
          <cx:pt idx="8728">69</cx:pt>
          <cx:pt idx="8729">36.280000000000001</cx:pt>
          <cx:pt idx="8730">69.180000000000007</cx:pt>
          <cx:pt idx="8731">55</cx:pt>
          <cx:pt idx="8732">75</cx:pt>
          <cx:pt idx="8733">33.840000000000003</cx:pt>
          <cx:pt idx="8734">60</cx:pt>
          <cx:pt idx="8735">55</cx:pt>
          <cx:pt idx="8736">45</cx:pt>
          <cx:pt idx="8737">235</cx:pt>
          <cx:pt idx="8738">55</cx:pt>
          <cx:pt idx="8739">150</cx:pt>
          <cx:pt idx="8740">37</cx:pt>
          <cx:pt idx="8741">60</cx:pt>
          <cx:pt idx="8742">37</cx:pt>
          <cx:pt idx="8743">90</cx:pt>
          <cx:pt idx="8744">57</cx:pt>
          <cx:pt idx="8745">112</cx:pt>
          <cx:pt idx="8746">69.900000000000006</cx:pt>
          <cx:pt idx="8747">49</cx:pt>
          <cx:pt idx="8748">34</cx:pt>
          <cx:pt idx="8749">54</cx:pt>
          <cx:pt idx="8750">40</cx:pt>
          <cx:pt idx="8751">54.789999999999999</cx:pt>
          <cx:pt idx="8752">106</cx:pt>
          <cx:pt idx="8753">70</cx:pt>
          <cx:pt idx="8754">110</cx:pt>
          <cx:pt idx="8755">34</cx:pt>
          <cx:pt idx="8756">32</cx:pt>
          <cx:pt idx="8757">65</cx:pt>
          <cx:pt idx="8758">145</cx:pt>
          <cx:pt idx="8759">37.009999999999998</cx:pt>
          <cx:pt idx="8760">38</cx:pt>
          <cx:pt idx="8761">50</cx:pt>
          <cx:pt idx="8762">104</cx:pt>
          <cx:pt idx="8763">46</cx:pt>
          <cx:pt idx="8764">66</cx:pt>
          <cx:pt idx="8765">57</cx:pt>
          <cx:pt idx="8766">36</cx:pt>
          <cx:pt idx="8767">73.200000000000003</cx:pt>
          <cx:pt idx="8768">43</cx:pt>
          <cx:pt idx="8769">125</cx:pt>
          <cx:pt idx="8770">62</cx:pt>
          <cx:pt idx="8771">26.91</cx:pt>
          <cx:pt idx="8772">78.739999999999995</cx:pt>
          <cx:pt idx="8773">40</cx:pt>
          <cx:pt idx="8774">160</cx:pt>
          <cx:pt idx="8775">44</cx:pt>
          <cx:pt idx="8776">20</cx:pt>
          <cx:pt idx="8777">140</cx:pt>
          <cx:pt idx="8778">42</cx:pt>
          <cx:pt idx="8779">45</cx:pt>
          <cx:pt idx="8780">55</cx:pt>
          <cx:pt idx="8781">32</cx:pt>
          <cx:pt idx="8782">92</cx:pt>
          <cx:pt idx="8783">63</cx:pt>
          <cx:pt idx="8784">41</cx:pt>
          <cx:pt idx="8785">50</cx:pt>
          <cx:pt idx="8786">27</cx:pt>
          <cx:pt idx="8787">32.390000000000001</cx:pt>
          <cx:pt idx="8788">58</cx:pt>
          <cx:pt idx="8789">20</cx:pt>
          <cx:pt idx="8790">58</cx:pt>
          <cx:pt idx="8791">75</cx:pt>
          <cx:pt idx="8792">108</cx:pt>
          <cx:pt idx="8793">125</cx:pt>
          <cx:pt idx="8794">42</cx:pt>
          <cx:pt idx="8795">230</cx:pt>
          <cx:pt idx="8796">65</cx:pt>
          <cx:pt idx="8797">81</cx:pt>
          <cx:pt idx="8798">37.490000000000002</cx:pt>
          <cx:pt idx="8799">87</cx:pt>
          <cx:pt idx="8800">107</cx:pt>
          <cx:pt idx="8801">196</cx:pt>
          <cx:pt idx="8802">102.92</cx:pt>
          <cx:pt idx="8803">72</cx:pt>
          <cx:pt idx="8804">130</cx:pt>
          <cx:pt idx="8805">99</cx:pt>
          <cx:pt idx="8806">170</cx:pt>
          <cx:pt idx="8807">78</cx:pt>
          <cx:pt idx="8808">150</cx:pt>
          <cx:pt idx="8809">40</cx:pt>
          <cx:pt idx="8810">74.030000000000001</cx:pt>
          <cx:pt idx="8811">33.950000000000003</cx:pt>
          <cx:pt idx="8812">57</cx:pt>
          <cx:pt idx="8813">97</cx:pt>
          <cx:pt idx="8814">85</cx:pt>
          <cx:pt idx="8815">85</cx:pt>
          <cx:pt idx="8816">110</cx:pt>
          <cx:pt idx="8817">29</cx:pt>
          <cx:pt idx="8818">70</cx:pt>
          <cx:pt idx="8819">55</cx:pt>
          <cx:pt idx="8820">70</cx:pt>
          <cx:pt idx="8821">55</cx:pt>
          <cx:pt idx="8822">74</cx:pt>
          <cx:pt idx="8823">60</cx:pt>
          <cx:pt idx="8824">39</cx:pt>
          <cx:pt idx="8825">51</cx:pt>
          <cx:pt idx="8826">38</cx:pt>
          <cx:pt idx="8827">54.200000000000003</cx:pt>
          <cx:pt idx="8828">150</cx:pt>
          <cx:pt idx="8829">175</cx:pt>
          <cx:pt idx="8830">51.909999999999997</cx:pt>
          <cx:pt idx="8831">115</cx:pt>
          <cx:pt idx="8832">49</cx:pt>
          <cx:pt idx="8833">83</cx:pt>
          <cx:pt idx="8834">91.650000000000006</cx:pt>
          <cx:pt idx="8835">76</cx:pt>
          <cx:pt idx="8836">76.180000000000007</cx:pt>
          <cx:pt idx="8837">170</cx:pt>
          <cx:pt idx="8838">34.649999999999999</cx:pt>
          <cx:pt idx="8839">45</cx:pt>
          <cx:pt idx="8840">151</cx:pt>
          <cx:pt idx="8841">225</cx:pt>
          <cx:pt idx="8842">46</cx:pt>
          <cx:pt idx="8843">45</cx:pt>
          <cx:pt idx="8844">107</cx:pt>
          <cx:pt idx="8845">130</cx:pt>
          <cx:pt idx="8846">63</cx:pt>
          <cx:pt idx="8847">27</cx:pt>
          <cx:pt idx="8848">180</cx:pt>
          <cx:pt idx="8849">125</cx:pt>
          <cx:pt idx="8850">39.770000000000003</cx:pt>
          <cx:pt idx="8851">38</cx:pt>
          <cx:pt idx="8852">36</cx:pt>
          <cx:pt idx="8853">73</cx:pt>
          <cx:pt idx="8854">39.899999999999999</cx:pt>
          <cx:pt idx="8855">56</cx:pt>
          <cx:pt idx="8856">240</cx:pt>
          <cx:pt idx="8857">55</cx:pt>
          <cx:pt idx="8858">133</cx:pt>
          <cx:pt idx="8859">54</cx:pt>
          <cx:pt idx="8860">80</cx:pt>
          <cx:pt idx="8861">23</cx:pt>
          <cx:pt idx="8862">48</cx:pt>
          <cx:pt idx="8863">74</cx:pt>
          <cx:pt idx="8864">113</cx:pt>
          <cx:pt idx="8865">60</cx:pt>
          <cx:pt idx="8866">100</cx:pt>
          <cx:pt idx="8867">66.25</cx:pt>
          <cx:pt idx="8868">37.619999999999997</cx:pt>
          <cx:pt idx="8869">57</cx:pt>
          <cx:pt idx="8870">78</cx:pt>
          <cx:pt idx="8871">65</cx:pt>
          <cx:pt idx="8872">55.149999999999999</cx:pt>
          <cx:pt idx="8873">60</cx:pt>
          <cx:pt idx="8874">92.590000000000003</cx:pt>
          <cx:pt idx="8875">150</cx:pt>
          <cx:pt idx="8876">85</cx:pt>
          <cx:pt idx="8877">42</cx:pt>
          <cx:pt idx="8878">62</cx:pt>
          <cx:pt idx="8879">39.890000000000001</cx:pt>
          <cx:pt idx="8880">70</cx:pt>
          <cx:pt idx="8881">35</cx:pt>
          <cx:pt idx="8882">63</cx:pt>
          <cx:pt idx="8883">85</cx:pt>
          <cx:pt idx="8884">68</cx:pt>
          <cx:pt idx="8885">27</cx:pt>
          <cx:pt idx="8886">110</cx:pt>
          <cx:pt idx="8887">62</cx:pt>
          <cx:pt idx="8888">56.5</cx:pt>
          <cx:pt idx="8889">134</cx:pt>
          <cx:pt idx="8890">28</cx:pt>
          <cx:pt idx="8891">98</cx:pt>
          <cx:pt idx="8892">38.5</cx:pt>
          <cx:pt idx="8893">59</cx:pt>
          <cx:pt idx="8894">60.100000000000001</cx:pt>
          <cx:pt idx="8895">46.289999999999999</cx:pt>
          <cx:pt idx="8896">125</cx:pt>
          <cx:pt idx="8897">116</cx:pt>
          <cx:pt idx="8898">105</cx:pt>
          <cx:pt idx="8899">52.789999999999999</cx:pt>
          <cx:pt idx="8900">53</cx:pt>
          <cx:pt idx="8901">55</cx:pt>
          <cx:pt idx="8902">62</cx:pt>
          <cx:pt idx="8903">107</cx:pt>
          <cx:pt idx="8904">65</cx:pt>
          <cx:pt idx="8905">45</cx:pt>
          <cx:pt idx="8906">39</cx:pt>
          <cx:pt idx="8907">36</cx:pt>
          <cx:pt idx="8908">69</cx:pt>
          <cx:pt idx="8909">93.650000000000006</cx:pt>
          <cx:pt idx="8910">65</cx:pt>
          <cx:pt idx="8911">54.200000000000003</cx:pt>
          <cx:pt idx="8912">65</cx:pt>
          <cx:pt idx="8913">125</cx:pt>
          <cx:pt idx="8914">90</cx:pt>
          <cx:pt idx="8915">99.140000000000001</cx:pt>
          <cx:pt idx="8916">30</cx:pt>
          <cx:pt idx="8917">87</cx:pt>
          <cx:pt idx="8918">85.049999999999997</cx:pt>
          <cx:pt idx="8919">39.5</cx:pt>
          <cx:pt idx="8920">57</cx:pt>
          <cx:pt idx="8921">75</cx:pt>
          <cx:pt idx="8922">51</cx:pt>
          <cx:pt idx="8923">70</cx:pt>
          <cx:pt idx="8924">56.725000000000001</cx:pt>
          <cx:pt idx="8925">30.27</cx:pt>
          <cx:pt idx="8926">62.630000000000003</cx:pt>
          <cx:pt idx="8927">36.850000000000001</cx:pt>
          <cx:pt idx="8928">115</cx:pt>
          <cx:pt idx="8929">29.600000000000001</cx:pt>
          <cx:pt idx="8930">65</cx:pt>
          <cx:pt idx="8931">120</cx:pt>
          <cx:pt idx="8932">65</cx:pt>
          <cx:pt idx="8933">39</cx:pt>
          <cx:pt idx="8934">85</cx:pt>
          <cx:pt idx="8935">150</cx:pt>
          <cx:pt idx="8936">35</cx:pt>
          <cx:pt idx="8937">155</cx:pt>
          <cx:pt idx="8938">34</cx:pt>
          <cx:pt idx="8939">69</cx:pt>
          <cx:pt idx="8940">42.600000000000001</cx:pt>
          <cx:pt idx="8941">39.289999999999999</cx:pt>
          <cx:pt idx="8942">12</cx:pt>
          <cx:pt idx="8943">50</cx:pt>
          <cx:pt idx="8944">119</cx:pt>
          <cx:pt idx="8945">34.354999999999997</cx:pt>
          <cx:pt idx="8946">125</cx:pt>
          <cx:pt idx="8947">70</cx:pt>
          <cx:pt idx="8948">60</cx:pt>
          <cx:pt idx="8949">118</cx:pt>
          <cx:pt idx="8950">36.25</cx:pt>
          <cx:pt idx="8951">47.799999999999997</cx:pt>
          <cx:pt idx="8952">36</cx:pt>
          <cx:pt idx="8953">80</cx:pt>
          <cx:pt idx="8954">57</cx:pt>
          <cx:pt idx="8955">73</cx:pt>
          <cx:pt idx="8956">36.380000000000003</cx:pt>
          <cx:pt idx="8957">253</cx:pt>
          <cx:pt idx="8958">56</cx:pt>
          <cx:pt idx="8959">48</cx:pt>
          <cx:pt idx="8960">210</cx:pt>
          <cx:pt idx="8961">92</cx:pt>
          <cx:pt idx="8962">61.799999999999997</cx:pt>
          <cx:pt idx="8963">84.519999999999996</cx:pt>
          <cx:pt idx="8964">120</cx:pt>
          <cx:pt idx="8965">64.799999999999997</cx:pt>
          <cx:pt idx="8966">85</cx:pt>
          <cx:pt idx="8967">35.25</cx:pt>
          <cx:pt idx="8968">20</cx:pt>
          <cx:pt idx="8969">122</cx:pt>
          <cx:pt idx="8970">40.649999999999999</cx:pt>
          <cx:pt idx="8971">53.670000000000002</cx:pt>
          <cx:pt idx="8972">82</cx:pt>
          <cx:pt idx="8973">75</cx:pt>
          <cx:pt idx="8974">52</cx:pt>
          <cx:pt idx="8975">56</cx:pt>
          <cx:pt idx="8976">55</cx:pt>
          <cx:pt idx="8977">135</cx:pt>
          <cx:pt idx="8978">95</cx:pt>
          <cx:pt idx="8979">77.680000000000007</cx:pt>
          <cx:pt idx="8980">59</cx:pt>
          <cx:pt idx="8981">240</cx:pt>
          <cx:pt idx="8982">46</cx:pt>
          <cx:pt idx="8983">60.899999999999999</cx:pt>
          <cx:pt idx="8984">66</cx:pt>
          <cx:pt idx="8985">53.560000000000002</cx:pt>
          <cx:pt idx="8986">35.229999999999997</cx:pt>
          <cx:pt idx="8987">52</cx:pt>
          <cx:pt idx="8988">80</cx:pt>
          <cx:pt idx="8989">21</cx:pt>
          <cx:pt idx="8990">47</cx:pt>
          <cx:pt idx="8991">40</cx:pt>
          <cx:pt idx="8992">54.5</cx:pt>
          <cx:pt idx="8993">63</cx:pt>
          <cx:pt idx="8994">192</cx:pt>
          <cx:pt idx="8995">60</cx:pt>
          <cx:pt idx="8996">65</cx:pt>
          <cx:pt idx="8997">70</cx:pt>
          <cx:pt idx="8998">100</cx:pt>
          <cx:pt idx="8999">55</cx:pt>
          <cx:pt idx="9000">50</cx:pt>
          <cx:pt idx="9001">105</cx:pt>
          <cx:pt idx="9002">115</cx:pt>
          <cx:pt idx="9003">30.469999999999999</cx:pt>
          <cx:pt idx="9004">69</cx:pt>
          <cx:pt idx="9005">52.759999999999998</cx:pt>
          <cx:pt idx="9006">42.5</cx:pt>
          <cx:pt idx="9007">110</cx:pt>
          <cx:pt idx="9008">52</cx:pt>
          <cx:pt idx="9009">138</cx:pt>
          <cx:pt idx="9010">36.280000000000001</cx:pt>
          <cx:pt idx="9011">39</cx:pt>
          <cx:pt idx="9012">62</cx:pt>
          <cx:pt idx="9013">126</cx:pt>
          <cx:pt idx="9014">100</cx:pt>
          <cx:pt idx="9015">41</cx:pt>
          <cx:pt idx="9016">120</cx:pt>
          <cx:pt idx="9017">45</cx:pt>
          <cx:pt idx="9018">64</cx:pt>
          <cx:pt idx="9019">65</cx:pt>
          <cx:pt idx="9020">135</cx:pt>
          <cx:pt idx="9021">55</cx:pt>
          <cx:pt idx="9022">57</cx:pt>
          <cx:pt idx="9023">106</cx:pt>
          <cx:pt idx="9024">150</cx:pt>
          <cx:pt idx="9025">44.5</cx:pt>
          <cx:pt idx="9026">40.420000000000002</cx:pt>
          <cx:pt idx="9027">38</cx:pt>
          <cx:pt idx="9028">270</cx:pt>
          <cx:pt idx="9029">48</cx:pt>
          <cx:pt idx="9030">130</cx:pt>
          <cx:pt idx="9031">104</cx:pt>
          <cx:pt idx="9032">60</cx:pt>
          <cx:pt idx="9033">70</cx:pt>
          <cx:pt idx="9034">78</cx:pt>
          <cx:pt idx="9035">59</cx:pt>
          <cx:pt idx="9036">154</cx:pt>
          <cx:pt idx="9037">45</cx:pt>
          <cx:pt idx="9038">105</cx:pt>
          <cx:pt idx="9039">65</cx:pt>
          <cx:pt idx="9040">43</cx:pt>
          <cx:pt idx="9041">75</cx:pt>
          <cx:pt idx="9042">42</cx:pt>
          <cx:pt idx="9043">69.609999999999999</cx:pt>
          <cx:pt idx="9044">94.359999999999999</cx:pt>
          <cx:pt idx="9045">88</cx:pt>
          <cx:pt idx="9046">68</cx:pt>
          <cx:pt idx="9047">39</cx:pt>
          <cx:pt idx="9048">29.949999999999999</cx:pt>
          <cx:pt idx="9049">45</cx:pt>
          <cx:pt idx="9050">71.280000000000001</cx:pt>
          <cx:pt idx="9051">37.289999999999999</cx:pt>
          <cx:pt idx="9052">24</cx:pt>
          <cx:pt idx="9053">170</cx:pt>
          <cx:pt idx="9054">190</cx:pt>
          <cx:pt idx="9055">58</cx:pt>
          <cx:pt idx="9056">75</cx:pt>
          <cx:pt idx="9057">38</cx:pt>
          <cx:pt idx="9058">52.32</cx:pt>
          <cx:pt idx="9059">58</cx:pt>
          <cx:pt idx="9060">45</cx:pt>
          <cx:pt idx="9061">68</cx:pt>
          <cx:pt idx="9062">76.159999999999997</cx:pt>
          <cx:pt idx="9063">180</cx:pt>
          <cx:pt idx="9064">149</cx:pt>
          <cx:pt idx="9065">126</cx:pt>
          <cx:pt idx="9066">87</cx:pt>
          <cx:pt idx="9067">103</cx:pt>
          <cx:pt idx="9068">67.769999999999996</cx:pt>
          <cx:pt idx="9069">50</cx:pt>
          <cx:pt idx="9070">65</cx:pt>
          <cx:pt idx="9071">84.530000000000001</cx:pt>
          <cx:pt idx="9072">180</cx:pt>
          <cx:pt idx="9073">110</cx:pt>
          <cx:pt idx="9074">110</cx:pt>
          <cx:pt idx="9075">45.68</cx:pt>
          <cx:pt idx="9076">70</cx:pt>
          <cx:pt idx="9077">129</cx:pt>
          <cx:pt idx="9078">70</cx:pt>
          <cx:pt idx="9079">78</cx:pt>
          <cx:pt idx="9080">58</cx:pt>
          <cx:pt idx="9081">50</cx:pt>
          <cx:pt idx="9082">65</cx:pt>
          <cx:pt idx="9083">62.630000000000003</cx:pt>
          <cx:pt idx="9084">32.670000000000002</cx:pt>
          <cx:pt idx="9085">57</cx:pt>
          <cx:pt idx="9086">125</cx:pt>
          <cx:pt idx="9087">140</cx:pt>
          <cx:pt idx="9088">45</cx:pt>
          <cx:pt idx="9089">43</cx:pt>
          <cx:pt idx="9090">31</cx:pt>
          <cx:pt idx="9091">130</cx:pt>
          <cx:pt idx="9092">66.730000000000004</cx:pt>
          <cx:pt idx="9093">41</cx:pt>
          <cx:pt idx="9094">125</cx:pt>
          <cx:pt idx="9095">68</cx:pt>
          <cx:pt idx="9096">204</cx:pt>
          <cx:pt idx="9097">25.879999999999999</cx:pt>
          <cx:pt idx="9098">42</cx:pt>
          <cx:pt idx="9099">38</cx:pt>
          <cx:pt idx="9100">41</cx:pt>
          <cx:pt idx="9101">33.100000000000001</cx:pt>
          <cx:pt idx="9102">85</cx:pt>
          <cx:pt idx="9103">115</cx:pt>
          <cx:pt idx="9104">10</cx:pt>
          <cx:pt idx="9105">62.93</cx:pt>
          <cx:pt idx="9106">68</cx:pt>
          <cx:pt idx="9107">93</cx:pt>
          <cx:pt idx="9108">42</cx:pt>
          <cx:pt idx="9109">38.5</cx:pt>
          <cx:pt idx="9110">71</cx:pt>
          <cx:pt idx="9111">43</cx:pt>
          <cx:pt idx="9112">33.5</cx:pt>
          <cx:pt idx="9113">139</cx:pt>
          <cx:pt idx="9114">63</cx:pt>
          <cx:pt idx="9115">125</cx:pt>
          <cx:pt idx="9116">124</cx:pt>
          <cx:pt idx="9117">56.5</cx:pt>
          <cx:pt idx="9118">107</cx:pt>
          <cx:pt idx="9119">130</cx:pt>
          <cx:pt idx="9120">40</cx:pt>
          <cx:pt idx="9121">65</cx:pt>
          <cx:pt idx="9122">77</cx:pt>
          <cx:pt idx="9123">19.899999999999999</cx:pt>
          <cx:pt idx="9124">15</cx:pt>
          <cx:pt idx="9125">90</cx:pt>
          <cx:pt idx="9126">58</cx:pt>
          <cx:pt idx="9127">40.43</cx:pt>
          <cx:pt idx="9128">95</cx:pt>
          <cx:pt idx="9129">108</cx:pt>
          <cx:pt idx="9130">56</cx:pt>
          <cx:pt idx="9131">39</cx:pt>
          <cx:pt idx="9132">100</cx:pt>
          <cx:pt idx="9133">70</cx:pt>
          <cx:pt idx="9134">58</cx:pt>
          <cx:pt idx="9135">54</cx:pt>
          <cx:pt idx="9136">80.299999999999997</cx:pt>
          <cx:pt idx="9137">41.18</cx:pt>
          <cx:pt idx="9138">88</cx:pt>
          <cx:pt idx="9139">90</cx:pt>
          <cx:pt idx="9140">55</cx:pt>
          <cx:pt idx="9141">74.930000000000007</cx:pt>
          <cx:pt idx="9142">57</cx:pt>
          <cx:pt idx="9143">67</cx:pt>
          <cx:pt idx="9144">46</cx:pt>
          <cx:pt idx="9145">200</cx:pt>
          <cx:pt idx="9146">58</cx:pt>
          <cx:pt idx="9147">73.950000000000003</cx:pt>
          <cx:pt idx="9148">76</cx:pt>
          <cx:pt idx="9149">43</cx:pt>
          <cx:pt idx="9150">47.390000000000001</cx:pt>
          <cx:pt idx="9151">81</cx:pt>
          <cx:pt idx="9152">68</cx:pt>
          <cx:pt idx="9153">85</cx:pt>
          <cx:pt idx="9154">54</cx:pt>
          <cx:pt idx="9155">42.280000000000001</cx:pt>
          <cx:pt idx="9156">40</cx:pt>
          <cx:pt idx="9157">46</cx:pt>
          <cx:pt idx="9158">115</cx:pt>
          <cx:pt idx="9159">47.32</cx:pt>
          <cx:pt idx="9160">105</cx:pt>
          <cx:pt idx="9161">65</cx:pt>
          <cx:pt idx="9162">40</cx:pt>
          <cx:pt idx="9163">17</cx:pt>
          <cx:pt idx="9164">80</cx:pt>
          <cx:pt idx="9165">43</cx:pt>
          <cx:pt idx="9166">42.479999999999997</cx:pt>
          <cx:pt idx="9167">51</cx:pt>
          <cx:pt idx="9168">44</cx:pt>
          <cx:pt idx="9169">13.5</cx:pt>
          <cx:pt idx="9170">78</cx:pt>
          <cx:pt idx="9171">56</cx:pt>
          <cx:pt idx="9172">42</cx:pt>
          <cx:pt idx="9173">75.989999999999995</cx:pt>
          <cx:pt idx="9174">59</cx:pt>
          <cx:pt idx="9175">102</cx:pt>
          <cx:pt idx="9176">69</cx:pt>
          <cx:pt idx="9177">36</cx:pt>
          <cx:pt idx="9178">110</cx:pt>
          <cx:pt idx="9179">45</cx:pt>
          <cx:pt idx="9180">140</cx:pt>
          <cx:pt idx="9181">64</cx:pt>
          <cx:pt idx="9182">250</cx:pt>
          <cx:pt idx="9183">28</cx:pt>
          <cx:pt idx="9184">160</cx:pt>
          <cx:pt idx="9185">77.989999999999995</cx:pt>
          <cx:pt idx="9186">46</cx:pt>
          <cx:pt idx="9187">107</cx:pt>
          <cx:pt idx="9188">25</cx:pt>
          <cx:pt idx="9189">65</cx:pt>
          <cx:pt idx="9190">150</cx:pt>
          <cx:pt idx="9191">120</cx:pt>
          <cx:pt idx="9192">51.909999999999997</cx:pt>
          <cx:pt idx="9193">25</cx:pt>
          <cx:pt idx="9194">70</cx:pt>
          <cx:pt idx="9195">24.800000000000001</cx:pt>
          <cx:pt idx="9196">57</cx:pt>
          <cx:pt idx="9197">62</cx:pt>
          <cx:pt idx="9198">70</cx:pt>
          <cx:pt idx="9199">172</cx:pt>
          <cx:pt idx="9200">56</cx:pt>
          <cx:pt idx="9201">102</cx:pt>
          <cx:pt idx="9202">115</cx:pt>
          <cx:pt idx="9203">45</cx:pt>
          <cx:pt idx="9204">135</cx:pt>
          <cx:pt idx="9205">77</cx:pt>
          <cx:pt idx="9206">62</cx:pt>
          <cx:pt idx="9207">140</cx:pt>
          <cx:pt idx="9208">87</cx:pt>
          <cx:pt idx="9209">110</cx:pt>
          <cx:pt idx="9210">52.350000000000001</cx:pt>
          <cx:pt idx="9211">36</cx:pt>
          <cx:pt idx="9212">46</cx:pt>
          <cx:pt idx="9213">29.600000000000001</cx:pt>
          <cx:pt idx="9214">59.600000000000001</cx:pt>
          <cx:pt idx="9215">140</cx:pt>
          <cx:pt idx="9216">78</cx:pt>
          <cx:pt idx="9217">108</cx:pt>
          <cx:pt idx="9218">88</cx:pt>
          <cx:pt idx="9219">28.57</cx:pt>
          <cx:pt idx="9220">38</cx:pt>
          <cx:pt idx="9221">33.340000000000003</cx:pt>
          <cx:pt idx="9222">71</cx:pt>
          <cx:pt idx="9223">39.329999999999998</cx:pt>
          <cx:pt idx="9224">84.219999999999999</cx:pt>
          <cx:pt idx="9225">50.659999999999997</cx:pt>
          <cx:pt idx="9226">125</cx:pt>
          <cx:pt idx="9227">85</cx:pt>
          <cx:pt idx="9228">63.43</cx:pt>
          <cx:pt idx="9229">52.810000000000002</cx:pt>
          <cx:pt idx="9230">90</cx:pt>
          <cx:pt idx="9231">170</cx:pt>
          <cx:pt idx="9232">69.459999999999994</cx:pt>
          <cx:pt idx="9233">59.759999999999998</cx:pt>
          <cx:pt idx="9234">64.079999999999998</cx:pt>
          <cx:pt idx="9235">73</cx:pt>
          <cx:pt idx="9236">21.5</cx:pt>
          <cx:pt idx="9237">170</cx:pt>
          <cx:pt idx="9238">48</cx:pt>
          <cx:pt idx="9239">44.5</cx:pt>
          <cx:pt idx="9240">69.430000000000007</cx:pt>
          <cx:pt idx="9241">100</cx:pt>
          <cx:pt idx="9242">60</cx:pt>
          <cx:pt idx="9243">65</cx:pt>
          <cx:pt idx="9244">68.629999999999995</cx:pt>
          <cx:pt idx="9245">123</cx:pt>
          <cx:pt idx="9246">117</cx:pt>
          <cx:pt idx="9247">92</cx:pt>
          <cx:pt idx="9248">32</cx:pt>
          <cx:pt idx="9249">25</cx:pt>
          <cx:pt idx="9250">64.150000000000006</cx:pt>
          <cx:pt idx="9251">22.800000000000001</cx:pt>
          <cx:pt idx="9252">155</cx:pt>
          <cx:pt idx="9253">50</cx:pt>
          <cx:pt idx="9254">35</cx:pt>
          <cx:pt idx="9255">60</cx:pt>
          <cx:pt idx="9256">69</cx:pt>
          <cx:pt idx="9257">75</cx:pt>
          <cx:pt idx="9258">42.659999999999997</cx:pt>
          <cx:pt idx="9259">115</cx:pt>
          <cx:pt idx="9260">96.5</cx:pt>
          <cx:pt idx="9261">40.984999999999999</cx:pt>
          <cx:pt idx="9262">38</cx:pt>
          <cx:pt idx="9263">98.489999999999995</cx:pt>
          <cx:pt idx="9264">50</cx:pt>
          <cx:pt idx="9265">75</cx:pt>
          <cx:pt idx="9266">67</cx:pt>
          <cx:pt idx="9267">46</cx:pt>
          <cx:pt idx="9268">113</cx:pt>
          <cx:pt idx="9269">47.25</cx:pt>
          <cx:pt idx="9270">57.32</cx:pt>
          <cx:pt idx="9271">120</cx:pt>
          <cx:pt idx="9272">135</cx:pt>
          <cx:pt idx="9273">60</cx:pt>
          <cx:pt idx="9274">46.5</cx:pt>
          <cx:pt idx="9275">88</cx:pt>
          <cx:pt idx="9276">35</cx:pt>
          <cx:pt idx="9277">208</cx:pt>
          <cx:pt idx="9278">38.5</cx:pt>
          <cx:pt idx="9279">53.700000000000003</cx:pt>
          <cx:pt idx="9280">60</cx:pt>
          <cx:pt idx="9281">225</cx:pt>
          <cx:pt idx="9282">45</cx:pt>
          <cx:pt idx="9283">42.799999999999997</cx:pt>
          <cx:pt idx="9284">46.130000000000003</cx:pt>
          <cx:pt idx="9285">175</cx:pt>
          <cx:pt idx="9286">74</cx:pt>
          <cx:pt idx="9287">69.609999999999999</cx:pt>
          <cx:pt idx="9288">40</cx:pt>
          <cx:pt idx="9289">23.649999999999999</cx:pt>
          <cx:pt idx="9290">134</cx:pt>
          <cx:pt idx="9291">96</cx:pt>
          <cx:pt idx="9292">90</cx:pt>
          <cx:pt idx="9293">240</cx:pt>
          <cx:pt idx="9294">165</cx:pt>
          <cx:pt idx="9295">86</cx:pt>
          <cx:pt idx="9296">54.270000000000003</cx:pt>
          <cx:pt idx="9297">135</cx:pt>
          <cx:pt idx="9298">41.509999999999998</cx:pt>
          <cx:pt idx="9299">45.840000000000003</cx:pt>
          <cx:pt idx="9300">104</cx:pt>
          <cx:pt idx="9301">58.560000000000002</cx:pt>
          <cx:pt idx="9302">96</cx:pt>
          <cx:pt idx="9303">50</cx:pt>
          <cx:pt idx="9304">78</cx:pt>
          <cx:pt idx="9305">55</cx:pt>
          <cx:pt idx="9306">78</cx:pt>
          <cx:pt idx="9307">60</cx:pt>
          <cx:pt idx="9308">45</cx:pt>
          <cx:pt idx="9309">52</cx:pt>
          <cx:pt idx="9310">85</cx:pt>
          <cx:pt idx="9311">58.299999999999997</cx:pt>
          <cx:pt idx="9312">120</cx:pt>
          <cx:pt idx="9313">55</cx:pt>
          <cx:pt idx="9314">95</cx:pt>
          <cx:pt idx="9315">125</cx:pt>
          <cx:pt idx="9316">71.049999999999997</cx:pt>
          <cx:pt idx="9317">53</cx:pt>
          <cx:pt idx="9318">90</cx:pt>
          <cx:pt idx="9319">42.600000000000001</cx:pt>
          <cx:pt idx="9320">225</cx:pt>
          <cx:pt idx="9321">78</cx:pt>
          <cx:pt idx="9322">57.909999999999997</cx:pt>
          <cx:pt idx="9323">78</cx:pt>
          <cx:pt idx="9324">76</cx:pt>
          <cx:pt idx="9325">200</cx:pt>
          <cx:pt idx="9326">97</cx:pt>
          <cx:pt idx="9327">38.920000000000002</cx:pt>
          <cx:pt idx="9328">35</cx:pt>
          <cx:pt idx="9329">55</cx:pt>
          <cx:pt idx="9330">72</cx:pt>
          <cx:pt idx="9331">38.68</cx:pt>
          <cx:pt idx="9332">28.094999999999999</cx:pt>
          <cx:pt idx="9333">55</cx:pt>
          <cx:pt idx="9334">32.920000000000002</cx:pt>
          <cx:pt idx="9335">310</cx:pt>
          <cx:pt idx="9336">30</cx:pt>
          <cx:pt idx="9337">65</cx:pt>
          <cx:pt idx="9338">95</cx:pt>
          <cx:pt idx="9339">60</cx:pt>
          <cx:pt idx="9340">178</cx:pt>
          <cx:pt idx="9341">56</cx:pt>
          <cx:pt idx="9342">89.5</cx:pt>
          <cx:pt idx="9343">45</cx:pt>
          <cx:pt idx="9344">125</cx:pt>
          <cx:pt idx="9345">105</cx:pt>
          <cx:pt idx="9346">58.5</cx:pt>
          <cx:pt idx="9347">75</cx:pt>
          <cx:pt idx="9348">180</cx:pt>
          <cx:pt idx="9349">72</cx:pt>
          <cx:pt idx="9350">67</cx:pt>
          <cx:pt idx="9351">125</cx:pt>
          <cx:pt idx="9352">225</cx:pt>
          <cx:pt idx="9353">42</cx:pt>
          <cx:pt idx="9354">66</cx:pt>
          <cx:pt idx="9355">156</cx:pt>
          <cx:pt idx="9356">130</cx:pt>
          <cx:pt idx="9357">70</cx:pt>
          <cx:pt idx="9358">51</cx:pt>
          <cx:pt idx="9359">52.5</cx:pt>
          <cx:pt idx="9360">32.490000000000002</cx:pt>
          <cx:pt idx="9361">92.629999999999995</cx:pt>
          <cx:pt idx="9362">57</cx:pt>
          <cx:pt idx="9363">253</cx:pt>
          <cx:pt idx="9364">73.430000000000007</cx:pt>
          <cx:pt idx="9365">64.079999999999998</cx:pt>
          <cx:pt idx="9366">90</cx:pt>
          <cx:pt idx="9367">50</cx:pt>
          <cx:pt idx="9368">93</cx:pt>
          <cx:pt idx="9369">32</cx:pt>
          <cx:pt idx="9370">85.730000000000004</cx:pt>
          <cx:pt idx="9371">72</cx:pt>
          <cx:pt idx="9372">85.409999999999997</cx:pt>
          <cx:pt idx="9373">17.190000000000001</cx:pt>
          <cx:pt idx="9374">50</cx:pt>
          <cx:pt idx="9375">85</cx:pt>
          <cx:pt idx="9376">73</cx:pt>
          <cx:pt idx="9377">65</cx:pt>
          <cx:pt idx="9378">68</cx:pt>
          <cx:pt idx="9379">124</cx:pt>
          <cx:pt idx="9380">68</cx:pt>
          <cx:pt idx="9381">56</cx:pt>
          <cx:pt idx="9382">95</cx:pt>
          <cx:pt idx="9383">70</cx:pt>
          <cx:pt idx="9384">33.990000000000002</cx:pt>
          <cx:pt idx="9385">62</cx:pt>
          <cx:pt idx="9386">118</cx:pt>
          <cx:pt idx="9387">50</cx:pt>
          <cx:pt idx="9388">54</cx:pt>
          <cx:pt idx="9389">201</cx:pt>
          <cx:pt idx="9390">110</cx:pt>
          <cx:pt idx="9391">46</cx:pt>
          <cx:pt idx="9392">42</cx:pt>
          <cx:pt idx="9393">36</cx:pt>
          <cx:pt idx="9394">36</cx:pt>
          <cx:pt idx="9395">52</cx:pt>
          <cx:pt idx="9396">162</cx:pt>
          <cx:pt idx="9397">54.5</cx:pt>
          <cx:pt idx="9398">53.700000000000003</cx:pt>
          <cx:pt idx="9399">180</cx:pt>
          <cx:pt idx="9400">27</cx:pt>
          <cx:pt idx="9401">79.540000000000006</cx:pt>
          <cx:pt idx="9402">44</cx:pt>
          <cx:pt idx="9403">70</cx:pt>
          <cx:pt idx="9404">120</cx:pt>
          <cx:pt idx="9405">75</cx:pt>
          <cx:pt idx="9406">80</cx:pt>
          <cx:pt idx="9407">55</cx:pt>
          <cx:pt idx="9408">110</cx:pt>
          <cx:pt idx="9409">55</cx:pt>
          <cx:pt idx="9410">58</cx:pt>
          <cx:pt idx="9411">39</cx:pt>
          <cx:pt idx="9412">175</cx:pt>
          <cx:pt idx="9413">34.659999999999997</cx:pt>
          <cx:pt idx="9414">75</cx:pt>
          <cx:pt idx="9415">56</cx:pt>
          <cx:pt idx="9416">75</cx:pt>
          <cx:pt idx="9417">42.850000000000001</cx:pt>
          <cx:pt idx="9418">74.519999999999996</cx:pt>
          <cx:pt idx="9419">110</cx:pt>
          <cx:pt idx="9420">180</cx:pt>
          <cx:pt idx="9421">30.219999999999999</cx:pt>
          <cx:pt idx="9422">56</cx:pt>
          <cx:pt idx="9423">68</cx:pt>
          <cx:pt idx="9424">70</cx:pt>
          <cx:pt idx="9425">80</cx:pt>
          <cx:pt idx="9426">37</cx:pt>
          <cx:pt idx="9427">115</cx:pt>
          <cx:pt idx="9428">78</cx:pt>
          <cx:pt idx="9429">106</cx:pt>
          <cx:pt idx="9430">80</cx:pt>
          <cx:pt idx="9431">27</cx:pt>
          <cx:pt idx="9432">61.520000000000003</cx:pt>
          <cx:pt idx="9433">42.534999999999997</cx:pt>
          <cx:pt idx="9434">72</cx:pt>
          <cx:pt idx="9435">68</cx:pt>
          <cx:pt idx="9436">53</cx:pt>
          <cx:pt idx="9437">115</cx:pt>
          <cx:pt idx="9438">37.490000000000002</cx:pt>
          <cx:pt idx="9439">100</cx:pt>
          <cx:pt idx="9440">390</cx:pt>
          <cx:pt idx="9441">51</cx:pt>
          <cx:pt idx="9442">43.579999999999998</cx:pt>
          <cx:pt idx="9443">44</cx:pt>
          <cx:pt idx="9444">46</cx:pt>
          <cx:pt idx="9445">100</cx:pt>
          <cx:pt idx="9446">82</cx:pt>
          <cx:pt idx="9447">200</cx:pt>
          <cx:pt idx="9448">90</cx:pt>
          <cx:pt idx="9449">42</cx:pt>
          <cx:pt idx="9450">54</cx:pt>
          <cx:pt idx="9451">60</cx:pt>
          <cx:pt idx="9452">150</cx:pt>
          <cx:pt idx="9453">89</cx:pt>
          <cx:pt idx="9454">80</cx:pt>
          <cx:pt idx="9455">50</cx:pt>
          <cx:pt idx="9456">68.480000000000004</cx:pt>
          <cx:pt idx="9457">83.049999999999997</cx:pt>
          <cx:pt idx="9458">44</cx:pt>
          <cx:pt idx="9459">46.170000000000002</cx:pt>
          <cx:pt idx="9460">58</cx:pt>
          <cx:pt idx="9461">72</cx:pt>
          <cx:pt idx="9462">129</cx:pt>
          <cx:pt idx="9463">112</cx:pt>
          <cx:pt idx="9464">78</cx:pt>
          <cx:pt idx="9465">79</cx:pt>
          <cx:pt idx="9466">77.129999999999995</cx:pt>
          <cx:pt idx="9467">46</cx:pt>
          <cx:pt idx="9468">60.979999999999997</cx:pt>
          <cx:pt idx="9469">75</cx:pt>
          <cx:pt idx="9470">75</cx:pt>
          <cx:pt idx="9471">210</cx:pt>
          <cx:pt idx="9472">58</cx:pt>
          <cx:pt idx="9473">96</cx:pt>
          <cx:pt idx="9474">75</cx:pt>
          <cx:pt idx="9475">188</cx:pt>
          <cx:pt idx="9476">65</cx:pt>
          <cx:pt idx="9477">18</cx:pt>
          <cx:pt idx="9478">90</cx:pt>
          <cx:pt idx="9479">75</cx:pt>
          <cx:pt idx="9480">90</cx:pt>
          <cx:pt idx="9481">67</cx:pt>
          <cx:pt idx="9482">67</cx:pt>
          <cx:pt idx="9483">60</cx:pt>
          <cx:pt idx="9484">35</cx:pt>
          <cx:pt idx="9485">79</cx:pt>
          <cx:pt idx="9486">38</cx:pt>
          <cx:pt idx="9487">46.130000000000003</cx:pt>
          <cx:pt idx="9488">89</cx:pt>
          <cx:pt idx="9489">35.399999999999999</cx:pt>
          <cx:pt idx="9490">78.560000000000002</cx:pt>
          <cx:pt idx="9491">45</cx:pt>
          <cx:pt idx="9492">46</cx:pt>
          <cx:pt idx="9493">76.340000000000003</cx:pt>
          <cx:pt idx="9494">65</cx:pt>
          <cx:pt idx="9495">94</cx:pt>
          <cx:pt idx="9496">89</cx:pt>
          <cx:pt idx="9497">35</cx:pt>
          <cx:pt idx="9498">250</cx:pt>
          <cx:pt idx="9499">78</cx:pt>
          <cx:pt idx="9500">65</cx:pt>
          <cx:pt idx="9501">67</cx:pt>
          <cx:pt idx="9502">72</cx:pt>
          <cx:pt idx="9503">44.399999999999999</cx:pt>
          <cx:pt idx="9504">73.170000000000002</cx:pt>
          <cx:pt idx="9505">60</cx:pt>
          <cx:pt idx="9506">95</cx:pt>
          <cx:pt idx="9507">57</cx:pt>
          <cx:pt idx="9508">180</cx:pt>
          <cx:pt idx="9509">30</cx:pt>
          <cx:pt idx="9510">31.199999999999999</cx:pt>
          <cx:pt idx="9511">65</cx:pt>
          <cx:pt idx="9512">95</cx:pt>
          <cx:pt idx="9513">75</cx:pt>
          <cx:pt idx="9514">40.539999999999999</cx:pt>
          <cx:pt idx="9515">85</cx:pt>
          <cx:pt idx="9516">43.5</cx:pt>
          <cx:pt idx="9517">170</cx:pt>
          <cx:pt idx="9518">89</cx:pt>
          <cx:pt idx="9519">51.909999999999997</cx:pt>
          <cx:pt idx="9520">75</cx:pt>
          <cx:pt idx="9521">110</cx:pt>
          <cx:pt idx="9522">250</cx:pt>
          <cx:pt idx="9523">90</cx:pt>
          <cx:pt idx="9524">150</cx:pt>
          <cx:pt idx="9525">90</cx:pt>
          <cx:pt idx="9526">74</cx:pt>
          <cx:pt idx="9527">76</cx:pt>
          <cx:pt idx="9528">107</cx:pt>
          <cx:pt idx="9529">70.439999999999998</cx:pt>
          <cx:pt idx="9530">110</cx:pt>
          <cx:pt idx="9531">103</cx:pt>
          <cx:pt idx="9532">67.5</cx:pt>
          <cx:pt idx="9533">65</cx:pt>
          <cx:pt idx="9534">62</cx:pt>
          <cx:pt idx="9535">45</cx:pt>
          <cx:pt idx="9536">75</cx:pt>
          <cx:pt idx="9537">80</cx:pt>
          <cx:pt idx="9538">63</cx:pt>
          <cx:pt idx="9539">36.5</cx:pt>
          <cx:pt idx="9540">44</cx:pt>
          <cx:pt idx="9541">75</cx:pt>
          <cx:pt idx="9542">24.859999999999999</cx:pt>
          <cx:pt idx="9543">80</cx:pt>
          <cx:pt idx="9544">46</cx:pt>
          <cx:pt idx="9545">50</cx:pt>
          <cx:pt idx="9546">25.530000000000001</cx:pt>
          <cx:pt idx="9547">49.359999999999999</cx:pt>
          <cx:pt idx="9548">135</cx:pt>
          <cx:pt idx="9549">39</cx:pt>
          <cx:pt idx="9550">38.119999999999997</cx:pt>
          <cx:pt idx="9551">105</cx:pt>
          <cx:pt idx="9552">62.149999999999999</cx:pt>
          <cx:pt idx="9553">66</cx:pt>
          <cx:pt idx="9554">140</cx:pt>
          <cx:pt idx="9555">90</cx:pt>
          <cx:pt idx="9556">59</cx:pt>
          <cx:pt idx="9557">36.399999999999999</cx:pt>
          <cx:pt idx="9558">115</cx:pt>
          <cx:pt idx="9559">212</cx:pt>
          <cx:pt idx="9560">165</cx:pt>
          <cx:pt idx="9561">309</cx:pt>
          <cx:pt idx="9562">100</cx:pt>
          <cx:pt idx="9563">53.104999999999997</cx:pt>
          <cx:pt idx="9564">40</cx:pt>
          <cx:pt idx="9565">130</cx:pt>
          <cx:pt idx="9566">44</cx:pt>
          <cx:pt idx="9567">52.82</cx:pt>
          <cx:pt idx="9568">18</cx:pt>
          <cx:pt idx="9569">52</cx:pt>
          <cx:pt idx="9570">90</cx:pt>
          <cx:pt idx="9571">57</cx:pt>
          <cx:pt idx="9572">63</cx:pt>
          <cx:pt idx="9573">58</cx:pt>
          <cx:pt idx="9574">65</cx:pt>
          <cx:pt idx="9575">67.5</cx:pt>
          <cx:pt idx="9576">90.200000000000003</cx:pt>
          <cx:pt idx="9577">32</cx:pt>
          <cx:pt idx="9578">75.480000000000004</cx:pt>
          <cx:pt idx="9579">13</cx:pt>
          <cx:pt idx="9580">125</cx:pt>
          <cx:pt idx="9581">36.439999999999998</cx:pt>
          <cx:pt idx="9582">48.399999999999999</cx:pt>
          <cx:pt idx="9583">90</cx:pt>
          <cx:pt idx="9584">65</cx:pt>
          <cx:pt idx="9585">60</cx:pt>
          <cx:pt idx="9586">39.5</cx:pt>
          <cx:pt idx="9587">41</cx:pt>
          <cx:pt idx="9588">45</cx:pt>
          <cx:pt idx="9589">70</cx:pt>
          <cx:pt idx="9590">115</cx:pt>
          <cx:pt idx="9591">55</cx:pt>
          <cx:pt idx="9592">42</cx:pt>
          <cx:pt idx="9593">46</cx:pt>
          <cx:pt idx="9594">44.5</cx:pt>
          <cx:pt idx="9595">55</cx:pt>
          <cx:pt idx="9596">115</cx:pt>
          <cx:pt idx="9597">76</cx:pt>
          <cx:pt idx="9598">32</cx:pt>
          <cx:pt idx="9599">47</cx:pt>
          <cx:pt idx="9600">30</cx:pt>
          <cx:pt idx="9601">38</cx:pt>
          <cx:pt idx="9602">114</cx:pt>
          <cx:pt idx="9603">64.109999999999999</cx:pt>
          <cx:pt idx="9604">55</cx:pt>
          <cx:pt idx="9605">78</cx:pt>
          <cx:pt idx="9606">47</cx:pt>
          <cx:pt idx="9607">90</cx:pt>
          <cx:pt idx="9608">35.799999999999997</cx:pt>
          <cx:pt idx="9609">65</cx:pt>
          <cx:pt idx="9610">68.5</cx:pt>
          <cx:pt idx="9611">43.5</cx:pt>
          <cx:pt idx="9612">74</cx:pt>
          <cx:pt idx="9613">22</cx:pt>
          <cx:pt idx="9614">61.5</cx:pt>
          <cx:pt idx="9615">135</cx:pt>
          <cx:pt idx="9616">37.770000000000003</cx:pt>
          <cx:pt idx="9617">73</cx:pt>
          <cx:pt idx="9618">60</cx:pt>
          <cx:pt idx="9619">95</cx:pt>
          <cx:pt idx="9620">66.849999999999994</cx:pt>
          <cx:pt idx="9621">46.289999999999999</cx:pt>
          <cx:pt idx="9622">89.560000000000002</cx:pt>
          <cx:pt idx="9623">39</cx:pt>
          <cx:pt idx="9624">50</cx:pt>
          <cx:pt idx="9625">53</cx:pt>
          <cx:pt idx="9626">56</cx:pt>
          <cx:pt idx="9627">59.75</cx:pt>
          <cx:pt idx="9628">46</cx:pt>
          <cx:pt idx="9629">85</cx:pt>
          <cx:pt idx="9630">80.989999999999995</cx:pt>
          <cx:pt idx="9631">166</cx:pt>
          <cx:pt idx="9632">128</cx:pt>
          <cx:pt idx="9633">85</cx:pt>
          <cx:pt idx="9634">45</cx:pt>
          <cx:pt idx="9635">90</cx:pt>
          <cx:pt idx="9636">48</cx:pt>
          <cx:pt idx="9637">57.5</cx:pt>
          <cx:pt idx="9638">51</cx:pt>
          <cx:pt idx="9639">42</cx:pt>
          <cx:pt idx="9640">51.479999999999997</cx:pt>
          <cx:pt idx="9641">12</cx:pt>
          <cx:pt idx="9642">39</cx:pt>
          <cx:pt idx="9643">75</cx:pt>
          <cx:pt idx="9644">39.5</cx:pt>
          <cx:pt idx="9645">68</cx:pt>
          <cx:pt idx="9646">40.5</cx:pt>
          <cx:pt idx="9647">70</cx:pt>
          <cx:pt idx="9648">100</cx:pt>
          <cx:pt idx="9649">59</cx:pt>
          <cx:pt idx="9650">110</cx:pt>
          <cx:pt idx="9651">60</cx:pt>
          <cx:pt idx="9652">26</cx:pt>
          <cx:pt idx="9653">56.100000000000001</cx:pt>
          <cx:pt idx="9654">122.5</cx:pt>
          <cx:pt idx="9655">43</cx:pt>
          <cx:pt idx="9656">85</cx:pt>
          <cx:pt idx="9657">70</cx:pt>
          <cx:pt idx="9658">200</cx:pt>
          <cx:pt idx="9659">185</cx:pt>
          <cx:pt idx="9660">110</cx:pt>
          <cx:pt idx="9661">50.740000000000002</cx:pt>
          <cx:pt idx="9662">146</cx:pt>
          <cx:pt idx="9663">40.789999999999999</cx:pt>
          <cx:pt idx="9664">35</cx:pt>
          <cx:pt idx="9665">49</cx:pt>
          <cx:pt idx="9666">220</cx:pt>
          <cx:pt idx="9667">60</cx:pt>
          <cx:pt idx="9668">24.949999999999999</cx:pt>
          <cx:pt idx="9669">76</cx:pt>
          <cx:pt idx="9670">120</cx:pt>
          <cx:pt idx="9671">75</cx:pt>
          <cx:pt idx="9672">110</cx:pt>
          <cx:pt idx="9673">108</cx:pt>
          <cx:pt idx="9674">69</cx:pt>
          <cx:pt idx="9675">50</cx:pt>
          <cx:pt idx="9676">56</cx:pt>
          <cx:pt idx="9677">56</cx:pt>
          <cx:pt idx="9678">40</cx:pt>
          <cx:pt idx="9679">35</cx:pt>
          <cx:pt idx="9680">136</cx:pt>
          <cx:pt idx="9681">43</cx:pt>
          <cx:pt idx="9682">42.5</cx:pt>
          <cx:pt idx="9683">44</cx:pt>
          <cx:pt idx="9684">128</cx:pt>
          <cx:pt idx="9685">70</cx:pt>
          <cx:pt idx="9686">31.989999999999998</cx:pt>
          <cx:pt idx="9687">71.810000000000002</cx:pt>
          <cx:pt idx="9688">38</cx:pt>
          <cx:pt idx="9689">50</cx:pt>
          <cx:pt idx="9690">32.630000000000003</cx:pt>
          <cx:pt idx="9691">73</cx:pt>
          <cx:pt idx="9692">42</cx:pt>
          <cx:pt idx="9693">83.730000000000004</cx:pt>
          <cx:pt idx="9694">130</cx:pt>
          <cx:pt idx="9695">44.5</cx:pt>
          <cx:pt idx="9696">75</cx:pt>
          <cx:pt idx="9697">45</cx:pt>
          <cx:pt idx="9698">63</cx:pt>
          <cx:pt idx="9699">84</cx:pt>
          <cx:pt idx="9700">42</cx:pt>
          <cx:pt idx="9701">70</cx:pt>
          <cx:pt idx="9702">156</cx:pt>
          <cx:pt idx="9703">101</cx:pt>
          <cx:pt idx="9704">88</cx:pt>
          <cx:pt idx="9705">110</cx:pt>
          <cx:pt idx="9706">51.829999999999998</cx:pt>
          <cx:pt idx="9707">75</cx:pt>
          <cx:pt idx="9708">50</cx:pt>
          <cx:pt idx="9709">50.789999999999999</cx:pt>
          <cx:pt idx="9710">55</cx:pt>
          <cx:pt idx="9711">67</cx:pt>
          <cx:pt idx="9712">139</cx:pt>
          <cx:pt idx="9713">55.195</cx:pt>
          <cx:pt idx="9714">140</cx:pt>
          <cx:pt idx="9715">37</cx:pt>
          <cx:pt idx="9716">34</cx:pt>
          <cx:pt idx="9717">54</cx:pt>
          <cx:pt idx="9718">142</cx:pt>
          <cx:pt idx="9719">17.09</cx:pt>
          <cx:pt idx="9720">19.5</cx:pt>
          <cx:pt idx="9721">40</cx:pt>
          <cx:pt idx="9722">82</cx:pt>
          <cx:pt idx="9723">187</cx:pt>
          <cx:pt idx="9724">85</cx:pt>
          <cx:pt idx="9725">42.399999999999999</cx:pt>
          <cx:pt idx="9726">91</cx:pt>
          <cx:pt idx="9727">117</cx:pt>
          <cx:pt idx="9728">58</cx:pt>
          <cx:pt idx="9729">108</cx:pt>
          <cx:pt idx="9730">50</cx:pt>
          <cx:pt idx="9731">32.490000000000002</cx:pt>
          <cx:pt idx="9732">59.799999999999997</cx:pt>
          <cx:pt idx="9733">55</cx:pt>
          <cx:pt idx="9734">77</cx:pt>
          <cx:pt idx="9735">65</cx:pt>
          <cx:pt idx="9736">33</cx:pt>
          <cx:pt idx="9737">66</cx:pt>
          <cx:pt idx="9738">60</cx:pt>
          <cx:pt idx="9739">90</cx:pt>
          <cx:pt idx="9740">43.68</cx:pt>
          <cx:pt idx="9741">128</cx:pt>
          <cx:pt idx="9742">54</cx:pt>
          <cx:pt idx="9743">39.5</cx:pt>
          <cx:pt idx="9744">72</cx:pt>
          <cx:pt idx="9745">80</cx:pt>
          <cx:pt idx="9746">50</cx:pt>
          <cx:pt idx="9747">66</cx:pt>
          <cx:pt idx="9748">59</cx:pt>
          <cx:pt idx="9749">78</cx:pt>
          <cx:pt idx="9750">120</cx:pt>
          <cx:pt idx="9751">125</cx:pt>
          <cx:pt idx="9752">14.039999999999999</cx:pt>
          <cx:pt idx="9753">48</cx:pt>
          <cx:pt idx="9754">72</cx:pt>
          <cx:pt idx="9755">60.799999999999997</cx:pt>
          <cx:pt idx="9756">300</cx:pt>
          <cx:pt idx="9757">125</cx:pt>
          <cx:pt idx="9758">60</cx:pt>
          <cx:pt idx="9759">39.600000000000001</cx:pt>
          <cx:pt idx="9760">50</cx:pt>
          <cx:pt idx="9761">155</cx:pt>
          <cx:pt idx="9762">46</cx:pt>
          <cx:pt idx="9763">105</cx:pt>
          <cx:pt idx="9764">189</cx:pt>
          <cx:pt idx="9765">120</cx:pt>
          <cx:pt idx="9766">55</cx:pt>
          <cx:pt idx="9767">54</cx:pt>
          <cx:pt idx="9768">120</cx:pt>
          <cx:pt idx="9769">86</cx:pt>
          <cx:pt idx="9770">60</cx:pt>
          <cx:pt idx="9771">95</cx:pt>
          <cx:pt idx="9772">56</cx:pt>
          <cx:pt idx="9773">99.260000000000005</cx:pt>
          <cx:pt idx="9774">40</cx:pt>
          <cx:pt idx="9775">64.079999999999998</cx:pt>
          <cx:pt idx="9776">62</cx:pt>
          <cx:pt idx="9777">40.600000000000001</cx:pt>
          <cx:pt idx="9778">95</cx:pt>
          <cx:pt idx="9779">70</cx:pt>
          <cx:pt idx="9780">180</cx:pt>
          <cx:pt idx="9781">46</cx:pt>
          <cx:pt idx="9782">37.840000000000003</cx:pt>
          <cx:pt idx="9783">170</cx:pt>
          <cx:pt idx="9784">300</cx:pt>
          <cx:pt idx="9785">69</cx:pt>
          <cx:pt idx="9786">110</cx:pt>
          <cx:pt idx="9787">82</cx:pt>
          <cx:pt idx="9788">100</cx:pt>
          <cx:pt idx="9789">64</cx:pt>
          <cx:pt idx="9790">45.5</cx:pt>
          <cx:pt idx="9791">60</cx:pt>
          <cx:pt idx="9792">40</cx:pt>
          <cx:pt idx="9793">105</cx:pt>
          <cx:pt idx="9794">175</cx:pt>
          <cx:pt idx="9795">70</cx:pt>
          <cx:pt idx="9796">190</cx:pt>
          <cx:pt idx="9797">62</cx:pt>
          <cx:pt idx="9798">50.18</cx:pt>
          <cx:pt idx="9799">20</cx:pt>
          <cx:pt idx="9800">45.789999999999999</cx:pt>
          <cx:pt idx="9801">87</cx:pt>
          <cx:pt idx="9802">12.5</cx:pt>
          <cx:pt idx="9803">42</cx:pt>
          <cx:pt idx="9804">28</cx:pt>
          <cx:pt idx="9805">58</cx:pt>
          <cx:pt idx="9806">58</cx:pt>
          <cx:pt idx="9807">42.810000000000002</cx:pt>
          <cx:pt idx="9808">80</cx:pt>
          <cx:pt idx="9809">57</cx:pt>
          <cx:pt idx="9810">70</cx:pt>
          <cx:pt idx="9811">50</cx:pt>
          <cx:pt idx="9812">46</cx:pt>
          <cx:pt idx="9813">129</cx:pt>
          <cx:pt idx="9814">36</cx:pt>
          <cx:pt idx="9815">10.25</cx:pt>
          <cx:pt idx="9816">75</cx:pt>
          <cx:pt idx="9817">41</cx:pt>
          <cx:pt idx="9818">95</cx:pt>
          <cx:pt idx="9819">83</cx:pt>
          <cx:pt idx="9820">59</cx:pt>
          <cx:pt idx="9821">40.43</cx:pt>
          <cx:pt idx="9822">150</cx:pt>
          <cx:pt idx="9823">97</cx:pt>
          <cx:pt idx="9824">122</cx:pt>
          <cx:pt idx="9825">37</cx:pt>
          <cx:pt idx="9826">16.75</cx:pt>
          <cx:pt idx="9827">40.439999999999998</cx:pt>
          <cx:pt idx="9828">38.689999999999998</cx:pt>
          <cx:pt idx="9829">59</cx:pt>
          <cx:pt idx="9830">55</cx:pt>
          <cx:pt idx="9831">135</cx:pt>
          <cx:pt idx="9832">200</cx:pt>
          <cx:pt idx="9833">57.899999999999999</cx:pt>
          <cx:pt idx="9834">125</cx:pt>
          <cx:pt idx="9835">38.460000000000001</cx:pt>
          <cx:pt idx="9836">57</cx:pt>
          <cx:pt idx="9837">37</cx:pt>
          <cx:pt idx="9838">110</cx:pt>
          <cx:pt idx="9839">92</cx:pt>
          <cx:pt idx="9840">85</cx:pt>
          <cx:pt idx="9841">80</cx:pt>
          <cx:pt idx="9842">70</cx:pt>
          <cx:pt idx="9843">85</cx:pt>
          <cx:pt idx="9844">34.5</cx:pt>
          <cx:pt idx="9845">41.490000000000002</cx:pt>
          <cx:pt idx="9846">150</cx:pt>
          <cx:pt idx="9847">42</cx:pt>
          <cx:pt idx="9848">60</cx:pt>
          <cx:pt idx="9849">63</cx:pt>
          <cx:pt idx="9850">98</cx:pt>
          <cx:pt idx="9851">56</cx:pt>
          <cx:pt idx="9852">95</cx:pt>
          <cx:pt idx="9853">32</cx:pt>
          <cx:pt idx="9854">70</cx:pt>
          <cx:pt idx="9855">19</cx:pt>
          <cx:pt idx="9856">74</cx:pt>
          <cx:pt idx="9857">119</cx:pt>
          <cx:pt idx="9858">55</cx:pt>
          <cx:pt idx="9859">43.710000000000001</cx:pt>
          <cx:pt idx="9860">37.799999999999997</cx:pt>
          <cx:pt idx="9861">85</cx:pt>
          <cx:pt idx="9862">58</cx:pt>
          <cx:pt idx="9863">67</cx:pt>
          <cx:pt idx="9864">44</cx:pt>
          <cx:pt idx="9865">60</cx:pt>
          <cx:pt idx="9866">52</cx:pt>
          <cx:pt idx="9867">56</cx:pt>
          <cx:pt idx="9868">45</cx:pt>
          <cx:pt idx="9869">38.079999999999998</cx:pt>
          <cx:pt idx="9870">70.670000000000002</cx:pt>
          <cx:pt idx="9871">31</cx:pt>
          <cx:pt idx="9872">95</cx:pt>
          <cx:pt idx="9873">56</cx:pt>
          <cx:pt idx="9874">58</cx:pt>
          <cx:pt idx="9875">33</cx:pt>
          <cx:pt idx="9876">42.25</cx:pt>
          <cx:pt idx="9877">60</cx:pt>
          <cx:pt idx="9878">52</cx:pt>
          <cx:pt idx="9879">75</cx:pt>
          <cx:pt idx="9880">170</cx:pt>
          <cx:pt idx="9881">85</cx:pt>
          <cx:pt idx="9882">80</cx:pt>
          <cx:pt idx="9883">75</cx:pt>
          <cx:pt idx="9884">45</cx:pt>
          <cx:pt idx="9885">68</cx:pt>
          <cx:pt idx="9886">62</cx:pt>
          <cx:pt idx="9887">110</cx:pt>
          <cx:pt idx="9888">55</cx:pt>
          <cx:pt idx="9889">51</cx:pt>
          <cx:pt idx="9890">58</cx:pt>
          <cx:pt idx="9891">185</cx:pt>
          <cx:pt idx="9892">62</cx:pt>
          <cx:pt idx="9893">16</cx:pt>
          <cx:pt idx="9894">90</cx:pt>
          <cx:pt idx="9895">113</cx:pt>
          <cx:pt idx="9896">67.769999999999996</cx:pt>
          <cx:pt idx="9897">41</cx:pt>
          <cx:pt idx="9898">45</cx:pt>
          <cx:pt idx="9899">80</cx:pt>
          <cx:pt idx="9900">57</cx:pt>
          <cx:pt idx="9901">60</cx:pt>
          <cx:pt idx="9902">102</cx:pt>
          <cx:pt idx="9903">58.5</cx:pt>
          <cx:pt idx="9904">65</cx:pt>
          <cx:pt idx="9905">222</cx:pt>
          <cx:pt idx="9906">77.900000000000006</cx:pt>
          <cx:pt idx="9907">117</cx:pt>
          <cx:pt idx="9908">46</cx:pt>
          <cx:pt idx="9909">125</cx:pt>
          <cx:pt idx="9910">85.5</cx:pt>
          <cx:pt idx="9911">53</cx:pt>
          <cx:pt idx="9912">65</cx:pt>
          <cx:pt idx="9913">50</cx:pt>
          <cx:pt idx="9914">45</cx:pt>
          <cx:pt idx="9915">32.25</cx:pt>
          <cx:pt idx="9916">85</cx:pt>
          <cx:pt idx="9917">110</cx:pt>
          <cx:pt idx="9918">42</cx:pt>
          <cx:pt idx="9919">43.399999999999999</cx:pt>
          <cx:pt idx="9920">165</cx:pt>
          <cx:pt idx="9921">120</cx:pt>
          <cx:pt idx="9922">45</cx:pt>
          <cx:pt idx="9923">110</cx:pt>
          <cx:pt idx="9924">120</cx:pt>
          <cx:pt idx="9925">122</cx:pt>
          <cx:pt idx="9926">34.200000000000003</cx:pt>
          <cx:pt idx="9927">50.399999999999999</cx:pt>
          <cx:pt idx="9928">80</cx:pt>
          <cx:pt idx="9929">97</cx:pt>
          <cx:pt idx="9930">70</cx:pt>
          <cx:pt idx="9931">100</cx:pt>
          <cx:pt idx="9932">80</cx:pt>
          <cx:pt idx="9933">32.82</cx:pt>
          <cx:pt idx="9934">33.649999999999999</cx:pt>
          <cx:pt idx="9935">45.5</cx:pt>
          <cx:pt idx="9936">39</cx:pt>
          <cx:pt idx="9937">65</cx:pt>
          <cx:pt idx="9938">50</cx:pt>
          <cx:pt idx="9939">115</cx:pt>
          <cx:pt idx="9940">55</cx:pt>
          <cx:pt idx="9941">46</cx:pt>
          <cx:pt idx="9942">53</cx:pt>
          <cx:pt idx="9943">116</cx:pt>
          <cx:pt idx="9944">140</cx:pt>
          <cx:pt idx="9945">33.75</cx:pt>
          <cx:pt idx="9946">67</cx:pt>
          <cx:pt idx="9947">40.579999999999998</cx:pt>
          <cx:pt idx="9948">47</cx:pt>
          <cx:pt idx="9949">56.530000000000001</cx:pt>
          <cx:pt idx="9950">69</cx:pt>
          <cx:pt idx="9951">32.640000000000001</cx:pt>
          <cx:pt idx="9952">90</cx:pt>
          <cx:pt idx="9953">30.75</cx:pt>
          <cx:pt idx="9954">85.519999999999996</cx:pt>
          <cx:pt idx="9955">45</cx:pt>
          <cx:pt idx="9956">69</cx:pt>
          <cx:pt idx="9957">39.399999999999999</cx:pt>
          <cx:pt idx="9958">59</cx:pt>
          <cx:pt idx="9959">46.399999999999999</cx:pt>
          <cx:pt idx="9960">55</cx:pt>
          <cx:pt idx="9961">48</cx:pt>
          <cx:pt idx="9962">92</cx:pt>
          <cx:pt idx="9963">150</cx:pt>
          <cx:pt idx="9964">112</cx:pt>
          <cx:pt idx="9965">46.289999999999999</cx:pt>
          <cx:pt idx="9966">38</cx:pt>
          <cx:pt idx="9967">64.049999999999997</cx:pt>
          <cx:pt idx="9968">185</cx:pt>
          <cx:pt idx="9969">116</cx:pt>
          <cx:pt idx="9970">145</cx:pt>
          <cx:pt idx="9971">97</cx:pt>
          <cx:pt idx="9972">46</cx:pt>
          <cx:pt idx="9973">84</cx:pt>
          <cx:pt idx="9974">33.640000000000001</cx:pt>
          <cx:pt idx="9975">56.810000000000002</cx:pt>
          <cx:pt idx="9976">47</cx:pt>
          <cx:pt idx="9977">110</cx:pt>
          <cx:pt idx="9978">42.520000000000003</cx:pt>
          <cx:pt idx="9979">39.979999999999997</cx:pt>
          <cx:pt idx="9980">38</cx:pt>
          <cx:pt idx="9981">89.629999999999995</cx:pt>
          <cx:pt idx="9982">76</cx:pt>
          <cx:pt idx="9983">44</cx:pt>
          <cx:pt idx="9984">72</cx:pt>
          <cx:pt idx="9985">153</cx:pt>
          <cx:pt idx="9986">45.119999999999997</cx:pt>
          <cx:pt idx="9987">76</cx:pt>
          <cx:pt idx="9988">79</cx:pt>
          <cx:pt idx="9989">95.25</cx:pt>
          <cx:pt idx="9990">110</cx:pt>
          <cx:pt idx="9991">68</cx:pt>
          <cx:pt idx="9992">70</cx:pt>
          <cx:pt idx="9993">69</cx:pt>
          <cx:pt idx="9994">35.475000000000001</cx:pt>
          <cx:pt idx="9995">40</cx:pt>
          <cx:pt idx="9996">33</cx:pt>
          <cx:pt idx="9997">66.459999999999994</cx:pt>
          <cx:pt idx="9998">68</cx:pt>
          <cx:pt idx="9999">87</cx:pt>
          <cx:pt idx="10000">40.539999999999999</cx:pt>
          <cx:pt idx="10001">37.32</cx:pt>
          <cx:pt idx="10002">40</cx:pt>
          <cx:pt idx="10003">33</cx:pt>
          <cx:pt idx="10004">115</cx:pt>
          <cx:pt idx="10005">60.799999999999997</cx:pt>
          <cx:pt idx="10006">78</cx:pt>
          <cx:pt idx="10007">40.439999999999998</cx:pt>
          <cx:pt idx="10008">147</cx:pt>
          <cx:pt idx="10009">48.5</cx:pt>
          <cx:pt idx="10010">88</cx:pt>
          <cx:pt idx="10011">105</cx:pt>
          <cx:pt idx="10012">75</cx:pt>
          <cx:pt idx="10013">84.204999999999998</cx:pt>
          <cx:pt idx="10014">50</cx:pt>
          <cx:pt idx="10015">57</cx:pt>
          <cx:pt idx="10016">46.5</cx:pt>
          <cx:pt idx="10017">41</cx:pt>
          <cx:pt idx="10018">44</cx:pt>
          <cx:pt idx="10019">100</cx:pt>
          <cx:pt idx="10020">250</cx:pt>
          <cx:pt idx="10021">37</cx:pt>
          <cx:pt idx="10022">73</cx:pt>
          <cx:pt idx="10023">22</cx:pt>
          <cx:pt idx="10024">42</cx:pt>
          <cx:pt idx="10025">95</cx:pt>
          <cx:pt idx="10026">76.010000000000005</cx:pt>
          <cx:pt idx="10027">68</cx:pt>
          <cx:pt idx="10028">193</cx:pt>
          <cx:pt idx="10029">55</cx:pt>
          <cx:pt idx="10030">60</cx:pt>
          <cx:pt idx="10031">79.900000000000006</cx:pt>
          <cx:pt idx="10032">31.370000000000001</cx:pt>
          <cx:pt idx="10033">47</cx:pt>
          <cx:pt idx="10034">52</cx:pt>
          <cx:pt idx="10035">120</cx:pt>
          <cx:pt idx="10036">120</cx:pt>
          <cx:pt idx="10037">180</cx:pt>
          <cx:pt idx="10038">42.5</cx:pt>
          <cx:pt idx="10039">60</cx:pt>
          <cx:pt idx="10040">69.5</cx:pt>
          <cx:pt idx="10041">77</cx:pt>
          <cx:pt idx="10042">50.789999999999999</cx:pt>
          <cx:pt idx="10043">52</cx:pt>
          <cx:pt idx="10044">63.200000000000003</cx:pt>
          <cx:pt idx="10045">104</cx:pt>
          <cx:pt idx="10046">58</cx:pt>
          <cx:pt idx="10047">90</cx:pt>
          <cx:pt idx="10048">60</cx:pt>
          <cx:pt idx="10049">65</cx:pt>
          <cx:pt idx="10050">76.299999999999997</cx:pt>
          <cx:pt idx="10051">33.530000000000001</cx:pt>
          <cx:pt idx="10052">51</cx:pt>
          <cx:pt idx="10053">60</cx:pt>
          <cx:pt idx="10054">56</cx:pt>
          <cx:pt idx="10055">220</cx:pt>
          <cx:pt idx="10056">61</cx:pt>
          <cx:pt idx="10057">77</cx:pt>
          <cx:pt idx="10058">48</cx:pt>
          <cx:pt idx="10059">95</cx:pt>
          <cx:pt idx="10060">53</cx:pt>
          <cx:pt idx="10061">150</cx:pt>
          <cx:pt idx="10062">85</cx:pt>
          <cx:pt idx="10063">91</cx:pt>
          <cx:pt idx="10064">45</cx:pt>
          <cx:pt idx="10065">55</cx:pt>
          <cx:pt idx="10066">38</cx:pt>
          <cx:pt idx="10067">90</cx:pt>
          <cx:pt idx="10068">110</cx:pt>
          <cx:pt idx="10069">78</cx:pt>
          <cx:pt idx="10070">33</cx:pt>
          <cx:pt idx="10071">123</cx:pt>
          <cx:pt idx="10072">57</cx:pt>
          <cx:pt idx="10073">140</cx:pt>
          <cx:pt idx="10074">55</cx:pt>
          <cx:pt idx="10075">55</cx:pt>
          <cx:pt idx="10076">58</cx:pt>
          <cx:pt idx="10077">68</cx:pt>
          <cx:pt idx="10078">87.480000000000004</cx:pt>
          <cx:pt idx="10079">70</cx:pt>
          <cx:pt idx="10080">41.5</cx:pt>
          <cx:pt idx="10081">79.890000000000001</cx:pt>
          <cx:pt idx="10082">38.100000000000001</cx:pt>
          <cx:pt idx="10083">85</cx:pt>
          <cx:pt idx="10084">140</cx:pt>
          <cx:pt idx="10085">40</cx:pt>
          <cx:pt idx="10086">68</cx:pt>
          <cx:pt idx="10087">44</cx:pt>
          <cx:pt idx="10088">56</cx:pt>
          <cx:pt idx="10089">50.109999999999999</cx:pt>
          <cx:pt idx="10090">90</cx:pt>
          <cx:pt idx="10091">52</cx:pt>
          <cx:pt idx="10092">75</cx:pt>
          <cx:pt idx="10093">137</cx:pt>
          <cx:pt idx="10094">35</cx:pt>
          <cx:pt idx="10095">95.5</cx:pt>
          <cx:pt idx="10096">53.600000000000001</cx:pt>
          <cx:pt idx="10097">96.900000000000006</cx:pt>
          <cx:pt idx="10098">99</cx:pt>
          <cx:pt idx="10099">62.5</cx:pt>
          <cx:pt idx="10100">33</cx:pt>
          <cx:pt idx="10101">25</cx:pt>
          <cx:pt idx="10102">39.5</cx:pt>
          <cx:pt idx="10103">55</cx:pt>
          <cx:pt idx="10104">74</cx:pt>
          <cx:pt idx="10105">185</cx:pt>
          <cx:pt idx="10106">63</cx:pt>
          <cx:pt idx="10107">35</cx:pt>
          <cx:pt idx="10108">80</cx:pt>
          <cx:pt idx="10109">57</cx:pt>
          <cx:pt idx="10110">52</cx:pt>
          <cx:pt idx="10111">56</cx:pt>
          <cx:pt idx="10112">45</cx:pt>
          <cx:pt idx="10113">38</cx:pt>
          <cx:pt idx="10114">85</cx:pt>
          <cx:pt idx="10115">95</cx:pt>
          <cx:pt idx="10116">130</cx:pt>
          <cx:pt idx="10117">90</cx:pt>
          <cx:pt idx="10118">48.759999999999998</cx:pt>
          <cx:pt idx="10119">180</cx:pt>
          <cx:pt idx="10120">74.030000000000001</cx:pt>
          <cx:pt idx="10121">50</cx:pt>
          <cx:pt idx="10122">25.5</cx:pt>
          <cx:pt idx="10123">99</cx:pt>
          <cx:pt idx="10124">50</cx:pt>
          <cx:pt idx="10125">120</cx:pt>
          <cx:pt idx="10126">120</cx:pt>
          <cx:pt idx="10127">170</cx:pt>
          <cx:pt idx="10128">47</cx:pt>
          <cx:pt idx="10129">47.25</cx:pt>
          <cx:pt idx="10130">48</cx:pt>
          <cx:pt idx="10131">32.899999999999999</cx:pt>
          <cx:pt idx="10132">32.789999999999999</cx:pt>
          <cx:pt idx="10133">84.5</cx:pt>
          <cx:pt idx="10134">45</cx:pt>
          <cx:pt idx="10135">60</cx:pt>
          <cx:pt idx="10136">26</cx:pt>
          <cx:pt idx="10137">115</cx:pt>
          <cx:pt idx="10138">65</cx:pt>
          <cx:pt idx="10139">52</cx:pt>
          <cx:pt idx="10140">48.75</cx:pt>
          <cx:pt idx="10141">105</cx:pt>
          <cx:pt idx="10142">70</cx:pt>
          <cx:pt idx="10143">70</cx:pt>
          <cx:pt idx="10144">34.545000000000002</cx:pt>
          <cx:pt idx="10145">200</cx:pt>
          <cx:pt idx="10146">46.200000000000003</cx:pt>
          <cx:pt idx="10147">56</cx:pt>
          <cx:pt idx="10148">155</cx:pt>
          <cx:pt idx="10149">56.5</cx:pt>
          <cx:pt idx="10150">56.859999999999999</cx:pt>
          <cx:pt idx="10151">90</cx:pt>
          <cx:pt idx="10152">40</cx:pt>
          <cx:pt idx="10153">110</cx:pt>
          <cx:pt idx="10154">91.859999999999999</cx:pt>
          <cx:pt idx="10155">115</cx:pt>
          <cx:pt idx="10156">35</cx:pt>
          <cx:pt idx="10157">95.75</cx:pt>
          <cx:pt idx="10158">135</cx:pt>
          <cx:pt idx="10159">135</cx:pt>
          <cx:pt idx="10160">66</cx:pt>
          <cx:pt idx="10161">36.539999999999999</cx:pt>
          <cx:pt idx="10162">75</cx:pt>
          <cx:pt idx="10163">25.399999999999999</cx:pt>
          <cx:pt idx="10164">39</cx:pt>
          <cx:pt idx="10165">49</cx:pt>
          <cx:pt idx="10166">33</cx:pt>
          <cx:pt idx="10167">60</cx:pt>
          <cx:pt idx="10168">54</cx:pt>
          <cx:pt idx="10169">42.869999999999997</cx:pt>
          <cx:pt idx="10170">65</cx:pt>
          <cx:pt idx="10171">42.090000000000003</cx:pt>
          <cx:pt idx="10172">69.489999999999995</cx:pt>
          <cx:pt idx="10173">78</cx:pt>
          <cx:pt idx="10174">90</cx:pt>
          <cx:pt idx="10175">32</cx:pt>
          <cx:pt idx="10176">84.5</cx:pt>
          <cx:pt idx="10177">45</cx:pt>
          <cx:pt idx="10178">138</cx:pt>
          <cx:pt idx="10179">55</cx:pt>
          <cx:pt idx="10180">30</cx:pt>
          <cx:pt idx="10181">64.5</cx:pt>
          <cx:pt idx="10182">45.75</cx:pt>
          <cx:pt idx="10183">50</cx:pt>
          <cx:pt idx="10184">41</cx:pt>
          <cx:pt idx="10185">37</cx:pt>
          <cx:pt idx="10186">70</cx:pt>
          <cx:pt idx="10187">250</cx:pt>
          <cx:pt idx="10188">51.799999999999997</cx:pt>
          <cx:pt idx="10189">92</cx:pt>
          <cx:pt idx="10190">60</cx:pt>
          <cx:pt idx="10191">86</cx:pt>
          <cx:pt idx="10192">150</cx:pt>
          <cx:pt idx="10193">73</cx:pt>
          <cx:pt idx="10194">80</cx:pt>
          <cx:pt idx="10195">65</cx:pt>
          <cx:pt idx="10196">47</cx:pt>
          <cx:pt idx="10197">109</cx:pt>
          <cx:pt idx="10198">58</cx:pt>
          <cx:pt idx="10199">223</cx:pt>
          <cx:pt idx="10200">47</cx:pt>
          <cx:pt idx="10201">56</cx:pt>
          <cx:pt idx="10202">80.5</cx:pt>
          <cx:pt idx="10203">30</cx:pt>
          <cx:pt idx="10204">65</cx:pt>
          <cx:pt idx="10205">120</cx:pt>
          <cx:pt idx="10206">95</cx:pt>
          <cx:pt idx="10207">100</cx:pt>
          <cx:pt idx="10208">51.5</cx:pt>
          <cx:pt idx="10209">39.140000000000001</cx:pt>
          <cx:pt idx="10210">45</cx:pt>
          <cx:pt idx="10211">170</cx:pt>
          <cx:pt idx="10212">99</cx:pt>
          <cx:pt idx="10213">70</cx:pt>
          <cx:pt idx="10214">73</cx:pt>
          <cx:pt idx="10215">111</cx:pt>
          <cx:pt idx="10216">50</cx:pt>
          <cx:pt idx="10217">165</cx:pt>
          <cx:pt idx="10218">54</cx:pt>
          <cx:pt idx="10219">70</cx:pt>
          <cx:pt idx="10220">86.959999999999994</cx:pt>
          <cx:pt idx="10221">48</cx:pt>
          <cx:pt idx="10222">52</cx:pt>
          <cx:pt idx="10223">46</cx:pt>
          <cx:pt idx="10224">30.239999999999998</cx:pt>
          <cx:pt idx="10225">25</cx:pt>
          <cx:pt idx="10226">70.385000000000005</cx:pt>
          <cx:pt idx="10227">105</cx:pt>
          <cx:pt idx="10228">270</cx:pt>
          <cx:pt idx="10229">120</cx:pt>
          <cx:pt idx="10230">56</cx:pt>
          <cx:pt idx="10231">36</cx:pt>
          <cx:pt idx="10232">125</cx:pt>
          <cx:pt idx="10233">45.899999999999999</cx:pt>
          <cx:pt idx="10234">67.650000000000006</cx:pt>
          <cx:pt idx="10235">55</cx:pt>
          <cx:pt idx="10236">114</cx:pt>
          <cx:pt idx="10237">131</cx:pt>
          <cx:pt idx="10238">66</cx:pt>
          <cx:pt idx="10239">58</cx:pt>
          <cx:pt idx="10240">120</cx:pt>
          <cx:pt idx="10241">135</cx:pt>
          <cx:pt idx="10242">70</cx:pt>
          <cx:pt idx="10243">68</cx:pt>
          <cx:pt idx="10244">33.280000000000001</cx:pt>
          <cx:pt idx="10245">46.409999999999997</cx:pt>
          <cx:pt idx="10246">53.359999999999999</cx:pt>
          <cx:pt idx="10247">59</cx:pt>
          <cx:pt idx="10248">79.540000000000006</cx:pt>
          <cx:pt idx="10249">100</cx:pt>
          <cx:pt idx="10250">27</cx:pt>
          <cx:pt idx="10251">90</cx:pt>
          <cx:pt idx="10252">52</cx:pt>
          <cx:pt idx="10253">110</cx:pt>
          <cx:pt idx="10254">90</cx:pt>
          <cx:pt idx="10255">198</cx:pt>
          <cx:pt idx="10256">59</cx:pt>
          <cx:pt idx="10257">46</cx:pt>
          <cx:pt idx="10258">155</cx:pt>
          <cx:pt idx="10259">115</cx:pt>
          <cx:pt idx="10260">45.990000000000002</cx:pt>
          <cx:pt idx="10261">72</cx:pt>
          <cx:pt idx="10262">145</cx:pt>
          <cx:pt idx="10263">70</cx:pt>
          <cx:pt idx="10264">109</cx:pt>
          <cx:pt idx="10265">64.079999999999998</cx:pt>
          <cx:pt idx="10266">27</cx:pt>
          <cx:pt idx="10267">38.119999999999997</cx:pt>
          <cx:pt idx="10268">160</cx:pt>
          <cx:pt idx="10269">26</cx:pt>
          <cx:pt idx="10270">125</cx:pt>
          <cx:pt idx="10271">42</cx:pt>
          <cx:pt idx="10272">67.5</cx:pt>
          <cx:pt idx="10273">60</cx:pt>
          <cx:pt idx="10274">48.479999999999997</cx:pt>
          <cx:pt idx="10275">50</cx:pt>
          <cx:pt idx="10276">150</cx:pt>
          <cx:pt idx="10277">95</cx:pt>
          <cx:pt idx="10278">80</cx:pt>
          <cx:pt idx="10279">86.680000000000007</cx:pt>
          <cx:pt idx="10280">51</cx:pt>
          <cx:pt idx="10281">130</cx:pt>
          <cx:pt idx="10282">52</cx:pt>
          <cx:pt idx="10283">45</cx:pt>
          <cx:pt idx="10284">110</cx:pt>
          <cx:pt idx="10285">105</cx:pt>
          <cx:pt idx="10286">52</cx:pt>
          <cx:pt idx="10287">160</cx:pt>
          <cx:pt idx="10288">85</cx:pt>
          <cx:pt idx="10289">85</cx:pt>
          <cx:pt idx="10290">65</cx:pt>
          <cx:pt idx="10291">96.200000000000003</cx:pt>
          <cx:pt idx="10292">150</cx:pt>
          <cx:pt idx="10293">55.5</cx:pt>
          <cx:pt idx="10294">44.079999999999998</cx:pt>
          <cx:pt idx="10295">53</cx:pt>
          <cx:pt idx="10296">80</cx:pt>
          <cx:pt idx="10297">44</cx:pt>
          <cx:pt idx="10298">100</cx:pt>
          <cx:pt idx="10299">50.350000000000001</cx:pt>
          <cx:pt idx="10300">46</cx:pt>
          <cx:pt idx="10301">115</cx:pt>
          <cx:pt idx="10302">68.5</cx:pt>
          <cx:pt idx="10303">75</cx:pt>
          <cx:pt idx="10304">40</cx:pt>
          <cx:pt idx="10305">102</cx:pt>
          <cx:pt idx="10306">125</cx:pt>
          <cx:pt idx="10307">56</cx:pt>
          <cx:pt idx="10308">75</cx:pt>
          <cx:pt idx="10309">76.769999999999996</cx:pt>
          <cx:pt idx="10310">30</cx:pt>
          <cx:pt idx="10311">65</cx:pt>
          <cx:pt idx="10312">46</cx:pt>
          <cx:pt idx="10313">116</cx:pt>
          <cx:pt idx="10314">71.950000000000003</cx:pt>
          <cx:pt idx="10315">45</cx:pt>
          <cx:pt idx="10316">130</cx:pt>
          <cx:pt idx="10317">71</cx:pt>
          <cx:pt idx="10318">140</cx:pt>
          <cx:pt idx="10319">88</cx:pt>
          <cx:pt idx="10320">56.549999999999997</cx:pt>
          <cx:pt idx="10321">160</cx:pt>
          <cx:pt idx="10322">47</cx:pt>
          <cx:pt idx="10323">89</cx:pt>
          <cx:pt idx="10324">43.75</cx:pt>
          <cx:pt idx="10325">57</cx:pt>
          <cx:pt idx="10326">52</cx:pt>
          <cx:pt idx="10327">150</cx:pt>
          <cx:pt idx="10328">26</cx:pt>
          <cx:pt idx="10329">37.969999999999999</cx:pt>
          <cx:pt idx="10330">75</cx:pt>
          <cx:pt idx="10331">48</cx:pt>
          <cx:pt idx="10332">68.75</cx:pt>
          <cx:pt idx="10333">225</cx:pt>
          <cx:pt idx="10334">52</cx:pt>
          <cx:pt idx="10335">33</cx:pt>
          <cx:pt idx="10336">45.75</cx:pt>
          <cx:pt idx="10337">40</cx:pt>
          <cx:pt idx="10338">52</cx:pt>
          <cx:pt idx="10339">10</cx:pt>
          <cx:pt idx="10340">110</cx:pt>
          <cx:pt idx="10341">68</cx:pt>
          <cx:pt idx="10342">113</cx:pt>
          <cx:pt idx="10343">34.969999999999999</cx:pt>
          <cx:pt idx="10344">55.460000000000001</cx:pt>
          <cx:pt idx="10345">43</cx:pt>
          <cx:pt idx="10346">28</cx:pt>
          <cx:pt idx="10347">90</cx:pt>
          <cx:pt idx="10348">98.769999999999996</cx:pt>
          <cx:pt idx="10349">35</cx:pt>
          <cx:pt idx="10350">73.5</cx:pt>
          <cx:pt idx="10351">60</cx:pt>
          <cx:pt idx="10352">62</cx:pt>
          <cx:pt idx="10353">50</cx:pt>
          <cx:pt idx="10354">44</cx:pt>
          <cx:pt idx="10355">140</cx:pt>
          <cx:pt idx="10356">42.5</cx:pt>
          <cx:pt idx="10357">22.800000000000001</cx:pt>
          <cx:pt idx="10358">157</cx:pt>
          <cx:pt idx="10359">24</cx:pt>
          <cx:pt idx="10360">57</cx:pt>
          <cx:pt idx="10361">75</cx:pt>
          <cx:pt idx="10362">68</cx:pt>
          <cx:pt idx="10363">23</cx:pt>
          <cx:pt idx="10364">78</cx:pt>
          <cx:pt idx="10365">44</cx:pt>
          <cx:pt idx="10366">108</cx:pt>
          <cx:pt idx="10367">40</cx:pt>
          <cx:pt idx="10368">60.5</cx:pt>
          <cx:pt idx="10369">145</cx:pt>
          <cx:pt idx="10370">16</cx:pt>
          <cx:pt idx="10371">53.600000000000001</cx:pt>
          <cx:pt idx="10372">46</cx:pt>
          <cx:pt idx="10373">65</cx:pt>
          <cx:pt idx="10374">75</cx:pt>
          <cx:pt idx="10375">69.609999999999999</cx:pt>
          <cx:pt idx="10376">88</cx:pt>
          <cx:pt idx="10377">75</cx:pt>
          <cx:pt idx="10378">39</cx:pt>
          <cx:pt idx="10379">92.129999999999995</cx:pt>
          <cx:pt idx="10380">57</cx:pt>
          <cx:pt idx="10381">78.5</cx:pt>
          <cx:pt idx="10382">42</cx:pt>
          <cx:pt idx="10383">65</cx:pt>
          <cx:pt idx="10384">85</cx:pt>
          <cx:pt idx="10385">35</cx:pt>
          <cx:pt idx="10386">40</cx:pt>
          <cx:pt idx="10387">40.700000000000003</cx:pt>
          <cx:pt idx="10388">16.75</cx:pt>
          <cx:pt idx="10389">52</cx:pt>
          <cx:pt idx="10390">35.560000000000002</cx:pt>
          <cx:pt idx="10391">63.5</cx:pt>
          <cx:pt idx="10392">45</cx:pt>
          <cx:pt idx="10393">185</cx:pt>
          <cx:pt idx="10394">66</cx:pt>
          <cx:pt idx="10395">38.149999999999999</cx:pt>
          <cx:pt idx="10396">29</cx:pt>
          <cx:pt idx="10397">28.129999999999999</cx:pt>
          <cx:pt idx="10398">50.659999999999997</cx:pt>
          <cx:pt idx="10399">74</cx:pt>
          <cx:pt idx="10400">115</cx:pt>
          <cx:pt idx="10401">44</cx:pt>
          <cx:pt idx="10402">80</cx:pt>
          <cx:pt idx="10403">100</cx:pt>
          <cx:pt idx="10404">192</cx:pt>
          <cx:pt idx="10405">49</cx:pt>
          <cx:pt idx="10406">160</cx:pt>
          <cx:pt idx="10407">45</cx:pt>
          <cx:pt idx="10408">65</cx:pt>
          <cx:pt idx="10409">34.719999999999999</cx:pt>
          <cx:pt idx="10410">45</cx:pt>
          <cx:pt idx="10411">80</cx:pt>
          <cx:pt idx="10412">75</cx:pt>
          <cx:pt idx="10413">20</cx:pt>
          <cx:pt idx="10414">53.57</cx:pt>
          <cx:pt idx="10415">79</cx:pt>
          <cx:pt idx="10416">150</cx:pt>
          <cx:pt idx="10417">80</cx:pt>
          <cx:pt idx="10418">69.609999999999999</cx:pt>
          <cx:pt idx="10419">29</cx:pt>
          <cx:pt idx="10420">49.82</cx:pt>
          <cx:pt idx="10421">49</cx:pt>
          <cx:pt idx="10422">81.310000000000002</cx:pt>
          <cx:pt idx="10423">54</cx:pt>
          <cx:pt idx="10424">90</cx:pt>
          <cx:pt idx="10425">130</cx:pt>
          <cx:pt idx="10426">85</cx:pt>
          <cx:pt idx="10427">50</cx:pt>
          <cx:pt idx="10428">160</cx:pt>
          <cx:pt idx="10429">113</cx:pt>
          <cx:pt idx="10430">103</cx:pt>
          <cx:pt idx="10431">100</cx:pt>
          <cx:pt idx="10432">130</cx:pt>
          <cx:pt idx="10433">55</cx:pt>
          <cx:pt idx="10434">55</cx:pt>
          <cx:pt idx="10435">45</cx:pt>
          <cx:pt idx="10436">65</cx:pt>
          <cx:pt idx="10437">67.400000000000006</cx:pt>
          <cx:pt idx="10438">43.079999999999998</cx:pt>
          <cx:pt idx="10439">60</cx:pt>
          <cx:pt idx="10440">55</cx:pt>
          <cx:pt idx="10441">89.890000000000001</cx:pt>
          <cx:pt idx="10442">68</cx:pt>
          <cx:pt idx="10443">30</cx:pt>
          <cx:pt idx="10444">89</cx:pt>
          <cx:pt idx="10445">62.600000000000001</cx:pt>
          <cx:pt idx="10446">110</cx:pt>
          <cx:pt idx="10447">96</cx:pt>
          <cx:pt idx="10448">60.909999999999997</cx:pt>
          <cx:pt idx="10449">148</cx:pt>
          <cx:pt idx="10450">56</cx:pt>
          <cx:pt idx="10451">44.729999999999997</cx:pt>
          <cx:pt idx="10452">45</cx:pt>
          <cx:pt idx="10453">80</cx:pt>
          <cx:pt idx="10454">88</cx:pt>
          <cx:pt idx="10455">105</cx:pt>
          <cx:pt idx="10456">125</cx:pt>
          <cx:pt idx="10457">30</cx:pt>
          <cx:pt idx="10458">98.379999999999995</cx:pt>
          <cx:pt idx="10459">25.120000000000001</cx:pt>
          <cx:pt idx="10460">75</cx:pt>
          <cx:pt idx="10461">24</cx:pt>
          <cx:pt idx="10462">85</cx:pt>
          <cx:pt idx="10463">99</cx:pt>
          <cx:pt idx="10464">46</cx:pt>
          <cx:pt idx="10465">331</cx:pt>
          <cx:pt idx="10466">130</cx:pt>
          <cx:pt idx="10467">65</cx:pt>
          <cx:pt idx="10468">48</cx:pt>
          <cx:pt idx="10469">56.119999999999997</cx:pt>
          <cx:pt idx="10470">30.760000000000002</cx:pt>
          <cx:pt idx="10471">121</cx:pt>
          <cx:pt idx="10472">49</cx:pt>
          <cx:pt idx="10473">70</cx:pt>
          <cx:pt idx="10474">170</cx:pt>
          <cx:pt idx="10475">52</cx:pt>
          <cx:pt idx="10476">98</cx:pt>
          <cx:pt idx="10477">50</cx:pt>
          <cx:pt idx="10478">45</cx:pt>
          <cx:pt idx="10479">58</cx:pt>
          <cx:pt idx="10480">180</cx:pt>
          <cx:pt idx="10481">140</cx:pt>
          <cx:pt idx="10482">66</cx:pt>
          <cx:pt idx="10483">16.449999999999999</cx:pt>
          <cx:pt idx="10484">36</cx:pt>
          <cx:pt idx="10485">50</cx:pt>
          <cx:pt idx="10486">42</cx:pt>
          <cx:pt idx="10487">95</cx:pt>
          <cx:pt idx="10488">88</cx:pt>
          <cx:pt idx="10489">44.399999999999999</cx:pt>
          <cx:pt idx="10490">180</cx:pt>
          <cx:pt idx="10491">44</cx:pt>
          <cx:pt idx="10492">46</cx:pt>
          <cx:pt idx="10493">30.75</cx:pt>
          <cx:pt idx="10494">48</cx:pt>
          <cx:pt idx="10495">86</cx:pt>
          <cx:pt idx="10496">150</cx:pt>
          <cx:pt idx="10497">94.5</cx:pt>
          <cx:pt idx="10498">66</cx:pt>
          <cx:pt idx="10499">90</cx:pt>
          <cx:pt idx="10500">35</cx:pt>
          <cx:pt idx="10501">30.460000000000001</cx:pt>
          <cx:pt idx="10502">80</cx:pt>
          <cx:pt idx="10503">139</cx:pt>
          <cx:pt idx="10504">101</cx:pt>
          <cx:pt idx="10505">50</cx:pt>
          <cx:pt idx="10506">52</cx:pt>
          <cx:pt idx="10507">16.449999999999999</cx:pt>
          <cx:pt idx="10508">79</cx:pt>
          <cx:pt idx="10509">71</cx:pt>
          <cx:pt idx="10510">45</cx:pt>
          <cx:pt idx="10511">75</cx:pt>
          <cx:pt idx="10512">137</cx:pt>
          <cx:pt idx="10513">50.170000000000002</cx:pt>
          <cx:pt idx="10514">36</cx:pt>
          <cx:pt idx="10515">47</cx:pt>
          <cx:pt idx="10516">95.230000000000004</cx:pt>
          <cx:pt idx="10517">61.740000000000002</cx:pt>
          <cx:pt idx="10518">100</cx:pt>
          <cx:pt idx="10519">42.880000000000003</cx:pt>
          <cx:pt idx="10520">60</cx:pt>
          <cx:pt idx="10521">125</cx:pt>
          <cx:pt idx="10522">63</cx:pt>
          <cx:pt idx="10523">97</cx:pt>
          <cx:pt idx="10524">175</cx:pt>
          <cx:pt idx="10525">86</cx:pt>
          <cx:pt idx="10526">77</cx:pt>
          <cx:pt idx="10527">82</cx:pt>
          <cx:pt idx="10528">105</cx:pt>
          <cx:pt idx="10529">39.899999999999999</cx:pt>
          <cx:pt idx="10530">95</cx:pt>
          <cx:pt idx="10531">121</cx:pt>
          <cx:pt idx="10532">85</cx:pt>
          <cx:pt idx="10533">155</cx:pt>
          <cx:pt idx="10534">55</cx:pt>
          <cx:pt idx="10535">85</cx:pt>
          <cx:pt idx="10536">50</cx:pt>
          <cx:pt idx="10537">29</cx:pt>
          <cx:pt idx="10538">69.989999999999995</cx:pt>
          <cx:pt idx="10539">33.060000000000002</cx:pt>
          <cx:pt idx="10540">35</cx:pt>
          <cx:pt idx="10541">50</cx:pt>
          <cx:pt idx="10542">45</cx:pt>
          <cx:pt idx="10543">66</cx:pt>
          <cx:pt idx="10544">50.359999999999999</cx:pt>
          <cx:pt idx="10545">150</cx:pt>
          <cx:pt idx="10546">132</cx:pt>
          <cx:pt idx="10547">125</cx:pt>
          <cx:pt idx="10548">65</cx:pt>
          <cx:pt idx="10549">68</cx:pt>
          <cx:pt idx="10550">44.600000000000001</cx:pt>
          <cx:pt idx="10551">55.859999999999999</cx:pt>
          <cx:pt idx="10552">150</cx:pt>
          <cx:pt idx="10553">108</cx:pt>
          <cx:pt idx="10554">41</cx:pt>
          <cx:pt idx="10555">67.75</cx:pt>
          <cx:pt idx="10556">145</cx:pt>
          <cx:pt idx="10557">48</cx:pt>
          <cx:pt idx="10558">85</cx:pt>
          <cx:pt idx="10559">57.950000000000003</cx:pt>
          <cx:pt idx="10560">54</cx:pt>
          <cx:pt idx="10561">56</cx:pt>
          <cx:pt idx="10562">180</cx:pt>
          <cx:pt idx="10563">102</cx:pt>
          <cx:pt idx="10564">110</cx:pt>
          <cx:pt idx="10565">183</cx:pt>
          <cx:pt idx="10566">160</cx:pt>
          <cx:pt idx="10567">51.420000000000002</cx:pt>
          <cx:pt idx="10568">63.25</cx:pt>
          <cx:pt idx="10569">85</cx:pt>
          <cx:pt idx="10570">22</cx:pt>
          <cx:pt idx="10571">138</cx:pt>
          <cx:pt idx="10572">60</cx:pt>
          <cx:pt idx="10573">83.5</cx:pt>
          <cx:pt idx="10574">48.719999999999999</cx:pt>
          <cx:pt idx="10575">60</cx:pt>
          <cx:pt idx="10576">125</cx:pt>
          <cx:pt idx="10577">46</cx:pt>
          <cx:pt idx="10578">56</cx:pt>
          <cx:pt idx="10579">42</cx:pt>
          <cx:pt idx="10580">60</cx:pt>
          <cx:pt idx="10581">73</cx:pt>
          <cx:pt idx="10582">121</cx:pt>
          <cx:pt idx="10583">54</cx:pt>
          <cx:pt idx="10584">65</cx:pt>
          <cx:pt idx="10585">54</cx:pt>
          <cx:pt idx="10586">45</cx:pt>
          <cx:pt idx="10587">147</cx:pt>
          <cx:pt idx="10588">44.409999999999997</cx:pt>
          <cx:pt idx="10589">66</cx:pt>
          <cx:pt idx="10590">35</cx:pt>
          <cx:pt idx="10591">65</cx:pt>
          <cx:pt idx="10592">69</cx:pt>
          <cx:pt idx="10593">110</cx:pt>
          <cx:pt idx="10594">125</cx:pt>
          <cx:pt idx="10595">67</cx:pt>
          <cx:pt idx="10596">101</cx:pt>
          <cx:pt idx="10597">53</cx:pt>
          <cx:pt idx="10598">49</cx:pt>
          <cx:pt idx="10599">55</cx:pt>
          <cx:pt idx="10600">65</cx:pt>
          <cx:pt idx="10601">125</cx:pt>
          <cx:pt idx="10602">110</cx:pt>
          <cx:pt idx="10603">220</cx:pt>
          <cx:pt idx="10604">85</cx:pt>
          <cx:pt idx="10605">55</cx:pt>
          <cx:pt idx="10606">75</cx:pt>
          <cx:pt idx="10607">69.180000000000007</cx:pt>
          <cx:pt idx="10608">30.120000000000001</cx:pt>
          <cx:pt idx="10609">35</cx:pt>
          <cx:pt idx="10610">20</cx:pt>
          <cx:pt idx="10611">53.119999999999997</cx:pt>
          <cx:pt idx="10612">119</cx:pt>
          <cx:pt idx="10613">70</cx:pt>
          <cx:pt idx="10614">32</cx:pt>
          <cx:pt idx="10615">60</cx:pt>
          <cx:pt idx="10616">65</cx:pt>
          <cx:pt idx="10617">26.5</cx:pt>
          <cx:pt idx="10618">90</cx:pt>
          <cx:pt idx="10619">70</cx:pt>
          <cx:pt idx="10620">58</cx:pt>
          <cx:pt idx="10621">56</cx:pt>
          <cx:pt idx="10622">34.649999999999999</cx:pt>
          <cx:pt idx="10623">52.329999999999998</cx:pt>
          <cx:pt idx="10624">34</cx:pt>
          <cx:pt idx="10625">180</cx:pt>
          <cx:pt idx="10626">61</cx:pt>
          <cx:pt idx="10627">69.5</cx:pt>
          <cx:pt idx="10628">63</cx:pt>
          <cx:pt idx="10629">95</cx:pt>
          <cx:pt idx="10630">48</cx:pt>
          <cx:pt idx="10631">95</cx:pt>
          <cx:pt idx="10632">40.799999999999997</cx:pt>
          <cx:pt idx="10633">53</cx:pt>
          <cx:pt idx="10634">75</cx:pt>
          <cx:pt idx="10635">59.960000000000001</cx:pt>
          <cx:pt idx="10636">100</cx:pt>
          <cx:pt idx="10637">28.469999999999999</cx:pt>
          <cx:pt idx="10638">135</cx:pt>
          <cx:pt idx="10639">105</cx:pt>
          <cx:pt idx="10640">50.75</cx:pt>
          <cx:pt idx="10641">80</cx:pt>
          <cx:pt idx="10642">56.5</cx:pt>
          <cx:pt idx="10643">69.5</cx:pt>
          <cx:pt idx="10644">198</cx:pt>
          <cx:pt idx="10645">85.859999999999999</cx:pt>
          <cx:pt idx="10646">130</cx:pt>
          <cx:pt idx="10647">55</cx:pt>
          <cx:pt idx="10648">68</cx:pt>
          <cx:pt idx="10649">50</cx:pt>
          <cx:pt idx="10650">37</cx:pt>
          <cx:pt idx="10651">78.200000000000003</cx:pt>
          <cx:pt idx="10652">55</cx:pt>
          <cx:pt idx="10653">75</cx:pt>
          <cx:pt idx="10654">80.510000000000005</cx:pt>
          <cx:pt idx="10655">150</cx:pt>
          <cx:pt idx="10656">110</cx:pt>
          <cx:pt idx="10657">155</cx:pt>
          <cx:pt idx="10658">48</cx:pt>
          <cx:pt idx="10659">85</cx:pt>
          <cx:pt idx="10660">22.5</cx:pt>
          <cx:pt idx="10661">75.885000000000005</cx:pt>
          <cx:pt idx="10662">54.990000000000002</cx:pt>
          <cx:pt idx="10663">125</cx:pt>
          <cx:pt idx="10664">45</cx:pt>
          <cx:pt idx="10665">101</cx:pt>
          <cx:pt idx="10666">97.829999999999998</cx:pt>
          <cx:pt idx="10667">51</cx:pt>
          <cx:pt idx="10668">85</cx:pt>
          <cx:pt idx="10669">56</cx:pt>
          <cx:pt idx="10670">90</cx:pt>
          <cx:pt idx="10671">58</cx:pt>
          <cx:pt idx="10672">85</cx:pt>
          <cx:pt idx="10673">73</cx:pt>
          <cx:pt idx="10674">75</cx:pt>
          <cx:pt idx="10675">54.479999999999997</cx:pt>
          <cx:pt idx="10676">38.189999999999998</cx:pt>
          <cx:pt idx="10677">36.399999999999999</cx:pt>
          <cx:pt idx="10678">110</cx:pt>
          <cx:pt idx="10679">56.149999999999999</cx:pt>
          <cx:pt idx="10680">46</cx:pt>
          <cx:pt idx="10681">78</cx:pt>
          <cx:pt idx="10682">110</cx:pt>
          <cx:pt idx="10683">42</cx:pt>
          <cx:pt idx="10684">105</cx:pt>
          <cx:pt idx="10685">80</cx:pt>
          <cx:pt idx="10686">45</cx:pt>
          <cx:pt idx="10687">28</cx:pt>
          <cx:pt idx="10688">64</cx:pt>
          <cx:pt idx="10689">122</cx:pt>
          <cx:pt idx="10690">80</cx:pt>
          <cx:pt idx="10691">78</cx:pt>
          <cx:pt idx="10692">128</cx:pt>
          <cx:pt idx="10693">44</cx:pt>
          <cx:pt idx="10694">78.189999999999998</cx:pt>
          <cx:pt idx="10695">25</cx:pt>
          <cx:pt idx="10696">145</cx:pt>
          <cx:pt idx="10697">120</cx:pt>
          <cx:pt idx="10698">39.950000000000003</cx:pt>
          <cx:pt idx="10699">90</cx:pt>
          <cx:pt idx="10700">45</cx:pt>
          <cx:pt idx="10701">150</cx:pt>
          <cx:pt idx="10702">42</cx:pt>
          <cx:pt idx="10703">70</cx:pt>
          <cx:pt idx="10704">64.5</cx:pt>
          <cx:pt idx="10705">59</cx:pt>
          <cx:pt idx="10706">44</cx:pt>
          <cx:pt idx="10707">135</cx:pt>
          <cx:pt idx="10708">80.5</cx:pt>
          <cx:pt idx="10709">55</cx:pt>
          <cx:pt idx="10710">40</cx:pt>
          <cx:pt idx="10711">135</cx:pt>
          <cx:pt idx="10712">56.5</cx:pt>
          <cx:pt idx="10713">228</cx:pt>
          <cx:pt idx="10714">59</cx:pt>
          <cx:pt idx="10715">35</cx:pt>
          <cx:pt idx="10716">52</cx:pt>
          <cx:pt idx="10717">115</cx:pt>
          <cx:pt idx="10718">40.799999999999997</cx:pt>
          <cx:pt idx="10719">25</cx:pt>
          <cx:pt idx="10720">142</cx:pt>
          <cx:pt idx="10721">131</cx:pt>
          <cx:pt idx="10722">58</cx:pt>
          <cx:pt idx="10723">93</cx:pt>
          <cx:pt idx="10724">61.899999999999999</cx:pt>
          <cx:pt idx="10725">42.729999999999997</cx:pt>
          <cx:pt idx="10726">190</cx:pt>
          <cx:pt idx="10727">130</cx:pt>
          <cx:pt idx="10728">78</cx:pt>
          <cx:pt idx="10729">82</cx:pt>
          <cx:pt idx="10730">52</cx:pt>
          <cx:pt idx="10731">60</cx:pt>
          <cx:pt idx="10732">140</cx:pt>
          <cx:pt idx="10733">118</cx:pt>
          <cx:pt idx="10734">70</cx:pt>
          <cx:pt idx="10735">68</cx:pt>
          <cx:pt idx="10736">148</cx:pt>
          <cx:pt idx="10737">60</cx:pt>
          <cx:pt idx="10738">112</cx:pt>
          <cx:pt idx="10739">100</cx:pt>
          <cx:pt idx="10740">62.799999999999997</cx:pt>
          <cx:pt idx="10741">46</cx:pt>
          <cx:pt idx="10742">37.829999999999998</cx:pt>
          <cx:pt idx="10743">57</cx:pt>
          <cx:pt idx="10744">120</cx:pt>
          <cx:pt idx="10745">72.760000000000005</cx:pt>
          <cx:pt idx="10746">81</cx:pt>
          <cx:pt idx="10747">79.989999999999995</cx:pt>
          <cx:pt idx="10748">47</cx:pt>
          <cx:pt idx="10749">103</cx:pt>
          <cx:pt idx="10750">67.760000000000005</cx:pt>
          <cx:pt idx="10751">53.960000000000001</cx:pt>
          <cx:pt idx="10752">50</cx:pt>
          <cx:pt idx="10753">42.479999999999997</cx:pt>
          <cx:pt idx="10754">72</cx:pt>
          <cx:pt idx="10755">41</cx:pt>
          <cx:pt idx="10756">62</cx:pt>
          <cx:pt idx="10757">219</cx:pt>
          <cx:pt idx="10758">20</cx:pt>
          <cx:pt idx="10759">39</cx:pt>
          <cx:pt idx="10760">70</cx:pt>
          <cx:pt idx="10761">90</cx:pt>
          <cx:pt idx="10762">62</cx:pt>
          <cx:pt idx="10763">115</cx:pt>
          <cx:pt idx="10764">49.5</cx:pt>
          <cx:pt idx="10765">32.93</cx:pt>
          <cx:pt idx="10766">60</cx:pt>
          <cx:pt idx="10767">71</cx:pt>
          <cx:pt idx="10768">94.280000000000001</cx:pt>
          <cx:pt idx="10769">56.119999999999997</cx:pt>
          <cx:pt idx="10770">58.700000000000003</cx:pt>
          <cx:pt idx="10771">41</cx:pt>
          <cx:pt idx="10772">74.030000000000001</cx:pt>
          <cx:pt idx="10773">55</cx:pt>
          <cx:pt idx="10774">59</cx:pt>
          <cx:pt idx="10775">49.859999999999999</cx:pt>
          <cx:pt idx="10776">80</cx:pt>
          <cx:pt idx="10777">55</cx:pt>
          <cx:pt idx="10778">50</cx:pt>
          <cx:pt idx="10779">43.039999999999999</cx:pt>
          <cx:pt idx="10780">131</cx:pt>
          <cx:pt idx="10781">50</cx:pt>
          <cx:pt idx="10782">98</cx:pt>
          <cx:pt idx="10783">60</cx:pt>
          <cx:pt idx="10784">40.25</cx:pt>
          <cx:pt idx="10785">32.719999999999999</cx:pt>
          <cx:pt idx="10786">59</cx:pt>
          <cx:pt idx="10787">230</cx:pt>
          <cx:pt idx="10788">60</cx:pt>
          <cx:pt idx="10789">63</cx:pt>
          <cx:pt idx="10790">46</cx:pt>
          <cx:pt idx="10791">18.5</cx:pt>
          <cx:pt idx="10792">80</cx:pt>
          <cx:pt idx="10793">65</cx:pt>
          <cx:pt idx="10794">45</cx:pt>
          <cx:pt idx="10795">95</cx:pt>
          <cx:pt idx="10796">61.109999999999999</cx:pt>
          <cx:pt idx="10797">70</cx:pt>
          <cx:pt idx="10798">69</cx:pt>
          <cx:pt idx="10799">160</cx:pt>
          <cx:pt idx="10800">107</cx:pt>
          <cx:pt idx="10801">125</cx:pt>
          <cx:pt idx="10802">74.900000000000006</cx:pt>
          <cx:pt idx="10803">50.659999999999997</cx:pt>
          <cx:pt idx="10804">134</cx:pt>
          <cx:pt idx="10805">60.899999999999999</cx:pt>
          <cx:pt idx="10806">46.560000000000002</cx:pt>
          <cx:pt idx="10807">84</cx:pt>
          <cx:pt idx="10808">183</cx:pt>
          <cx:pt idx="10809">65</cx:pt>
          <cx:pt idx="10810">54</cx:pt>
          <cx:pt idx="10811">42.539999999999999</cx:pt>
          <cx:pt idx="10812">19.5</cx:pt>
          <cx:pt idx="10813">58</cx:pt>
          <cx:pt idx="10814">90</cx:pt>
          <cx:pt idx="10815">150</cx:pt>
          <cx:pt idx="10816">80.989999999999995</cx:pt>
          <cx:pt idx="10817">64.079999999999998</cx:pt>
          <cx:pt idx="10818">139</cx:pt>
          <cx:pt idx="10819">110</cx:pt>
          <cx:pt idx="10820">65</cx:pt>
          <cx:pt idx="10821">28</cx:pt>
          <cx:pt idx="10822">46</cx:pt>
          <cx:pt idx="10823">64.859999999999999</cx:pt>
          <cx:pt idx="10824">140</cx:pt>
          <cx:pt idx="10825">47</cx:pt>
          <cx:pt idx="10826">56</cx:pt>
          <cx:pt idx="10827">90</cx:pt>
          <cx:pt idx="10828">58</cx:pt>
          <cx:pt idx="10829">90</cx:pt>
          <cx:pt idx="10830">85</cx:pt>
          <cx:pt idx="10831">32</cx:pt>
          <cx:pt idx="10832">23</cx:pt>
          <cx:pt idx="10833">159</cx:pt>
          <cx:pt idx="10834">46</cx:pt>
          <cx:pt idx="10835">18</cx:pt>
          <cx:pt idx="10836">41</cx:pt>
          <cx:pt idx="10837">45</cx:pt>
          <cx:pt idx="10838">75</cx:pt>
          <cx:pt idx="10839">98</cx:pt>
          <cx:pt idx="10840">40</cx:pt>
          <cx:pt idx="10841">65</cx:pt>
          <cx:pt idx="10842">140</cx:pt>
          <cx:pt idx="10843">56</cx:pt>
          <cx:pt idx="10844">62</cx:pt>
          <cx:pt idx="10845">62</cx:pt>
          <cx:pt idx="10846">48</cx:pt>
          <cx:pt idx="10847">32</cx:pt>
          <cx:pt idx="10848">85</cx:pt>
          <cx:pt idx="10849">75</cx:pt>
          <cx:pt idx="10850">75</cx:pt>
          <cx:pt idx="10851">47.350000000000001</cx:pt>
          <cx:pt idx="10852">90</cx:pt>
          <cx:pt idx="10853">55</cx:pt>
          <cx:pt idx="10854">73</cx:pt>
          <cx:pt idx="10855">94</cx:pt>
          <cx:pt idx="10856">110</cx:pt>
          <cx:pt idx="10857">111</cx:pt>
          <cx:pt idx="10858">134</cx:pt>
          <cx:pt idx="10859">69.760000000000005</cx:pt>
          <cx:pt idx="10860">140</cx:pt>
          <cx:pt idx="10861">50</cx:pt>
          <cx:pt idx="10862">72.299999999999997</cx:pt>
          <cx:pt idx="10863">67</cx:pt>
          <cx:pt idx="10864">56</cx:pt>
          <cx:pt idx="10865">130</cx:pt>
          <cx:pt idx="10866">44.75</cx:pt>
          <cx:pt idx="10867">62</cx:pt>
          <cx:pt idx="10868">40</cx:pt>
          <cx:pt idx="10869">43.700000000000003</cx:pt>
          <cx:pt idx="10870">44</cx:pt>
          <cx:pt idx="10871">75</cx:pt>
          <cx:pt idx="10872">78</cx:pt>
          <cx:pt idx="10873">89</cx:pt>
          <cx:pt idx="10874">36</cx:pt>
          <cx:pt idx="10875">48</cx:pt>
          <cx:pt idx="10876">85</cx:pt>
          <cx:pt idx="10877">45</cx:pt>
          <cx:pt idx="10878">15</cx:pt>
          <cx:pt idx="10879">64.989999999999995</cx:pt>
          <cx:pt idx="10880">64</cx:pt>
          <cx:pt idx="10881">14.039999999999999</cx:pt>
          <cx:pt idx="10882">150</cx:pt>
          <cx:pt idx="10883">215</cx:pt>
          <cx:pt idx="10884">39</cx:pt>
          <cx:pt idx="10885">77</cx:pt>
          <cx:pt idx="10886">150</cx:pt>
          <cx:pt idx="10887">57</cx:pt>
          <cx:pt idx="10888">152</cx:pt>
          <cx:pt idx="10889">130</cx:pt>
          <cx:pt idx="10890">108</cx:pt>
          <cx:pt idx="10891">125</cx:pt>
          <cx:pt idx="10892">44</cx:pt>
          <cx:pt idx="10893">52</cx:pt>
          <cx:pt idx="10894">70</cx:pt>
          <cx:pt idx="10895">65</cx:pt>
          <cx:pt idx="10896">49.530000000000001</cx:pt>
          <cx:pt idx="10897">55</cx:pt>
          <cx:pt idx="10898">85</cx:pt>
          <cx:pt idx="10899">35</cx:pt>
          <cx:pt idx="10900">240</cx:pt>
          <cx:pt idx="10901">70</cx:pt>
          <cx:pt idx="10902">75</cx:pt>
          <cx:pt idx="10903">85</cx:pt>
          <cx:pt idx="10904">130</cx:pt>
          <cx:pt idx="10905">120</cx:pt>
          <cx:pt idx="10906">45</cx:pt>
          <cx:pt idx="10907">53</cx:pt>
          <cx:pt idx="10908">69</cx:pt>
          <cx:pt idx="10909">53</cx:pt>
          <cx:pt idx="10910">58</cx:pt>
          <cx:pt idx="10911">69.5</cx:pt>
          <cx:pt idx="10912">120</cx:pt>
          <cx:pt idx="10913">55</cx:pt>
          <cx:pt idx="10914">57</cx:pt>
          <cx:pt idx="10915">59.134999999999998</cx:pt>
          <cx:pt idx="10916">71.579999999999998</cx:pt>
          <cx:pt idx="10917">60</cx:pt>
          <cx:pt idx="10918">221</cx:pt>
          <cx:pt idx="10919">201</cx:pt>
          <cx:pt idx="10920">60</cx:pt>
          <cx:pt idx="10921">46.759999999999998</cx:pt>
          <cx:pt idx="10922">65.590000000000003</cx:pt>
          <cx:pt idx="10923">22</cx:pt>
          <cx:pt idx="10924">60</cx:pt>
          <cx:pt idx="10925">45</cx:pt>
          <cx:pt idx="10926">49.5</cx:pt>
          <cx:pt idx="10927">65</cx:pt>
          <cx:pt idx="10928">57</cx:pt>
          <cx:pt idx="10929">125</cx:pt>
          <cx:pt idx="10930">117</cx:pt>
          <cx:pt idx="10931">103</cx:pt>
          <cx:pt idx="10932">57</cx:pt>
          <cx:pt idx="10933">110</cx:pt>
          <cx:pt idx="10934">85</cx:pt>
          <cx:pt idx="10935">90</cx:pt>
          <cx:pt idx="10936">42</cx:pt>
          <cx:pt idx="10937">96.799999999999997</cx:pt>
          <cx:pt idx="10938">26</cx:pt>
          <cx:pt idx="10939">63.93</cx:pt>
          <cx:pt idx="10940">195</cx:pt>
          <cx:pt idx="10941">80</cx:pt>
          <cx:pt idx="10942">112</cx:pt>
          <cx:pt idx="10943">52</cx:pt>
          <cx:pt idx="10944">60</cx:pt>
          <cx:pt idx="10945">154.5</cx:pt>
          <cx:pt idx="10946">145</cx:pt>
          <cx:pt idx="10947">71.5</cx:pt>
          <cx:pt idx="10948">48</cx:pt>
          <cx:pt idx="10949">40.140000000000001</cx:pt>
          <cx:pt idx="10950">134</cx:pt>
          <cx:pt idx="10951">142</cx:pt>
          <cx:pt idx="10952">92.129999999999995</cx:pt>
          <cx:pt idx="10953">52.710000000000001</cx:pt>
          <cx:pt idx="10954">47</cx:pt>
          <cx:pt idx="10955">57</cx:pt>
          <cx:pt idx="10956">112</cx:pt>
          <cx:pt idx="10957">231</cx:pt>
          <cx:pt idx="10958">60</cx:pt>
          <cx:pt idx="10959">17</cx:pt>
        </cx:lvl>
      </cx:numDim>
    </cx:data>
  </cx:chartData>
  <cx:chart>
    <cx:title pos="t" align="ctr" overlay="0">
      <cx:tx>
        <cx:txData>
          <cx:v>Distribution of House Prices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Distribution of House Prices</a:t>
          </a:r>
        </a:p>
      </cx:txPr>
    </cx:title>
    <cx:plotArea>
      <cx:plotAreaRegion>
        <cx:series layoutId="clusteredColumn" uniqueId="{48BD31ED-7F98-44B5-8073-C81CC2E4E1C9}">
          <cx:tx>
            <cx:txData>
              <cx:f>bengaluru_housing_cleaned!$G$1</cx:f>
              <cx:v>Price</cx:v>
            </cx:txData>
          </cx:tx>
          <cx:dataId val="0"/>
          <cx:layoutPr>
            <cx:binning intervalClosed="r"/>
          </cx:layoutPr>
        </cx:series>
      </cx:plotAreaRegion>
      <cx:axis id="0">
        <cx:catScaling gapWidth="0"/>
        <cx:title>
          <cx:tx>
            <cx:txData>
              <cx:v>Price(In lakhs)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16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ptos Narrow" panose="02110004020202020204"/>
                </a:rPr>
                <a:t>Price(In lakhs)</a:t>
              </a:r>
            </a:p>
          </cx:txPr>
        </cx:title>
        <cx:tickLabels/>
      </cx:axis>
      <cx:axis id="1">
        <cx:valScaling/>
        <cx:title>
          <cx:tx>
            <cx:txData>
              <cx:v>Count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16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ptos Narrow" panose="02110004020202020204"/>
                </a:rPr>
                <a:t>Count</a:t>
              </a:r>
            </a:p>
          </cx:txPr>
        </cx:title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2DCE-C014-E60D-27BB-DF5DFD862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47861-2DC5-631C-4D88-DFF619DED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C52E2-DA6B-BBE8-E7EA-B880BA6F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6887E-D98B-4277-84E4-B2BC0BD14B9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D3607-2A93-1D51-6648-C1DD2C020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A91F2-AC41-49F0-2411-EADFB6DD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B08E-4C52-44BC-84C2-EB9E18E51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64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E59F-0269-CBAC-27F4-6CD017D3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9BB68-6254-403E-BBB8-6F96839D6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8C739-57BB-8D8D-313B-C1CC9A940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6887E-D98B-4277-84E4-B2BC0BD14B9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98EF1-5DCC-9DAB-6912-46A32FF5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2272B-31F3-BCCA-8FFC-9B00C4D3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B08E-4C52-44BC-84C2-EB9E18E51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11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51B6-3A12-D4A6-55FC-4EC12CC9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F104F-F3F3-40D4-FA7C-2E3A351EA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FAB03-F9E9-CC15-7215-43B382F58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6887E-D98B-4277-84E4-B2BC0BD14B9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C3E81-7648-DFE3-6924-B8A0E3CB3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E2ADE-10C5-EEF1-D4AF-F4623BEDC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B08E-4C52-44BC-84C2-EB9E18E51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056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78844-3469-1640-105C-617AC9AE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FC085-D429-6722-D980-A49C084698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12C9A-EE06-67BF-7C14-720D707EB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535B8-F903-6AB1-6197-DD72F67E5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6887E-D98B-4277-84E4-B2BC0BD14B9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9A7FF-7B96-3791-E768-76F77009B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4D8EE-A312-83CE-07AA-CD527B35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B08E-4C52-44BC-84C2-EB9E18E51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451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DFFBD-5154-1974-6B0E-283F425E0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21C3F-28A2-E29C-ED21-27AA317F0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F71B6-1058-868A-D09C-08260A34D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BDC985-C47A-22DA-E0D4-486289269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F61B39-E81F-588D-BCD0-3FA87FAC1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49984-4F59-4FEF-75F5-8EB1E38CA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6887E-D98B-4277-84E4-B2BC0BD14B9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25A62D-EBE1-6095-E93E-3E9C69301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05335-DD87-5EE9-35A5-EE735055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B08E-4C52-44BC-84C2-EB9E18E51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737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AB67A-F10B-2CCB-FBD1-82E506CA5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28BFAF-87BE-625D-5638-2DED64B88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6887E-D98B-4277-84E4-B2BC0BD14B9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3823F-6B63-D662-1D3B-070E71F8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C6DF3-147D-C771-0D16-957F5F7A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B08E-4C52-44BC-84C2-EB9E18E51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617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48DA3A-0B7B-9B0D-A37E-4E51BB08E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6887E-D98B-4277-84E4-B2BC0BD14B9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3B832-4F53-FF88-F2DF-C0708D45F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869D2-ADEF-73DB-2674-BFB886605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B08E-4C52-44BC-84C2-EB9E18E51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98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E988-B73F-6BE9-B125-F361379D1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2C2DF-D3C6-90BB-A0C7-8F1C24960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24798-34D5-F80F-89CB-A4B9C14D1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E9EB9-4095-784D-17CE-754D1FB1E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6887E-D98B-4277-84E4-B2BC0BD14B9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FDF98-4E41-F7B6-8154-D98CC5938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9BF52-652F-37D8-60F2-5C3983AA5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B08E-4C52-44BC-84C2-EB9E18E51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63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6BCA8-B0F4-5E76-A045-3DF5D972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1D1E8-CFE2-8940-D869-52D4D830AA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214BF-1E58-39A6-0EF5-D1DDCC680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ECF65-3FAC-38EB-3753-A7A8A1D1C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6887E-D98B-4277-84E4-B2BC0BD14B9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F26F0-754B-900D-F5B2-F4E387ED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EED98-E70F-0F45-B924-84D36733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B08E-4C52-44BC-84C2-EB9E18E51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967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56B1D-589D-2C91-6CC5-36F129C4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3BEB4-CC8A-9714-4CC7-74C2101D5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60EDB-6450-4D66-D644-D77FB690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6887E-D98B-4277-84E4-B2BC0BD14B9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73DB-7885-BEF5-3CC1-78A2648F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F9A9D-BA1A-E6FE-E817-65B8CB213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B08E-4C52-44BC-84C2-EB9E18E51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21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B209EF-1D1C-78CD-116F-503D552E7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7B51D-8847-8B80-2243-169451707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5CC82-BF45-15C9-B0ED-8A08BE7D2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6887E-D98B-4277-84E4-B2BC0BD14B9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E908F-F82F-C62A-383F-A7FF616CA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7EE49-4022-F978-BC2D-376DF01E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B08E-4C52-44BC-84C2-EB9E18E51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33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599795-D8F4-778C-66C6-27E0E229C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355FC-D7D6-FBA9-42EB-277DD84A4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7DA96-52A7-7E55-4641-32AA05172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6887E-D98B-4277-84E4-B2BC0BD14B9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2393D-D68E-5AF8-509D-A634F2EAA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D9D02-A31B-A995-A6BE-590D82837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FB08E-4C52-44BC-84C2-EB9E18E51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295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7729E-4AB1-0CBD-E2C3-C5454D5C3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86836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9600" spc="-299" dirty="0">
                <a:solidFill>
                  <a:srgbClr val="1A3E7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Bengaluru Housing Dataset Overview</a:t>
            </a:r>
            <a:br>
              <a:rPr lang="en-US" sz="9600" spc="-299" dirty="0">
                <a:solidFill>
                  <a:srgbClr val="1A3E7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3A6153-6B71-2B2C-91C8-241035273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581048"/>
          </a:xfrm>
        </p:spPr>
        <p:txBody>
          <a:bodyPr>
            <a:noAutofit/>
          </a:bodyPr>
          <a:lstStyle/>
          <a:p>
            <a:pPr lvl="0" algn="just">
              <a:lnSpc>
                <a:spcPct val="100000"/>
              </a:lnSpc>
            </a:pPr>
            <a:r>
              <a:rPr lang="en-US" sz="2000" dirty="0">
                <a:solidFill>
                  <a:srgbClr val="3B4A68"/>
                </a:solidFill>
                <a:latin typeface="TT Fors"/>
                <a:ea typeface="TT Fors"/>
                <a:cs typeface="TT Fors"/>
                <a:sym typeface="TT Fors"/>
              </a:rPr>
              <a:t>Presented by : -</a:t>
            </a:r>
          </a:p>
          <a:p>
            <a:pPr lvl="0" algn="just">
              <a:lnSpc>
                <a:spcPct val="100000"/>
              </a:lnSpc>
            </a:pPr>
            <a:r>
              <a:rPr lang="en-US" sz="2000" dirty="0">
                <a:solidFill>
                  <a:srgbClr val="3B4A68"/>
                </a:solidFill>
                <a:latin typeface="TT Fors"/>
                <a:ea typeface="TT Fors"/>
                <a:cs typeface="TT Fors"/>
                <a:sym typeface="TT Fors"/>
              </a:rPr>
              <a:t>Rohan Kumar -25GIBSPGDM086</a:t>
            </a:r>
          </a:p>
          <a:p>
            <a:pPr lvl="0" algn="just">
              <a:lnSpc>
                <a:spcPct val="100000"/>
              </a:lnSpc>
            </a:pPr>
            <a:r>
              <a:rPr lang="en-US" sz="2000" dirty="0">
                <a:solidFill>
                  <a:srgbClr val="3B4A68"/>
                </a:solidFill>
                <a:latin typeface="TT Fors"/>
                <a:ea typeface="TT Fors"/>
                <a:cs typeface="TT Fors"/>
                <a:sym typeface="TT Fors"/>
              </a:rPr>
              <a:t>Kamesh Samrit-25GIBSPGDM067</a:t>
            </a:r>
          </a:p>
          <a:p>
            <a:pPr lvl="0" algn="just">
              <a:lnSpc>
                <a:spcPct val="100000"/>
              </a:lnSpc>
            </a:pPr>
            <a:r>
              <a:rPr lang="en-US" sz="2000" dirty="0">
                <a:solidFill>
                  <a:srgbClr val="3B4A68"/>
                </a:solidFill>
                <a:latin typeface="TT Fors"/>
                <a:ea typeface="TT Fors"/>
                <a:cs typeface="TT Fors"/>
                <a:sym typeface="TT Fors"/>
              </a:rPr>
              <a:t>Arnav Mondal-25GIBSPGDM054</a:t>
            </a:r>
          </a:p>
          <a:p>
            <a:pPr lvl="0" algn="just">
              <a:lnSpc>
                <a:spcPct val="100000"/>
              </a:lnSpc>
            </a:pPr>
            <a:r>
              <a:rPr lang="en-US" sz="2000" dirty="0" err="1">
                <a:solidFill>
                  <a:srgbClr val="3B4A68"/>
                </a:solidFill>
                <a:latin typeface="TT Fors"/>
                <a:ea typeface="TT Fors"/>
                <a:cs typeface="TT Fors"/>
                <a:sym typeface="TT Fors"/>
              </a:rPr>
              <a:t>Jujan</a:t>
            </a:r>
            <a:r>
              <a:rPr lang="en-US" sz="2000" dirty="0">
                <a:solidFill>
                  <a:srgbClr val="3B4A68"/>
                </a:solidFill>
                <a:latin typeface="TT Fors"/>
                <a:ea typeface="TT Fors"/>
                <a:cs typeface="TT Fors"/>
                <a:sym typeface="TT Fors"/>
              </a:rPr>
              <a:t> Kataky-25GIBSPGDM066</a:t>
            </a:r>
          </a:p>
          <a:p>
            <a:pPr>
              <a:lnSpc>
                <a:spcPct val="10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69992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E00E-395B-3DC2-268A-B23A0D0E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EDD22-C078-E32B-C14C-53CF9DF85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57539"/>
            <a:ext cx="10711543" cy="5021490"/>
          </a:xfrm>
        </p:spPr>
        <p:txBody>
          <a:bodyPr/>
          <a:lstStyle/>
          <a:p>
            <a:r>
              <a:rPr lang="en-US" sz="1800" b="1" dirty="0"/>
              <a:t>Understand the Data - Basic EDA</a:t>
            </a:r>
          </a:p>
          <a:p>
            <a:r>
              <a:rPr lang="en-US" sz="1800" b="1" dirty="0"/>
              <a:t>Goal: Get a feel for your dataset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	We checked that: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dirty="0"/>
              <a:t>Number of rows &amp; columns = </a:t>
            </a:r>
            <a:r>
              <a:rPr lang="en-IN" dirty="0"/>
              <a:t>(13257, 10)</a:t>
            </a:r>
            <a:endParaRPr lang="en-US" sz="1800" dirty="0"/>
          </a:p>
          <a:p>
            <a:pPr lvl="2">
              <a:buFont typeface="Wingdings" panose="05000000000000000000" pitchFamily="2" charset="2"/>
              <a:buChar char="v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v"/>
            </a:pPr>
            <a:endParaRPr lang="en-US" sz="1800" dirty="0"/>
          </a:p>
          <a:p>
            <a:pPr marL="914400" lvl="2" indent="0">
              <a:buNone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dirty="0"/>
              <a:t>Data types</a:t>
            </a:r>
          </a:p>
          <a:p>
            <a:pPr marL="914400" lvl="2" indent="0">
              <a:buNone/>
            </a:pPr>
            <a:endParaRPr lang="en-US" sz="1800" dirty="0"/>
          </a:p>
          <a:p>
            <a:pPr marL="914400" lvl="2" indent="0">
              <a:buNone/>
            </a:pPr>
            <a:endParaRPr lang="en-US" sz="1800" dirty="0"/>
          </a:p>
          <a:p>
            <a:pPr marL="914400" lvl="2" indent="0">
              <a:buNone/>
            </a:pPr>
            <a:endParaRPr lang="en-US" sz="1800" dirty="0"/>
          </a:p>
          <a:p>
            <a:pPr marL="914400" lvl="2" indent="0">
              <a:buNone/>
            </a:pPr>
            <a:endParaRPr lang="en-US" sz="1800" dirty="0"/>
          </a:p>
          <a:p>
            <a:pPr marL="914400" lvl="2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4D441-ED72-4E86-0BCC-128E06D07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880" y="3249483"/>
            <a:ext cx="3740949" cy="264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43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38FE97-1EAF-C48C-1DB0-2CBA698E8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36" y="391886"/>
            <a:ext cx="2381582" cy="22005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DF3048-F5F2-B05F-C1B1-75F87848F9D0}"/>
              </a:ext>
            </a:extLst>
          </p:cNvPr>
          <p:cNvSpPr txBox="1"/>
          <p:nvPr/>
        </p:nvSpPr>
        <p:spPr>
          <a:xfrm>
            <a:off x="794657" y="522514"/>
            <a:ext cx="3004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Missing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D1E29-32A3-4783-AC3B-FEBDE5014C19}"/>
              </a:ext>
            </a:extLst>
          </p:cNvPr>
          <p:cNvSpPr txBox="1"/>
          <p:nvPr/>
        </p:nvSpPr>
        <p:spPr>
          <a:xfrm>
            <a:off x="794657" y="2680483"/>
            <a:ext cx="1050471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A.Price</a:t>
            </a:r>
            <a:r>
              <a:rPr lang="en-US" sz="2000" b="1" dirty="0"/>
              <a:t> vs Total Square Feet - Scatter Plot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What this visual shows</a:t>
            </a:r>
          </a:p>
          <a:p>
            <a:r>
              <a:rPr lang="en-US" dirty="0"/>
              <a:t>This scatter plot shows the relationship between house price and</a:t>
            </a:r>
          </a:p>
          <a:p>
            <a:r>
              <a:rPr lang="en-US" dirty="0"/>
              <a:t> total square feet.</a:t>
            </a:r>
            <a:br>
              <a:rPr lang="en-US" dirty="0"/>
            </a:br>
            <a:r>
              <a:rPr lang="en-US" dirty="0"/>
              <a:t>Each dot represents one property.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What we learn</a:t>
            </a:r>
          </a:p>
          <a:p>
            <a:r>
              <a:rPr lang="en-US" dirty="0"/>
              <a:t>In general, larger homes tend to cost more, which means price </a:t>
            </a:r>
          </a:p>
          <a:p>
            <a:r>
              <a:rPr lang="en-US" dirty="0"/>
              <a:t>increases with size.</a:t>
            </a:r>
          </a:p>
          <a:p>
            <a:r>
              <a:rPr lang="en-US" dirty="0"/>
              <a:t>However, the points are spread out, meaning two homes with </a:t>
            </a:r>
          </a:p>
          <a:p>
            <a:r>
              <a:rPr lang="en-US" dirty="0"/>
              <a:t>similar size can have different prices.</a:t>
            </a:r>
          </a:p>
          <a:p>
            <a:r>
              <a:rPr lang="en-US" dirty="0"/>
              <a:t>This suggests location and features also influence price, not only</a:t>
            </a:r>
          </a:p>
          <a:p>
            <a:r>
              <a:rPr lang="en-US" dirty="0"/>
              <a:t> </a:t>
            </a:r>
            <a:r>
              <a:rPr lang="en-US" dirty="0" err="1"/>
              <a:t>area.A</a:t>
            </a:r>
            <a:r>
              <a:rPr lang="en-US" dirty="0"/>
              <a:t> few dots are very high - these are luxury or premium properties.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0552F7A-4EFA-4A71-8E8D-DC1F6A0326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3859624"/>
              </p:ext>
            </p:extLst>
          </p:nvPr>
        </p:nvGraphicFramePr>
        <p:xfrm>
          <a:off x="7457008" y="2394465"/>
          <a:ext cx="4545685" cy="3113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3159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63454-B447-B012-B33D-90D7F6629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356054"/>
            <a:ext cx="11168743" cy="6055632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B. Distribution of House Prices -Histogram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What this visual shows</a:t>
            </a:r>
          </a:p>
          <a:p>
            <a:r>
              <a:rPr lang="en-US" sz="1800" dirty="0"/>
              <a:t>This chart shows how many properties fall into different price ranges</a:t>
            </a:r>
            <a:r>
              <a:rPr lang="en-US" sz="1800" b="1" dirty="0"/>
              <a:t>.</a:t>
            </a:r>
            <a:endParaRPr lang="en-US" sz="1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What we learn</a:t>
            </a:r>
          </a:p>
          <a:p>
            <a:r>
              <a:rPr lang="en-US" sz="1800" dirty="0"/>
              <a:t>Most houses fall within the mid-range price brackets </a:t>
            </a:r>
          </a:p>
          <a:p>
            <a:pPr marL="0" indent="0">
              <a:buNone/>
            </a:pPr>
            <a:r>
              <a:rPr lang="en-US" sz="1800" dirty="0"/>
              <a:t>36-44 lakhs.</a:t>
            </a:r>
          </a:p>
          <a:p>
            <a:r>
              <a:rPr lang="en-US" sz="1800" dirty="0"/>
              <a:t>Very expensive houses are fewer and form a small tail </a:t>
            </a:r>
          </a:p>
          <a:p>
            <a:pPr marL="0" indent="0">
              <a:buNone/>
            </a:pPr>
            <a:r>
              <a:rPr lang="en-US" sz="1800" dirty="0"/>
              <a:t>of the distribution.</a:t>
            </a:r>
          </a:p>
          <a:p>
            <a:r>
              <a:rPr lang="en-US" sz="1800" dirty="0"/>
              <a:t>This means the housing market is skewed towards </a:t>
            </a:r>
          </a:p>
          <a:p>
            <a:pPr marL="0" indent="0">
              <a:buNone/>
            </a:pPr>
            <a:r>
              <a:rPr lang="en-US" sz="1800" dirty="0"/>
              <a:t>affordable/mid-budget buyers with a smaller luxury segment.</a:t>
            </a:r>
          </a:p>
          <a:p>
            <a:endParaRPr lang="en-IN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D3DADDB3-F80B-4C8D-AAF5-13A5F3DEC05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595076192"/>
                  </p:ext>
                </p:extLst>
              </p:nvPr>
            </p:nvGraphicFramePr>
            <p:xfrm>
              <a:off x="6193970" y="1598613"/>
              <a:ext cx="5077951" cy="420154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D3DADDB3-F80B-4C8D-AAF5-13A5F3DEC0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3970" y="1598613"/>
                <a:ext cx="5077951" cy="420154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6563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D042C-0DEB-8F96-EEE2-7B6169464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5" y="356054"/>
            <a:ext cx="11451771" cy="6208032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C. Price Distribution by BHK - Box Plot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What this visual shows</a:t>
            </a:r>
          </a:p>
          <a:p>
            <a:r>
              <a:rPr lang="en-US" sz="1800" dirty="0"/>
              <a:t>This box plot compares price across different BHK sizes.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What we learn</a:t>
            </a:r>
          </a:p>
          <a:p>
            <a:r>
              <a:rPr lang="en-US" sz="1800" dirty="0"/>
              <a:t>As BHK increases, the median price also increases - meaning</a:t>
            </a:r>
          </a:p>
          <a:p>
            <a:pPr marL="0" indent="0">
              <a:buNone/>
            </a:pPr>
            <a:r>
              <a:rPr lang="en-US" sz="1800" dirty="0"/>
              <a:t> bigger homes cost more.</a:t>
            </a:r>
          </a:p>
          <a:p>
            <a:r>
              <a:rPr lang="en-US" sz="1800" dirty="0"/>
              <a:t>Price variation also increases for higher BHKs, showing luxury </a:t>
            </a:r>
          </a:p>
          <a:p>
            <a:pPr marL="0" indent="0">
              <a:buNone/>
            </a:pPr>
            <a:r>
              <a:rPr lang="en-US" sz="1800" dirty="0"/>
              <a:t>and premium options exist mostly in higher-BHK homes.</a:t>
            </a:r>
          </a:p>
          <a:p>
            <a:r>
              <a:rPr lang="en-US" sz="1800" dirty="0"/>
              <a:t>There are some outliers -these are exceptionally expensive </a:t>
            </a:r>
          </a:p>
          <a:p>
            <a:pPr marL="0" indent="0">
              <a:buNone/>
            </a:pPr>
            <a:r>
              <a:rPr lang="en-US" sz="1800" dirty="0"/>
              <a:t>properties within each BHK category.</a:t>
            </a:r>
          </a:p>
          <a:p>
            <a:r>
              <a:rPr lang="en-US" sz="1800" dirty="0"/>
              <a:t>This proves BHK count is an important factor influencing price.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EC5BCA-92A8-0A02-C11F-651E9F70A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85" y="356054"/>
            <a:ext cx="4838633" cy="32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594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69683-4BE6-6539-3532-35F2022E2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3657"/>
            <a:ext cx="10515600" cy="6183086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D. Customer Preference Based on BHK - Bar Graph</a:t>
            </a:r>
          </a:p>
          <a:p>
            <a:pPr marL="0" indent="0">
              <a:buNone/>
            </a:pPr>
            <a:r>
              <a:rPr lang="en-US" sz="1800" dirty="0"/>
              <a:t>Query :- </a:t>
            </a:r>
          </a:p>
          <a:p>
            <a:pPr marL="0" indent="0">
              <a:buNone/>
            </a:pPr>
            <a:r>
              <a:rPr lang="en-US" sz="1800" b="1" dirty="0"/>
              <a:t>Select </a:t>
            </a:r>
            <a:r>
              <a:rPr lang="en-US" sz="1800" b="1" dirty="0" err="1"/>
              <a:t>bhk,count</a:t>
            </a:r>
            <a:r>
              <a:rPr lang="en-US" sz="1800" b="1" dirty="0"/>
              <a:t>(*) from </a:t>
            </a:r>
            <a:r>
              <a:rPr lang="en-US" sz="1800" b="1" dirty="0" err="1"/>
              <a:t>bengaluru_housing_cleaned</a:t>
            </a:r>
            <a:r>
              <a:rPr lang="en-US" sz="1800" b="1" dirty="0"/>
              <a:t> </a:t>
            </a:r>
          </a:p>
          <a:p>
            <a:pPr marL="0" indent="0">
              <a:buNone/>
            </a:pPr>
            <a:r>
              <a:rPr lang="en-US" sz="1800" b="1" dirty="0"/>
              <a:t>group by </a:t>
            </a:r>
            <a:r>
              <a:rPr lang="en-US" sz="1800" b="1" dirty="0" err="1"/>
              <a:t>bhk</a:t>
            </a:r>
            <a:r>
              <a:rPr lang="en-US" sz="1800" b="1" dirty="0"/>
              <a:t> order by count(*) desc</a:t>
            </a:r>
          </a:p>
          <a:p>
            <a:pPr marL="0" indent="0">
              <a:buNone/>
            </a:pPr>
            <a:r>
              <a:rPr lang="en-US" sz="1800" b="1" dirty="0"/>
              <a:t>LIMIT 10;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What this visual shows</a:t>
            </a:r>
          </a:p>
          <a:p>
            <a:r>
              <a:rPr lang="en-US" sz="1800" dirty="0"/>
              <a:t>This chart shows which BHK type has the highest number of listings - representing customer demand.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What we learn</a:t>
            </a:r>
          </a:p>
          <a:p>
            <a:r>
              <a:rPr lang="en-US" sz="1800" dirty="0"/>
              <a:t>2-BHK and 1-BHK homes are the most preferred </a:t>
            </a:r>
          </a:p>
          <a:p>
            <a:pPr marL="0" indent="0">
              <a:buNone/>
            </a:pPr>
            <a:r>
              <a:rPr lang="en-US" sz="1800" dirty="0"/>
              <a:t>and common choices.</a:t>
            </a:r>
          </a:p>
          <a:p>
            <a:r>
              <a:rPr lang="en-US" sz="1800" dirty="0"/>
              <a:t>Very small units (4-BHK) and very large units </a:t>
            </a:r>
          </a:p>
          <a:p>
            <a:pPr marL="0" indent="0">
              <a:buNone/>
            </a:pPr>
            <a:r>
              <a:rPr lang="en-US" sz="1800" dirty="0"/>
              <a:t>(4+ BHK) are less common.</a:t>
            </a:r>
          </a:p>
          <a:p>
            <a:r>
              <a:rPr lang="en-US" sz="1800" dirty="0"/>
              <a:t>This means the majority of buyers are small </a:t>
            </a:r>
          </a:p>
          <a:p>
            <a:pPr marL="0" indent="0">
              <a:buNone/>
            </a:pPr>
            <a:r>
              <a:rPr lang="en-US" sz="1800" dirty="0"/>
              <a:t>to mid-size families or working professionals.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D659DE1-4E78-F603-483D-6B732C3880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6212768"/>
              </p:ext>
            </p:extLst>
          </p:nvPr>
        </p:nvGraphicFramePr>
        <p:xfrm>
          <a:off x="5998030" y="3055798"/>
          <a:ext cx="5773006" cy="3464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40515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747F8-06E5-D913-E948-2B4BE2F50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348342"/>
            <a:ext cx="11582400" cy="6270171"/>
          </a:xfrm>
        </p:spPr>
        <p:txBody>
          <a:bodyPr/>
          <a:lstStyle/>
          <a:p>
            <a:r>
              <a:rPr lang="en-US" sz="1800" b="1" dirty="0"/>
              <a:t>E. Customer Preference Based on Location - Clustered Bar Chart</a:t>
            </a:r>
          </a:p>
          <a:p>
            <a:r>
              <a:rPr lang="en-US" sz="1800" dirty="0"/>
              <a:t>Query : - </a:t>
            </a:r>
          </a:p>
          <a:p>
            <a:pPr marL="0" indent="0">
              <a:buNone/>
            </a:pPr>
            <a:r>
              <a:rPr lang="en-US" sz="1800" b="1" dirty="0"/>
              <a:t>Select </a:t>
            </a:r>
            <a:r>
              <a:rPr lang="en-US" sz="1800" b="1" dirty="0" err="1"/>
              <a:t>location,count</a:t>
            </a:r>
            <a:r>
              <a:rPr lang="en-US" sz="1800" b="1" dirty="0"/>
              <a:t>(*) as </a:t>
            </a:r>
            <a:r>
              <a:rPr lang="en-US" sz="1800" b="1" dirty="0" err="1"/>
              <a:t>customer_count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from </a:t>
            </a:r>
            <a:r>
              <a:rPr lang="en-US" sz="1800" b="1" dirty="0" err="1"/>
              <a:t>bengaluru_housing_cleaned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group by location</a:t>
            </a:r>
          </a:p>
          <a:p>
            <a:pPr marL="0" indent="0">
              <a:buNone/>
            </a:pPr>
            <a:r>
              <a:rPr lang="en-US" sz="1800" b="1" dirty="0"/>
              <a:t>Order by count(*) desc</a:t>
            </a:r>
          </a:p>
          <a:p>
            <a:pPr marL="0" indent="0">
              <a:buNone/>
            </a:pPr>
            <a:r>
              <a:rPr lang="en-US" sz="1800" b="1" dirty="0"/>
              <a:t>Limit 10;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What this visual shows</a:t>
            </a:r>
          </a:p>
          <a:p>
            <a:r>
              <a:rPr lang="en-US" sz="1800" dirty="0"/>
              <a:t>This chart displays which locations have the highest number of properties.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What we learn</a:t>
            </a:r>
          </a:p>
          <a:p>
            <a:r>
              <a:rPr lang="en-US" sz="1800" dirty="0"/>
              <a:t>The top locations like Whitefield  have the highest housing activity and demand.</a:t>
            </a:r>
          </a:p>
          <a:p>
            <a:r>
              <a:rPr lang="en-US" sz="1800" dirty="0"/>
              <a:t>These are likely popular residential hubs with better connectivity and facilities.</a:t>
            </a:r>
          </a:p>
          <a:p>
            <a:r>
              <a:rPr lang="en-US" sz="1800" dirty="0"/>
              <a:t>Locations with fewer properties may be niche or developing areas.</a:t>
            </a:r>
          </a:p>
          <a:p>
            <a:r>
              <a:rPr lang="en-US" sz="1800" dirty="0"/>
              <a:t>This gives a clear picture of where the market is most active.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93C8BBC-8F30-C403-52AD-049A90036E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6930868"/>
              </p:ext>
            </p:extLst>
          </p:nvPr>
        </p:nvGraphicFramePr>
        <p:xfrm>
          <a:off x="6215743" y="844141"/>
          <a:ext cx="5540829" cy="2889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87673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3BDC7-9A16-8256-D5C7-DD5B8A7E7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37457"/>
            <a:ext cx="10842171" cy="6270172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F. Average Price by Location - Clustered Bar Chart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What this visual shows</a:t>
            </a:r>
          </a:p>
          <a:p>
            <a:r>
              <a:rPr lang="en-US" sz="1800" dirty="0"/>
              <a:t>This chart compares average house prices across different locations.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What we learn</a:t>
            </a:r>
          </a:p>
          <a:p>
            <a:r>
              <a:rPr lang="en-US" sz="1800" dirty="0"/>
              <a:t>Some locations have significantly higher average prices, indicating premium or upscale neighborhoods.</a:t>
            </a:r>
          </a:p>
          <a:p>
            <a:r>
              <a:rPr lang="en-US" sz="1800" dirty="0"/>
              <a:t>Other locations show moderate or lower average prices, suggesting budget-friendly or developing areas.</a:t>
            </a:r>
          </a:p>
          <a:p>
            <a:r>
              <a:rPr lang="en-US" sz="1800" dirty="0"/>
              <a:t>This helps identify premium zones vs value-for-money areas.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C126952-783A-273F-70F4-24D61E934E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169416"/>
              </p:ext>
            </p:extLst>
          </p:nvPr>
        </p:nvGraphicFramePr>
        <p:xfrm>
          <a:off x="4391931" y="2963636"/>
          <a:ext cx="6765925" cy="3741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84655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C39C1-1090-651B-9751-6A2F260D5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391886"/>
            <a:ext cx="10918371" cy="613954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G. Average Price by Bathroom (Feature-Wise Comparison) -  Clustered Column Chart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What this visual shows</a:t>
            </a:r>
          </a:p>
          <a:p>
            <a:r>
              <a:rPr lang="en-US" sz="1800" dirty="0"/>
              <a:t>This visual compares average house prices across different property characteristics.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What we learn</a:t>
            </a:r>
          </a:p>
          <a:p>
            <a:r>
              <a:rPr lang="en-US" sz="1800" dirty="0"/>
              <a:t>More bathrooms generally have higher average prices.</a:t>
            </a:r>
          </a:p>
          <a:p>
            <a:r>
              <a:rPr lang="en-US" sz="1800" dirty="0"/>
              <a:t>This helps identify which property attributes contribute more to pricing.</a:t>
            </a:r>
          </a:p>
          <a:p>
            <a:r>
              <a:rPr lang="en-US" sz="1800" dirty="0"/>
              <a:t>It supports decision-making for developers, buyers, and investors.</a:t>
            </a:r>
          </a:p>
          <a:p>
            <a:r>
              <a:rPr lang="en-US" sz="1800" dirty="0"/>
              <a:t>We can see that 16 bathrooms have very high average price that is</a:t>
            </a:r>
          </a:p>
          <a:p>
            <a:pPr marL="0" indent="0">
              <a:buNone/>
            </a:pPr>
            <a:r>
              <a:rPr lang="en-US" sz="1800" dirty="0"/>
              <a:t>there should be an outlier.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B7667F2-D8F5-BB39-EBB4-9E03B0799D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7554626"/>
              </p:ext>
            </p:extLst>
          </p:nvPr>
        </p:nvGraphicFramePr>
        <p:xfrm>
          <a:off x="5769427" y="3461656"/>
          <a:ext cx="5301343" cy="3004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19011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716</Words>
  <Application>Microsoft Office PowerPoint</Application>
  <PresentationFormat>Widescreen</PresentationFormat>
  <Paragraphs>112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Aptos Narrow</vt:lpstr>
      <vt:lpstr>Arial</vt:lpstr>
      <vt:lpstr>ITC Avant Garde Gothic</vt:lpstr>
      <vt:lpstr>TT Fors</vt:lpstr>
      <vt:lpstr>Wingdings</vt:lpstr>
      <vt:lpstr>Office Theme</vt:lpstr>
      <vt:lpstr>Bengaluru Housing Dataset Overview </vt:lpstr>
      <vt:lpstr>Exploratory Data Analysis(EDA)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Kumar</dc:creator>
  <cp:lastModifiedBy>Rohan Kumar</cp:lastModifiedBy>
  <cp:revision>2</cp:revision>
  <dcterms:created xsi:type="dcterms:W3CDTF">2026-01-07T19:21:11Z</dcterms:created>
  <dcterms:modified xsi:type="dcterms:W3CDTF">2026-01-07T19:43:48Z</dcterms:modified>
</cp:coreProperties>
</file>